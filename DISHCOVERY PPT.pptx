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5"/>
  </p:notesMasterIdLst>
  <p:sldIdLst>
    <p:sldId id="256" r:id="rId2"/>
    <p:sldId id="272" r:id="rId3"/>
    <p:sldId id="259" r:id="rId4"/>
    <p:sldId id="258" r:id="rId5"/>
    <p:sldId id="305" r:id="rId6"/>
    <p:sldId id="278" r:id="rId7"/>
    <p:sldId id="267" r:id="rId8"/>
    <p:sldId id="307" r:id="rId9"/>
    <p:sldId id="279" r:id="rId10"/>
    <p:sldId id="268" r:id="rId11"/>
    <p:sldId id="306" r:id="rId12"/>
    <p:sldId id="260" r:id="rId13"/>
    <p:sldId id="315" r:id="rId14"/>
    <p:sldId id="308" r:id="rId15"/>
    <p:sldId id="316" r:id="rId16"/>
    <p:sldId id="309" r:id="rId17"/>
    <p:sldId id="317" r:id="rId18"/>
    <p:sldId id="310" r:id="rId19"/>
    <p:sldId id="318" r:id="rId20"/>
    <p:sldId id="311" r:id="rId21"/>
    <p:sldId id="319" r:id="rId22"/>
    <p:sldId id="257" r:id="rId23"/>
    <p:sldId id="273" r:id="rId24"/>
  </p:sldIdLst>
  <p:sldSz cx="9144000" cy="5143500" type="screen16x9"/>
  <p:notesSz cx="6858000" cy="9144000"/>
  <p:embeddedFontLst>
    <p:embeddedFont>
      <p:font typeface="Bowlby One SC" panose="020B0604020202020204" charset="0"/>
      <p:regular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Inter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74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86D9F-B59C-4308-BC8F-3912128631C8}" v="445" dt="2025-12-16T18:01:47.967"/>
  </p1510:revLst>
</p1510:revInfo>
</file>

<file path=ppt/tableStyles.xml><?xml version="1.0" encoding="utf-8"?>
<a:tblStyleLst xmlns:a="http://schemas.openxmlformats.org/drawingml/2006/main" def="{036B1946-06BE-42C8-892C-63C24F7EA7FE}">
  <a:tblStyle styleId="{036B1946-06BE-42C8-892C-63C24F7EA7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r Chahal, Jaspreet" userId="0287d743-a291-4dc0-ada6-e97e0e95e550" providerId="ADAL" clId="{4FE89DC7-292E-4213-A16C-4CFCF5D7ED09}"/>
    <pc:docChg chg="undo redo custSel addSld delSld modSld sldOrd delMainMaster">
      <pc:chgData name="Kaur Chahal, Jaspreet" userId="0287d743-a291-4dc0-ada6-e97e0e95e550" providerId="ADAL" clId="{4FE89DC7-292E-4213-A16C-4CFCF5D7ED09}" dt="2025-12-16T18:17:58.186" v="4250" actId="1036"/>
      <pc:docMkLst>
        <pc:docMk/>
      </pc:docMkLst>
      <pc:sldChg chg="addSp delSp modSp mod">
        <pc:chgData name="Kaur Chahal, Jaspreet" userId="0287d743-a291-4dc0-ada6-e97e0e95e550" providerId="ADAL" clId="{4FE89DC7-292E-4213-A16C-4CFCF5D7ED09}" dt="2025-12-16T12:22:06.875" v="4161" actId="1076"/>
        <pc:sldMkLst>
          <pc:docMk/>
          <pc:sldMk cId="0" sldId="256"/>
        </pc:sldMkLst>
        <pc:spChg chg="add del mod">
          <ac:chgData name="Kaur Chahal, Jaspreet" userId="0287d743-a291-4dc0-ada6-e97e0e95e550" providerId="ADAL" clId="{4FE89DC7-292E-4213-A16C-4CFCF5D7ED09}" dt="2025-12-16T06:40:23.161" v="3595" actId="478"/>
          <ac:spMkLst>
            <pc:docMk/>
            <pc:sldMk cId="0" sldId="256"/>
            <ac:spMk id="2" creationId="{89F16EAB-1843-783F-1F7D-BD5E8969E8F3}"/>
          </ac:spMkLst>
        </pc:spChg>
        <pc:spChg chg="mod">
          <ac:chgData name="Kaur Chahal, Jaspreet" userId="0287d743-a291-4dc0-ada6-e97e0e95e550" providerId="ADAL" clId="{4FE89DC7-292E-4213-A16C-4CFCF5D7ED09}" dt="2025-12-16T12:22:06.875" v="4161" actId="1076"/>
          <ac:spMkLst>
            <pc:docMk/>
            <pc:sldMk cId="0" sldId="256"/>
            <ac:spMk id="1059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12:22:06.875" v="4161" actId="1076"/>
          <ac:spMkLst>
            <pc:docMk/>
            <pc:sldMk cId="0" sldId="256"/>
            <ac:spMk id="1060" creationId="{00000000-0000-0000-0000-000000000000}"/>
          </ac:spMkLst>
        </pc:spChg>
        <pc:grpChg chg="mod">
          <ac:chgData name="Kaur Chahal, Jaspreet" userId="0287d743-a291-4dc0-ada6-e97e0e95e550" providerId="ADAL" clId="{4FE89DC7-292E-4213-A16C-4CFCF5D7ED09}" dt="2025-12-14T05:25:37.529" v="371" actId="1076"/>
          <ac:grpSpMkLst>
            <pc:docMk/>
            <pc:sldMk cId="0" sldId="256"/>
            <ac:grpSpMk id="1061" creationId="{00000000-0000-0000-0000-000000000000}"/>
          </ac:grpSpMkLst>
        </pc:grpChg>
        <pc:grpChg chg="mod">
          <ac:chgData name="Kaur Chahal, Jaspreet" userId="0287d743-a291-4dc0-ada6-e97e0e95e550" providerId="ADAL" clId="{4FE89DC7-292E-4213-A16C-4CFCF5D7ED09}" dt="2025-12-14T05:26:41.255" v="401" actId="1037"/>
          <ac:grpSpMkLst>
            <pc:docMk/>
            <pc:sldMk cId="0" sldId="256"/>
            <ac:grpSpMk id="1242" creationId="{00000000-0000-0000-0000-000000000000}"/>
          </ac:grpSpMkLst>
        </pc:grpChg>
        <pc:picChg chg="mod">
          <ac:chgData name="Kaur Chahal, Jaspreet" userId="0287d743-a291-4dc0-ada6-e97e0e95e550" providerId="ADAL" clId="{4FE89DC7-292E-4213-A16C-4CFCF5D7ED09}" dt="2025-12-16T12:22:06.875" v="4161" actId="1076"/>
          <ac:picMkLst>
            <pc:docMk/>
            <pc:sldMk cId="0" sldId="256"/>
            <ac:picMk id="3" creationId="{665B79DD-F99C-5AD9-8398-D07F9A586A54}"/>
          </ac:picMkLst>
        </pc:picChg>
        <pc:picChg chg="mod">
          <ac:chgData name="Kaur Chahal, Jaspreet" userId="0287d743-a291-4dc0-ada6-e97e0e95e550" providerId="ADAL" clId="{4FE89DC7-292E-4213-A16C-4CFCF5D7ED09}" dt="2025-12-16T12:22:06.875" v="4161" actId="1076"/>
          <ac:picMkLst>
            <pc:docMk/>
            <pc:sldMk cId="0" sldId="256"/>
            <ac:picMk id="1026" creationId="{346567BF-73F2-171C-EEBC-FF5D21CBEFB4}"/>
          </ac:picMkLst>
        </pc:picChg>
      </pc:sldChg>
      <pc:sldChg chg="modSp mod">
        <pc:chgData name="Kaur Chahal, Jaspreet" userId="0287d743-a291-4dc0-ada6-e97e0e95e550" providerId="ADAL" clId="{4FE89DC7-292E-4213-A16C-4CFCF5D7ED09}" dt="2025-12-16T12:31:33.243" v="4217" actId="403"/>
        <pc:sldMkLst>
          <pc:docMk/>
          <pc:sldMk cId="0" sldId="257"/>
        </pc:sldMkLst>
        <pc:spChg chg="mod">
          <ac:chgData name="Kaur Chahal, Jaspreet" userId="0287d743-a291-4dc0-ada6-e97e0e95e550" providerId="ADAL" clId="{4FE89DC7-292E-4213-A16C-4CFCF5D7ED09}" dt="2025-12-16T06:03:18.105" v="2995" actId="20577"/>
          <ac:spMkLst>
            <pc:docMk/>
            <pc:sldMk cId="0" sldId="257"/>
            <ac:spMk id="1385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12:31:33.243" v="4217" actId="403"/>
          <ac:spMkLst>
            <pc:docMk/>
            <pc:sldMk cId="0" sldId="257"/>
            <ac:spMk id="1386" creationId="{00000000-0000-0000-0000-000000000000}"/>
          </ac:spMkLst>
        </pc:spChg>
      </pc:sldChg>
      <pc:sldChg chg="addSp delSp modSp mod ord">
        <pc:chgData name="Kaur Chahal, Jaspreet" userId="0287d743-a291-4dc0-ada6-e97e0e95e550" providerId="ADAL" clId="{4FE89DC7-292E-4213-A16C-4CFCF5D7ED09}" dt="2025-12-14T05:23:47.438" v="291"/>
        <pc:sldMkLst>
          <pc:docMk/>
          <pc:sldMk cId="0" sldId="258"/>
        </pc:sldMkLst>
        <pc:spChg chg="mod">
          <ac:chgData name="Kaur Chahal, Jaspreet" userId="0287d743-a291-4dc0-ada6-e97e0e95e550" providerId="ADAL" clId="{4FE89DC7-292E-4213-A16C-4CFCF5D7ED09}" dt="2025-12-14T05:18:50.199" v="169" actId="1036"/>
          <ac:spMkLst>
            <pc:docMk/>
            <pc:sldMk cId="0" sldId="258"/>
            <ac:spMk id="1391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18:50.199" v="169" actId="1036"/>
          <ac:spMkLst>
            <pc:docMk/>
            <pc:sldMk cId="0" sldId="258"/>
            <ac:spMk id="1393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18:50.199" v="169" actId="1036"/>
          <ac:spMkLst>
            <pc:docMk/>
            <pc:sldMk cId="0" sldId="258"/>
            <ac:spMk id="1395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10:28.855" v="32" actId="20577"/>
          <ac:spMkLst>
            <pc:docMk/>
            <pc:sldMk cId="0" sldId="258"/>
            <ac:spMk id="1396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18:15.668" v="156" actId="1036"/>
          <ac:spMkLst>
            <pc:docMk/>
            <pc:sldMk cId="0" sldId="258"/>
            <ac:spMk id="1397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18:15.668" v="156" actId="1036"/>
          <ac:spMkLst>
            <pc:docMk/>
            <pc:sldMk cId="0" sldId="258"/>
            <ac:spMk id="1398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21:51.750" v="244" actId="20577"/>
          <ac:spMkLst>
            <pc:docMk/>
            <pc:sldMk cId="0" sldId="258"/>
            <ac:spMk id="1399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21:03.411" v="194" actId="207"/>
          <ac:spMkLst>
            <pc:docMk/>
            <pc:sldMk cId="0" sldId="258"/>
            <ac:spMk id="1400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18:15.668" v="156" actId="1036"/>
          <ac:spMkLst>
            <pc:docMk/>
            <pc:sldMk cId="0" sldId="258"/>
            <ac:spMk id="1407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4T05:22:25.049" v="249" actId="20577"/>
          <ac:spMkLst>
            <pc:docMk/>
            <pc:sldMk cId="0" sldId="258"/>
            <ac:spMk id="1408" creationId="{00000000-0000-0000-0000-000000000000}"/>
          </ac:spMkLst>
        </pc:spChg>
        <pc:grpChg chg="mod">
          <ac:chgData name="Kaur Chahal, Jaspreet" userId="0287d743-a291-4dc0-ada6-e97e0e95e550" providerId="ADAL" clId="{4FE89DC7-292E-4213-A16C-4CFCF5D7ED09}" dt="2025-12-14T05:23:21.405" v="289" actId="1038"/>
          <ac:grpSpMkLst>
            <pc:docMk/>
            <pc:sldMk cId="0" sldId="258"/>
            <ac:grpSpMk id="1412" creationId="{00000000-0000-0000-0000-000000000000}"/>
          </ac:grpSpMkLst>
        </pc:grpChg>
        <pc:grpChg chg="mod">
          <ac:chgData name="Kaur Chahal, Jaspreet" userId="0287d743-a291-4dc0-ada6-e97e0e95e550" providerId="ADAL" clId="{4FE89DC7-292E-4213-A16C-4CFCF5D7ED09}" dt="2025-12-14T05:23:14.594" v="276" actId="1035"/>
          <ac:grpSpMkLst>
            <pc:docMk/>
            <pc:sldMk cId="0" sldId="258"/>
            <ac:grpSpMk id="1436" creationId="{00000000-0000-0000-0000-000000000000}"/>
          </ac:grpSpMkLst>
        </pc:grpChg>
        <pc:picChg chg="add mod">
          <ac:chgData name="Kaur Chahal, Jaspreet" userId="0287d743-a291-4dc0-ada6-e97e0e95e550" providerId="ADAL" clId="{4FE89DC7-292E-4213-A16C-4CFCF5D7ED09}" dt="2025-12-14T05:19:07.594" v="189" actId="1036"/>
          <ac:picMkLst>
            <pc:docMk/>
            <pc:sldMk cId="0" sldId="258"/>
            <ac:picMk id="6" creationId="{ECEF034F-6E26-508D-6A7C-B598E65E3AD6}"/>
          </ac:picMkLst>
        </pc:picChg>
        <pc:picChg chg="add mod">
          <ac:chgData name="Kaur Chahal, Jaspreet" userId="0287d743-a291-4dc0-ada6-e97e0e95e550" providerId="ADAL" clId="{4FE89DC7-292E-4213-A16C-4CFCF5D7ED09}" dt="2025-12-14T05:19:07.594" v="189" actId="1036"/>
          <ac:picMkLst>
            <pc:docMk/>
            <pc:sldMk cId="0" sldId="258"/>
            <ac:picMk id="7" creationId="{42A4A7E8-87CF-88A7-6C7E-33FAF081A29D}"/>
          </ac:picMkLst>
        </pc:picChg>
        <pc:picChg chg="add mod">
          <ac:chgData name="Kaur Chahal, Jaspreet" userId="0287d743-a291-4dc0-ada6-e97e0e95e550" providerId="ADAL" clId="{4FE89DC7-292E-4213-A16C-4CFCF5D7ED09}" dt="2025-12-14T05:19:07.594" v="189" actId="1036"/>
          <ac:picMkLst>
            <pc:docMk/>
            <pc:sldMk cId="0" sldId="258"/>
            <ac:picMk id="8" creationId="{050E6AF6-DD46-FB45-B300-B93E3B19F57D}"/>
          </ac:picMkLst>
        </pc:picChg>
      </pc:sldChg>
      <pc:sldChg chg="modSp mod">
        <pc:chgData name="Kaur Chahal, Jaspreet" userId="0287d743-a291-4dc0-ada6-e97e0e95e550" providerId="ADAL" clId="{4FE89DC7-292E-4213-A16C-4CFCF5D7ED09}" dt="2025-12-14T05:05:15.284" v="2" actId="1076"/>
        <pc:sldMkLst>
          <pc:docMk/>
          <pc:sldMk cId="0" sldId="259"/>
        </pc:sldMkLst>
        <pc:spChg chg="mod">
          <ac:chgData name="Kaur Chahal, Jaspreet" userId="0287d743-a291-4dc0-ada6-e97e0e95e550" providerId="ADAL" clId="{4FE89DC7-292E-4213-A16C-4CFCF5D7ED09}" dt="2025-12-14T05:05:15.284" v="2" actId="1076"/>
          <ac:spMkLst>
            <pc:docMk/>
            <pc:sldMk cId="0" sldId="259"/>
            <ac:spMk id="1461" creationId="{00000000-0000-0000-0000-000000000000}"/>
          </ac:spMkLst>
        </pc:spChg>
      </pc:sldChg>
      <pc:sldChg chg="addSp delSp modSp mod ord modNotes">
        <pc:chgData name="Kaur Chahal, Jaspreet" userId="0287d743-a291-4dc0-ada6-e97e0e95e550" providerId="ADAL" clId="{4FE89DC7-292E-4213-A16C-4CFCF5D7ED09}" dt="2025-12-16T06:45:57.389" v="3679" actId="478"/>
        <pc:sldMkLst>
          <pc:docMk/>
          <pc:sldMk cId="0" sldId="260"/>
        </pc:sldMkLst>
        <pc:spChg chg="add del mod">
          <ac:chgData name="Kaur Chahal, Jaspreet" userId="0287d743-a291-4dc0-ada6-e97e0e95e550" providerId="ADAL" clId="{4FE89DC7-292E-4213-A16C-4CFCF5D7ED09}" dt="2025-12-16T06:45:57.389" v="3679" actId="478"/>
          <ac:spMkLst>
            <pc:docMk/>
            <pc:sldMk cId="0" sldId="260"/>
            <ac:spMk id="3" creationId="{DC98C3DF-0923-B956-C032-6A2D09B108AC}"/>
          </ac:spMkLst>
        </pc:spChg>
        <pc:spChg chg="mod">
          <ac:chgData name="Kaur Chahal, Jaspreet" userId="0287d743-a291-4dc0-ada6-e97e0e95e550" providerId="ADAL" clId="{4FE89DC7-292E-4213-A16C-4CFCF5D7ED09}" dt="2025-12-16T06:45:55.268" v="3677" actId="1036"/>
          <ac:spMkLst>
            <pc:docMk/>
            <pc:sldMk cId="0" sldId="260"/>
            <ac:spMk id="1502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6T06:45:40.284" v="3661" actId="478"/>
          <ac:spMkLst>
            <pc:docMk/>
            <pc:sldMk cId="0" sldId="260"/>
            <ac:spMk id="1504" creationId="{00000000-0000-0000-0000-000000000000}"/>
          </ac:spMkLst>
        </pc:spChg>
      </pc:sldChg>
      <pc:sldChg chg="del">
        <pc:chgData name="Kaur Chahal, Jaspreet" userId="0287d743-a291-4dc0-ada6-e97e0e95e550" providerId="ADAL" clId="{4FE89DC7-292E-4213-A16C-4CFCF5D7ED09}" dt="2025-12-16T12:30:29.897" v="4176" actId="47"/>
        <pc:sldMkLst>
          <pc:docMk/>
          <pc:sldMk cId="0" sldId="261"/>
        </pc:sldMkLst>
      </pc:sldChg>
      <pc:sldChg chg="del">
        <pc:chgData name="Kaur Chahal, Jaspreet" userId="0287d743-a291-4dc0-ada6-e97e0e95e550" providerId="ADAL" clId="{4FE89DC7-292E-4213-A16C-4CFCF5D7ED09}" dt="2025-12-16T12:30:31.706" v="4177" actId="47"/>
        <pc:sldMkLst>
          <pc:docMk/>
          <pc:sldMk cId="0" sldId="262"/>
        </pc:sldMkLst>
      </pc:sldChg>
      <pc:sldChg chg="modSp del mod">
        <pc:chgData name="Kaur Chahal, Jaspreet" userId="0287d743-a291-4dc0-ada6-e97e0e95e550" providerId="ADAL" clId="{4FE89DC7-292E-4213-A16C-4CFCF5D7ED09}" dt="2025-12-16T12:30:32.527" v="4178" actId="47"/>
        <pc:sldMkLst>
          <pc:docMk/>
          <pc:sldMk cId="0" sldId="263"/>
        </pc:sldMkLst>
        <pc:spChg chg="mod">
          <ac:chgData name="Kaur Chahal, Jaspreet" userId="0287d743-a291-4dc0-ada6-e97e0e95e550" providerId="ADAL" clId="{4FE89DC7-292E-4213-A16C-4CFCF5D7ED09}" dt="2025-12-16T12:05:59.833" v="4106" actId="20577"/>
          <ac:spMkLst>
            <pc:docMk/>
            <pc:sldMk cId="0" sldId="263"/>
            <ac:spMk id="1601" creationId="{00000000-0000-0000-0000-000000000000}"/>
          </ac:spMkLst>
        </pc:spChg>
      </pc:sldChg>
      <pc:sldChg chg="del">
        <pc:chgData name="Kaur Chahal, Jaspreet" userId="0287d743-a291-4dc0-ada6-e97e0e95e550" providerId="ADAL" clId="{4FE89DC7-292E-4213-A16C-4CFCF5D7ED09}" dt="2025-12-16T12:30:33.928" v="4179" actId="47"/>
        <pc:sldMkLst>
          <pc:docMk/>
          <pc:sldMk cId="0" sldId="264"/>
        </pc:sldMkLst>
      </pc:sldChg>
      <pc:sldChg chg="del">
        <pc:chgData name="Kaur Chahal, Jaspreet" userId="0287d743-a291-4dc0-ada6-e97e0e95e550" providerId="ADAL" clId="{4FE89DC7-292E-4213-A16C-4CFCF5D7ED09}" dt="2025-12-16T12:30:34.828" v="4180" actId="47"/>
        <pc:sldMkLst>
          <pc:docMk/>
          <pc:sldMk cId="0" sldId="265"/>
        </pc:sldMkLst>
      </pc:sldChg>
      <pc:sldChg chg="del">
        <pc:chgData name="Kaur Chahal, Jaspreet" userId="0287d743-a291-4dc0-ada6-e97e0e95e550" providerId="ADAL" clId="{4FE89DC7-292E-4213-A16C-4CFCF5D7ED09}" dt="2025-12-16T12:30:36.148" v="4181" actId="47"/>
        <pc:sldMkLst>
          <pc:docMk/>
          <pc:sldMk cId="0" sldId="266"/>
        </pc:sldMkLst>
      </pc:sldChg>
      <pc:sldChg chg="addSp delSp modSp mod ord modNotes">
        <pc:chgData name="Kaur Chahal, Jaspreet" userId="0287d743-a291-4dc0-ada6-e97e0e95e550" providerId="ADAL" clId="{4FE89DC7-292E-4213-A16C-4CFCF5D7ED09}" dt="2025-12-15T04:51:11.911" v="886" actId="20577"/>
        <pc:sldMkLst>
          <pc:docMk/>
          <pc:sldMk cId="0" sldId="267"/>
        </pc:sldMkLst>
        <pc:spChg chg="mod">
          <ac:chgData name="Kaur Chahal, Jaspreet" userId="0287d743-a291-4dc0-ada6-e97e0e95e550" providerId="ADAL" clId="{4FE89DC7-292E-4213-A16C-4CFCF5D7ED09}" dt="2025-12-14T17:47:59.025" v="768" actId="20577"/>
          <ac:spMkLst>
            <pc:docMk/>
            <pc:sldMk cId="0" sldId="267"/>
            <ac:spMk id="1894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4:50:10.462" v="797" actId="20577"/>
          <ac:spMkLst>
            <pc:docMk/>
            <pc:sldMk cId="0" sldId="267"/>
            <ac:spMk id="1895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4:50:48.669" v="852" actId="20577"/>
          <ac:spMkLst>
            <pc:docMk/>
            <pc:sldMk cId="0" sldId="267"/>
            <ac:spMk id="1896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4:50:17.634" v="805" actId="20577"/>
          <ac:spMkLst>
            <pc:docMk/>
            <pc:sldMk cId="0" sldId="267"/>
            <ac:spMk id="1897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4:51:11.911" v="886" actId="20577"/>
          <ac:spMkLst>
            <pc:docMk/>
            <pc:sldMk cId="0" sldId="267"/>
            <ac:spMk id="1898" creationId="{00000000-0000-0000-0000-000000000000}"/>
          </ac:spMkLst>
        </pc:spChg>
        <pc:picChg chg="add mod">
          <ac:chgData name="Kaur Chahal, Jaspreet" userId="0287d743-a291-4dc0-ada6-e97e0e95e550" providerId="ADAL" clId="{4FE89DC7-292E-4213-A16C-4CFCF5D7ED09}" dt="2025-12-14T17:49:31.316" v="774" actId="208"/>
          <ac:picMkLst>
            <pc:docMk/>
            <pc:sldMk cId="0" sldId="267"/>
            <ac:picMk id="3" creationId="{BC606FEA-DD3A-A997-57FE-C1EBB1B1E23B}"/>
          </ac:picMkLst>
        </pc:picChg>
        <pc:picChg chg="add del mod">
          <ac:chgData name="Kaur Chahal, Jaspreet" userId="0287d743-a291-4dc0-ada6-e97e0e95e550" providerId="ADAL" clId="{4FE89DC7-292E-4213-A16C-4CFCF5D7ED09}" dt="2025-12-15T04:16:57.210" v="792" actId="478"/>
          <ac:picMkLst>
            <pc:docMk/>
            <pc:sldMk cId="0" sldId="267"/>
            <ac:picMk id="5" creationId="{D59AF2EA-B977-4FBB-12E1-3AB8A0BC28E1}"/>
          </ac:picMkLst>
        </pc:picChg>
        <pc:picChg chg="add mod">
          <ac:chgData name="Kaur Chahal, Jaspreet" userId="0287d743-a291-4dc0-ada6-e97e0e95e550" providerId="ADAL" clId="{4FE89DC7-292E-4213-A16C-4CFCF5D7ED09}" dt="2025-12-15T04:16:52.795" v="791" actId="14100"/>
          <ac:picMkLst>
            <pc:docMk/>
            <pc:sldMk cId="0" sldId="267"/>
            <ac:picMk id="7" creationId="{F87FC72E-4F75-4058-7370-5AD7F93BE9D6}"/>
          </ac:picMkLst>
        </pc:picChg>
      </pc:sldChg>
      <pc:sldChg chg="addSp delSp modSp mod ord">
        <pc:chgData name="Kaur Chahal, Jaspreet" userId="0287d743-a291-4dc0-ada6-e97e0e95e550" providerId="ADAL" clId="{4FE89DC7-292E-4213-A16C-4CFCF5D7ED09}" dt="2025-12-16T11:54:36.458" v="4084" actId="20577"/>
        <pc:sldMkLst>
          <pc:docMk/>
          <pc:sldMk cId="0" sldId="268"/>
        </pc:sldMkLst>
        <pc:spChg chg="add mod">
          <ac:chgData name="Kaur Chahal, Jaspreet" userId="0287d743-a291-4dc0-ada6-e97e0e95e550" providerId="ADAL" clId="{4FE89DC7-292E-4213-A16C-4CFCF5D7ED09}" dt="2025-12-16T11:54:36.458" v="4084" actId="20577"/>
          <ac:spMkLst>
            <pc:docMk/>
            <pc:sldMk cId="0" sldId="268"/>
            <ac:spMk id="4" creationId="{8B79D30A-5322-5EA8-9E58-BF492EDDBE72}"/>
          </ac:spMkLst>
        </pc:spChg>
        <pc:spChg chg="mod">
          <ac:chgData name="Kaur Chahal, Jaspreet" userId="0287d743-a291-4dc0-ada6-e97e0e95e550" providerId="ADAL" clId="{4FE89DC7-292E-4213-A16C-4CFCF5D7ED09}" dt="2025-12-15T16:19:06.511" v="2275" actId="122"/>
          <ac:spMkLst>
            <pc:docMk/>
            <pc:sldMk cId="0" sldId="268"/>
            <ac:spMk id="2045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5T07:06:20.513" v="1706" actId="478"/>
          <ac:spMkLst>
            <pc:docMk/>
            <pc:sldMk cId="0" sldId="268"/>
            <ac:spMk id="2046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17:46:53.537" v="2590" actId="1076"/>
          <ac:spMkLst>
            <pc:docMk/>
            <pc:sldMk cId="0" sldId="268"/>
            <ac:spMk id="2047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5T15:51:09.653" v="1894" actId="478"/>
          <ac:spMkLst>
            <pc:docMk/>
            <pc:sldMk cId="0" sldId="268"/>
            <ac:spMk id="2048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17:45:18.615" v="2583" actId="1076"/>
          <ac:spMkLst>
            <pc:docMk/>
            <pc:sldMk cId="0" sldId="268"/>
            <ac:spMk id="2049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5T15:51:17.324" v="1896" actId="478"/>
          <ac:spMkLst>
            <pc:docMk/>
            <pc:sldMk cId="0" sldId="268"/>
            <ac:spMk id="2050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17:45:40.348" v="2585" actId="1076"/>
          <ac:spMkLst>
            <pc:docMk/>
            <pc:sldMk cId="0" sldId="268"/>
            <ac:spMk id="2051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5T15:51:21.596" v="1897" actId="478"/>
          <ac:spMkLst>
            <pc:docMk/>
            <pc:sldMk cId="0" sldId="268"/>
            <ac:spMk id="2052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17:47:05.243" v="2592" actId="1076"/>
          <ac:spMkLst>
            <pc:docMk/>
            <pc:sldMk cId="0" sldId="268"/>
            <ac:spMk id="2053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5T15:51:13.132" v="1895" actId="478"/>
          <ac:spMkLst>
            <pc:docMk/>
            <pc:sldMk cId="0" sldId="268"/>
            <ac:spMk id="2054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17:47:33.502" v="2597" actId="1076"/>
          <ac:spMkLst>
            <pc:docMk/>
            <pc:sldMk cId="0" sldId="268"/>
            <ac:spMk id="2055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17:47:59.918" v="2599" actId="1076"/>
          <ac:spMkLst>
            <pc:docMk/>
            <pc:sldMk cId="0" sldId="268"/>
            <ac:spMk id="2056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17:47:48.839" v="2598" actId="1076"/>
          <ac:spMkLst>
            <pc:docMk/>
            <pc:sldMk cId="0" sldId="268"/>
            <ac:spMk id="2057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17:48:14.665" v="2602" actId="1076"/>
          <ac:spMkLst>
            <pc:docMk/>
            <pc:sldMk cId="0" sldId="268"/>
            <ac:spMk id="2058" creationId="{00000000-0000-0000-0000-000000000000}"/>
          </ac:spMkLst>
        </pc:spChg>
        <pc:graphicFrameChg chg="add mod modGraphic">
          <ac:chgData name="Kaur Chahal, Jaspreet" userId="0287d743-a291-4dc0-ada6-e97e0e95e550" providerId="ADAL" clId="{4FE89DC7-292E-4213-A16C-4CFCF5D7ED09}" dt="2025-12-15T17:47:15.542" v="2594" actId="1076"/>
          <ac:graphicFrameMkLst>
            <pc:docMk/>
            <pc:sldMk cId="0" sldId="268"/>
            <ac:graphicFrameMk id="5" creationId="{21A73C82-1759-EE58-7CB9-C241E5DD0D16}"/>
          </ac:graphicFrameMkLst>
        </pc:graphicFrameChg>
        <pc:graphicFrameChg chg="add mod modGraphic">
          <ac:chgData name="Kaur Chahal, Jaspreet" userId="0287d743-a291-4dc0-ada6-e97e0e95e550" providerId="ADAL" clId="{4FE89DC7-292E-4213-A16C-4CFCF5D7ED09}" dt="2025-12-15T17:47:01.367" v="2591" actId="1076"/>
          <ac:graphicFrameMkLst>
            <pc:docMk/>
            <pc:sldMk cId="0" sldId="268"/>
            <ac:graphicFrameMk id="6" creationId="{6DBDA367-AED7-C12E-7AA4-BCF84125DF8C}"/>
          </ac:graphicFrameMkLst>
        </pc:graphicFrameChg>
        <pc:graphicFrameChg chg="add mod modGraphic">
          <ac:chgData name="Kaur Chahal, Jaspreet" userId="0287d743-a291-4dc0-ada6-e97e0e95e550" providerId="ADAL" clId="{4FE89DC7-292E-4213-A16C-4CFCF5D7ED09}" dt="2025-12-15T17:45:13.333" v="2582" actId="1076"/>
          <ac:graphicFrameMkLst>
            <pc:docMk/>
            <pc:sldMk cId="0" sldId="268"/>
            <ac:graphicFrameMk id="7" creationId="{F88E6EB7-8587-9018-B78A-948DEEC0F9D5}"/>
          </ac:graphicFrameMkLst>
        </pc:graphicFrameChg>
        <pc:graphicFrameChg chg="add mod modGraphic">
          <ac:chgData name="Kaur Chahal, Jaspreet" userId="0287d743-a291-4dc0-ada6-e97e0e95e550" providerId="ADAL" clId="{4FE89DC7-292E-4213-A16C-4CFCF5D7ED09}" dt="2025-12-15T17:47:08.821" v="2593" actId="1076"/>
          <ac:graphicFrameMkLst>
            <pc:docMk/>
            <pc:sldMk cId="0" sldId="268"/>
            <ac:graphicFrameMk id="8" creationId="{B189092A-D2C6-CE52-12B2-B57DB4CC4B17}"/>
          </ac:graphicFrameMkLst>
        </pc:graphicFrameChg>
        <pc:graphicFrameChg chg="add mod modGraphic">
          <ac:chgData name="Kaur Chahal, Jaspreet" userId="0287d743-a291-4dc0-ada6-e97e0e95e550" providerId="ADAL" clId="{4FE89DC7-292E-4213-A16C-4CFCF5D7ED09}" dt="2025-12-15T17:45:32.105" v="2584" actId="1076"/>
          <ac:graphicFrameMkLst>
            <pc:docMk/>
            <pc:sldMk cId="0" sldId="268"/>
            <ac:graphicFrameMk id="9" creationId="{0776F24B-88A3-835B-2F38-7B8F1FEF8579}"/>
          </ac:graphicFrameMkLst>
        </pc:graphicFrameChg>
        <pc:cxnChg chg="mod">
          <ac:chgData name="Kaur Chahal, Jaspreet" userId="0287d743-a291-4dc0-ada6-e97e0e95e550" providerId="ADAL" clId="{4FE89DC7-292E-4213-A16C-4CFCF5D7ED09}" dt="2025-12-16T02:32:10.354" v="2603" actId="14100"/>
          <ac:cxnSpMkLst>
            <pc:docMk/>
            <pc:sldMk cId="0" sldId="268"/>
            <ac:cxnSpMk id="2059" creationId="{00000000-0000-0000-0000-000000000000}"/>
          </ac:cxnSpMkLst>
        </pc:cxnChg>
        <pc:cxnChg chg="mod">
          <ac:chgData name="Kaur Chahal, Jaspreet" userId="0287d743-a291-4dc0-ada6-e97e0e95e550" providerId="ADAL" clId="{4FE89DC7-292E-4213-A16C-4CFCF5D7ED09}" dt="2025-12-15T17:47:48.839" v="2598" actId="1076"/>
          <ac:cxnSpMkLst>
            <pc:docMk/>
            <pc:sldMk cId="0" sldId="268"/>
            <ac:cxnSpMk id="2060" creationId="{00000000-0000-0000-0000-000000000000}"/>
          </ac:cxnSpMkLst>
        </pc:cxnChg>
        <pc:cxnChg chg="mod">
          <ac:chgData name="Kaur Chahal, Jaspreet" userId="0287d743-a291-4dc0-ada6-e97e0e95e550" providerId="ADAL" clId="{4FE89DC7-292E-4213-A16C-4CFCF5D7ED09}" dt="2025-12-16T02:32:22.368" v="2604" actId="14100"/>
          <ac:cxnSpMkLst>
            <pc:docMk/>
            <pc:sldMk cId="0" sldId="268"/>
            <ac:cxnSpMk id="2061" creationId="{00000000-0000-0000-0000-000000000000}"/>
          </ac:cxnSpMkLst>
        </pc:cxnChg>
        <pc:cxnChg chg="mod">
          <ac:chgData name="Kaur Chahal, Jaspreet" userId="0287d743-a291-4dc0-ada6-e97e0e95e550" providerId="ADAL" clId="{4FE89DC7-292E-4213-A16C-4CFCF5D7ED09}" dt="2025-12-15T17:48:06.277" v="2601" actId="1076"/>
          <ac:cxnSpMkLst>
            <pc:docMk/>
            <pc:sldMk cId="0" sldId="268"/>
            <ac:cxnSpMk id="2062" creationId="{00000000-0000-0000-0000-000000000000}"/>
          </ac:cxnSpMkLst>
        </pc:cxnChg>
      </pc:sldChg>
      <pc:sldChg chg="del">
        <pc:chgData name="Kaur Chahal, Jaspreet" userId="0287d743-a291-4dc0-ada6-e97e0e95e550" providerId="ADAL" clId="{4FE89DC7-292E-4213-A16C-4CFCF5D7ED09}" dt="2025-12-16T12:30:37.239" v="4182" actId="47"/>
        <pc:sldMkLst>
          <pc:docMk/>
          <pc:sldMk cId="0" sldId="269"/>
        </pc:sldMkLst>
      </pc:sldChg>
      <pc:sldChg chg="del">
        <pc:chgData name="Kaur Chahal, Jaspreet" userId="0287d743-a291-4dc0-ada6-e97e0e95e550" providerId="ADAL" clId="{4FE89DC7-292E-4213-A16C-4CFCF5D7ED09}" dt="2025-12-16T12:30:38.806" v="4183" actId="47"/>
        <pc:sldMkLst>
          <pc:docMk/>
          <pc:sldMk cId="0" sldId="270"/>
        </pc:sldMkLst>
      </pc:sldChg>
      <pc:sldChg chg="del">
        <pc:chgData name="Kaur Chahal, Jaspreet" userId="0287d743-a291-4dc0-ada6-e97e0e95e550" providerId="ADAL" clId="{4FE89DC7-292E-4213-A16C-4CFCF5D7ED09}" dt="2025-12-16T12:30:39.461" v="4184" actId="47"/>
        <pc:sldMkLst>
          <pc:docMk/>
          <pc:sldMk cId="0" sldId="271"/>
        </pc:sldMkLst>
      </pc:sldChg>
      <pc:sldChg chg="addSp delSp modSp mod ord">
        <pc:chgData name="Kaur Chahal, Jaspreet" userId="0287d743-a291-4dc0-ada6-e97e0e95e550" providerId="ADAL" clId="{4FE89DC7-292E-4213-A16C-4CFCF5D7ED09}" dt="2025-12-16T11:44:04.977" v="4062" actId="20577"/>
        <pc:sldMkLst>
          <pc:docMk/>
          <pc:sldMk cId="0" sldId="272"/>
        </pc:sldMkLst>
        <pc:spChg chg="mod">
          <ac:chgData name="Kaur Chahal, Jaspreet" userId="0287d743-a291-4dc0-ada6-e97e0e95e550" providerId="ADAL" clId="{4FE89DC7-292E-4213-A16C-4CFCF5D7ED09}" dt="2025-12-16T06:30:45.553" v="3491"/>
          <ac:spMkLst>
            <pc:docMk/>
            <pc:sldMk cId="0" sldId="272"/>
            <ac:spMk id="13" creationId="{A191784C-F40F-5570-0A1A-DB21D144F0FB}"/>
          </ac:spMkLst>
        </pc:spChg>
        <pc:spChg chg="mod">
          <ac:chgData name="Kaur Chahal, Jaspreet" userId="0287d743-a291-4dc0-ada6-e97e0e95e550" providerId="ADAL" clId="{4FE89DC7-292E-4213-A16C-4CFCF5D7ED09}" dt="2025-12-16T06:30:45.553" v="3491"/>
          <ac:spMkLst>
            <pc:docMk/>
            <pc:sldMk cId="0" sldId="272"/>
            <ac:spMk id="14" creationId="{0E3F2B37-8EA1-9906-8F70-0747BE6B66A8}"/>
          </ac:spMkLst>
        </pc:spChg>
        <pc:spChg chg="mod">
          <ac:chgData name="Kaur Chahal, Jaspreet" userId="0287d743-a291-4dc0-ada6-e97e0e95e550" providerId="ADAL" clId="{4FE89DC7-292E-4213-A16C-4CFCF5D7ED09}" dt="2025-12-16T06:30:45.553" v="3491"/>
          <ac:spMkLst>
            <pc:docMk/>
            <pc:sldMk cId="0" sldId="272"/>
            <ac:spMk id="15" creationId="{2DA7F0B5-B345-0ABC-06F9-727170B193F5}"/>
          </ac:spMkLst>
        </pc:spChg>
        <pc:spChg chg="mod">
          <ac:chgData name="Kaur Chahal, Jaspreet" userId="0287d743-a291-4dc0-ada6-e97e0e95e550" providerId="ADAL" clId="{4FE89DC7-292E-4213-A16C-4CFCF5D7ED09}" dt="2025-12-16T06:30:45.553" v="3491"/>
          <ac:spMkLst>
            <pc:docMk/>
            <pc:sldMk cId="0" sldId="272"/>
            <ac:spMk id="16" creationId="{3EECB685-480B-0933-EEFB-D22C4B5A1ECC}"/>
          </ac:spMkLst>
        </pc:spChg>
        <pc:spChg chg="mod">
          <ac:chgData name="Kaur Chahal, Jaspreet" userId="0287d743-a291-4dc0-ada6-e97e0e95e550" providerId="ADAL" clId="{4FE89DC7-292E-4213-A16C-4CFCF5D7ED09}" dt="2025-12-16T06:30:45.553" v="3491"/>
          <ac:spMkLst>
            <pc:docMk/>
            <pc:sldMk cId="0" sldId="272"/>
            <ac:spMk id="17" creationId="{1990BA2D-9F06-6215-ED0A-FAC137BF7AA1}"/>
          </ac:spMkLst>
        </pc:spChg>
        <pc:spChg chg="mod">
          <ac:chgData name="Kaur Chahal, Jaspreet" userId="0287d743-a291-4dc0-ada6-e97e0e95e550" providerId="ADAL" clId="{4FE89DC7-292E-4213-A16C-4CFCF5D7ED09}" dt="2025-12-16T06:30:45.553" v="3491"/>
          <ac:spMkLst>
            <pc:docMk/>
            <pc:sldMk cId="0" sldId="272"/>
            <ac:spMk id="18" creationId="{2295C045-FBDC-1C20-47B8-96B3E9328E79}"/>
          </ac:spMkLst>
        </pc:spChg>
        <pc:spChg chg="mod">
          <ac:chgData name="Kaur Chahal, Jaspreet" userId="0287d743-a291-4dc0-ada6-e97e0e95e550" providerId="ADAL" clId="{4FE89DC7-292E-4213-A16C-4CFCF5D7ED09}" dt="2025-12-16T06:42:37.772" v="3649" actId="1076"/>
          <ac:spMkLst>
            <pc:docMk/>
            <pc:sldMk cId="0" sldId="272"/>
            <ac:spMk id="2394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6:59.122" v="3571" actId="20577"/>
          <ac:spMkLst>
            <pc:docMk/>
            <pc:sldMk cId="0" sldId="272"/>
            <ac:spMk id="2400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8:38.588" v="3579" actId="1076"/>
          <ac:spMkLst>
            <pc:docMk/>
            <pc:sldMk cId="0" sldId="272"/>
            <ac:spMk id="2401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8:45.809" v="3580" actId="1076"/>
          <ac:spMkLst>
            <pc:docMk/>
            <pc:sldMk cId="0" sldId="272"/>
            <ac:spMk id="2402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9:27.035" v="3582" actId="1076"/>
          <ac:spMkLst>
            <pc:docMk/>
            <pc:sldMk cId="0" sldId="272"/>
            <ac:spMk id="2403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8:32.027" v="3578" actId="1076"/>
          <ac:spMkLst>
            <pc:docMk/>
            <pc:sldMk cId="0" sldId="272"/>
            <ac:spMk id="2404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8:05.632" v="3576" actId="404"/>
          <ac:spMkLst>
            <pc:docMk/>
            <pc:sldMk cId="0" sldId="272"/>
            <ac:spMk id="2405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9:12.316" v="3581" actId="1076"/>
          <ac:spMkLst>
            <pc:docMk/>
            <pc:sldMk cId="0" sldId="272"/>
            <ac:spMk id="2406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9:59.789" v="3592" actId="1036"/>
          <ac:spMkLst>
            <pc:docMk/>
            <pc:sldMk cId="0" sldId="272"/>
            <ac:spMk id="2407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11:44:04.977" v="4062" actId="20577"/>
          <ac:spMkLst>
            <pc:docMk/>
            <pc:sldMk cId="0" sldId="272"/>
            <ac:spMk id="2408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9:59.789" v="3592" actId="1036"/>
          <ac:spMkLst>
            <pc:docMk/>
            <pc:sldMk cId="0" sldId="272"/>
            <ac:spMk id="2409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9:54.167" v="3590" actId="1036"/>
          <ac:spMkLst>
            <pc:docMk/>
            <pc:sldMk cId="0" sldId="272"/>
            <ac:spMk id="2410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9:59.789" v="3592" actId="1036"/>
          <ac:spMkLst>
            <pc:docMk/>
            <pc:sldMk cId="0" sldId="272"/>
            <ac:spMk id="2411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06:39:54.167" v="3590" actId="1036"/>
          <ac:spMkLst>
            <pc:docMk/>
            <pc:sldMk cId="0" sldId="272"/>
            <ac:spMk id="2412" creationId="{00000000-0000-0000-0000-000000000000}"/>
          </ac:spMkLst>
        </pc:spChg>
        <pc:grpChg chg="add mod">
          <ac:chgData name="Kaur Chahal, Jaspreet" userId="0287d743-a291-4dc0-ada6-e97e0e95e550" providerId="ADAL" clId="{4FE89DC7-292E-4213-A16C-4CFCF5D7ED09}" dt="2025-12-16T06:42:54.155" v="3653" actId="1076"/>
          <ac:grpSpMkLst>
            <pc:docMk/>
            <pc:sldMk cId="0" sldId="272"/>
            <ac:grpSpMk id="12" creationId="{9C406F24-2653-AD63-0617-F37B038F3A1C}"/>
          </ac:grpSpMkLst>
        </pc:grpChg>
        <pc:grpChg chg="del mod">
          <ac:chgData name="Kaur Chahal, Jaspreet" userId="0287d743-a291-4dc0-ada6-e97e0e95e550" providerId="ADAL" clId="{4FE89DC7-292E-4213-A16C-4CFCF5D7ED09}" dt="2025-12-16T06:30:32.717" v="3487" actId="478"/>
          <ac:grpSpMkLst>
            <pc:docMk/>
            <pc:sldMk cId="0" sldId="272"/>
            <ac:grpSpMk id="2413" creationId="{00000000-0000-0000-0000-000000000000}"/>
          </ac:grpSpMkLst>
        </pc:grpChg>
        <pc:grpChg chg="mod">
          <ac:chgData name="Kaur Chahal, Jaspreet" userId="0287d743-a291-4dc0-ada6-e97e0e95e550" providerId="ADAL" clId="{4FE89DC7-292E-4213-A16C-4CFCF5D7ED09}" dt="2025-12-16T06:42:44.769" v="3651" actId="1076"/>
          <ac:grpSpMkLst>
            <pc:docMk/>
            <pc:sldMk cId="0" sldId="272"/>
            <ac:grpSpMk id="2419" creationId="{00000000-0000-0000-0000-000000000000}"/>
          </ac:grpSpMkLst>
        </pc:grpChg>
        <pc:grpChg chg="mod">
          <ac:chgData name="Kaur Chahal, Jaspreet" userId="0287d743-a291-4dc0-ada6-e97e0e95e550" providerId="ADAL" clId="{4FE89DC7-292E-4213-A16C-4CFCF5D7ED09}" dt="2025-12-16T06:30:36.673" v="3488" actId="1076"/>
          <ac:grpSpMkLst>
            <pc:docMk/>
            <pc:sldMk cId="0" sldId="272"/>
            <ac:grpSpMk id="2424" creationId="{00000000-0000-0000-0000-000000000000}"/>
          </ac:grpSpMkLst>
        </pc:grpChg>
        <pc:grpChg chg="mod">
          <ac:chgData name="Kaur Chahal, Jaspreet" userId="0287d743-a291-4dc0-ada6-e97e0e95e550" providerId="ADAL" clId="{4FE89DC7-292E-4213-A16C-4CFCF5D7ED09}" dt="2025-12-16T06:42:57.675" v="3654" actId="1076"/>
          <ac:grpSpMkLst>
            <pc:docMk/>
            <pc:sldMk cId="0" sldId="272"/>
            <ac:grpSpMk id="2430" creationId="{00000000-0000-0000-0000-000000000000}"/>
          </ac:grpSpMkLst>
        </pc:grpChg>
        <pc:grpChg chg="mod">
          <ac:chgData name="Kaur Chahal, Jaspreet" userId="0287d743-a291-4dc0-ada6-e97e0e95e550" providerId="ADAL" clId="{4FE89DC7-292E-4213-A16C-4CFCF5D7ED09}" dt="2025-12-16T06:42:41.482" v="3650" actId="1076"/>
          <ac:grpSpMkLst>
            <pc:docMk/>
            <pc:sldMk cId="0" sldId="272"/>
            <ac:grpSpMk id="2436" creationId="{00000000-0000-0000-0000-000000000000}"/>
          </ac:grpSpMkLst>
        </pc:grpChg>
        <pc:grpChg chg="del">
          <ac:chgData name="Kaur Chahal, Jaspreet" userId="0287d743-a291-4dc0-ada6-e97e0e95e550" providerId="ADAL" clId="{4FE89DC7-292E-4213-A16C-4CFCF5D7ED09}" dt="2025-12-16T06:29:02.742" v="3474" actId="478"/>
          <ac:grpSpMkLst>
            <pc:docMk/>
            <pc:sldMk cId="0" sldId="272"/>
            <ac:grpSpMk id="2443" creationId="{00000000-0000-0000-0000-000000000000}"/>
          </ac:grpSpMkLst>
        </pc:grpChg>
        <pc:picChg chg="add del mod">
          <ac:chgData name="Kaur Chahal, Jaspreet" userId="0287d743-a291-4dc0-ada6-e97e0e95e550" providerId="ADAL" clId="{4FE89DC7-292E-4213-A16C-4CFCF5D7ED09}" dt="2025-12-16T06:28:44.365" v="3470" actId="478"/>
          <ac:picMkLst>
            <pc:docMk/>
            <pc:sldMk cId="0" sldId="272"/>
            <ac:picMk id="3" creationId="{00ABBE7B-BD5E-584C-DE0A-155190D8DD46}"/>
          </ac:picMkLst>
        </pc:picChg>
        <pc:picChg chg="add del mod">
          <ac:chgData name="Kaur Chahal, Jaspreet" userId="0287d743-a291-4dc0-ada6-e97e0e95e550" providerId="ADAL" clId="{4FE89DC7-292E-4213-A16C-4CFCF5D7ED09}" dt="2025-12-16T06:28:43.095" v="3469" actId="478"/>
          <ac:picMkLst>
            <pc:docMk/>
            <pc:sldMk cId="0" sldId="272"/>
            <ac:picMk id="5" creationId="{F942E0C7-8FB4-69DB-26B7-B37788AE8681}"/>
          </ac:picMkLst>
        </pc:picChg>
        <pc:picChg chg="add del mod">
          <ac:chgData name="Kaur Chahal, Jaspreet" userId="0287d743-a291-4dc0-ada6-e97e0e95e550" providerId="ADAL" clId="{4FE89DC7-292E-4213-A16C-4CFCF5D7ED09}" dt="2025-12-16T06:28:41.642" v="3468" actId="478"/>
          <ac:picMkLst>
            <pc:docMk/>
            <pc:sldMk cId="0" sldId="272"/>
            <ac:picMk id="7" creationId="{364D5803-767F-1FB7-4282-357EDB648E31}"/>
          </ac:picMkLst>
        </pc:picChg>
        <pc:picChg chg="add mod">
          <ac:chgData name="Kaur Chahal, Jaspreet" userId="0287d743-a291-4dc0-ada6-e97e0e95e550" providerId="ADAL" clId="{4FE89DC7-292E-4213-A16C-4CFCF5D7ED09}" dt="2025-12-16T06:30:02.186" v="3483" actId="1076"/>
          <ac:picMkLst>
            <pc:docMk/>
            <pc:sldMk cId="0" sldId="272"/>
            <ac:picMk id="9" creationId="{25C1215B-5007-F85D-F61F-9D3090D85379}"/>
          </ac:picMkLst>
        </pc:picChg>
        <pc:picChg chg="add mod">
          <ac:chgData name="Kaur Chahal, Jaspreet" userId="0287d743-a291-4dc0-ada6-e97e0e95e550" providerId="ADAL" clId="{4FE89DC7-292E-4213-A16C-4CFCF5D7ED09}" dt="2025-12-16T06:30:17.232" v="3486" actId="207"/>
          <ac:picMkLst>
            <pc:docMk/>
            <pc:sldMk cId="0" sldId="272"/>
            <ac:picMk id="11" creationId="{1AE809CC-A1B0-D483-7ACA-A15F7310F4EA}"/>
          </ac:picMkLst>
        </pc:picChg>
      </pc:sldChg>
      <pc:sldChg chg="addSp delSp modSp mod ord">
        <pc:chgData name="Kaur Chahal, Jaspreet" userId="0287d743-a291-4dc0-ada6-e97e0e95e550" providerId="ADAL" clId="{4FE89DC7-292E-4213-A16C-4CFCF5D7ED09}" dt="2025-12-16T12:07:34.756" v="4123"/>
        <pc:sldMkLst>
          <pc:docMk/>
          <pc:sldMk cId="0" sldId="273"/>
        </pc:sldMkLst>
        <pc:spChg chg="add del mod">
          <ac:chgData name="Kaur Chahal, Jaspreet" userId="0287d743-a291-4dc0-ada6-e97e0e95e550" providerId="ADAL" clId="{4FE89DC7-292E-4213-A16C-4CFCF5D7ED09}" dt="2025-12-16T12:06:22.836" v="4116" actId="478"/>
          <ac:spMkLst>
            <pc:docMk/>
            <pc:sldMk cId="0" sldId="273"/>
            <ac:spMk id="3" creationId="{85515EDB-66DF-05E7-8DD5-3B82781407EA}"/>
          </ac:spMkLst>
        </pc:spChg>
        <pc:spChg chg="add del mod">
          <ac:chgData name="Kaur Chahal, Jaspreet" userId="0287d743-a291-4dc0-ada6-e97e0e95e550" providerId="ADAL" clId="{4FE89DC7-292E-4213-A16C-4CFCF5D7ED09}" dt="2025-12-16T12:06:40.420" v="4120" actId="478"/>
          <ac:spMkLst>
            <pc:docMk/>
            <pc:sldMk cId="0" sldId="273"/>
            <ac:spMk id="5" creationId="{EE8ABE97-FF5B-31BB-5488-65A5A0E055D3}"/>
          </ac:spMkLst>
        </pc:spChg>
        <pc:spChg chg="mod">
          <ac:chgData name="Kaur Chahal, Jaspreet" userId="0287d743-a291-4dc0-ada6-e97e0e95e550" providerId="ADAL" clId="{4FE89DC7-292E-4213-A16C-4CFCF5D7ED09}" dt="2025-12-16T12:06:28.201" v="4117" actId="1076"/>
          <ac:spMkLst>
            <pc:docMk/>
            <pc:sldMk cId="0" sldId="273"/>
            <ac:spMk id="2455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6T12:06:44.548" v="4121" actId="1076"/>
          <ac:spMkLst>
            <pc:docMk/>
            <pc:sldMk cId="0" sldId="273"/>
            <ac:spMk id="2456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6T12:06:21.083" v="4115" actId="478"/>
          <ac:spMkLst>
            <pc:docMk/>
            <pc:sldMk cId="0" sldId="273"/>
            <ac:spMk id="2457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6T12:06:35.597" v="4119" actId="478"/>
          <ac:spMkLst>
            <pc:docMk/>
            <pc:sldMk cId="0" sldId="273"/>
            <ac:spMk id="2458" creationId="{00000000-0000-0000-0000-000000000000}"/>
          </ac:spMkLst>
        </pc:spChg>
      </pc:sldChg>
      <pc:sldChg chg="del">
        <pc:chgData name="Kaur Chahal, Jaspreet" userId="0287d743-a291-4dc0-ada6-e97e0e95e550" providerId="ADAL" clId="{4FE89DC7-292E-4213-A16C-4CFCF5D7ED09}" dt="2025-12-16T12:30:41.965" v="4186" actId="47"/>
        <pc:sldMkLst>
          <pc:docMk/>
          <pc:sldMk cId="0" sldId="274"/>
        </pc:sldMkLst>
      </pc:sldChg>
      <pc:sldChg chg="del">
        <pc:chgData name="Kaur Chahal, Jaspreet" userId="0287d743-a291-4dc0-ada6-e97e0e95e550" providerId="ADAL" clId="{4FE89DC7-292E-4213-A16C-4CFCF5D7ED09}" dt="2025-12-16T12:30:43.224" v="4187" actId="47"/>
        <pc:sldMkLst>
          <pc:docMk/>
          <pc:sldMk cId="0" sldId="275"/>
        </pc:sldMkLst>
      </pc:sldChg>
      <pc:sldChg chg="del">
        <pc:chgData name="Kaur Chahal, Jaspreet" userId="0287d743-a291-4dc0-ada6-e97e0e95e550" providerId="ADAL" clId="{4FE89DC7-292E-4213-A16C-4CFCF5D7ED09}" dt="2025-12-16T12:30:44.042" v="4188" actId="47"/>
        <pc:sldMkLst>
          <pc:docMk/>
          <pc:sldMk cId="0" sldId="276"/>
        </pc:sldMkLst>
      </pc:sldChg>
      <pc:sldChg chg="del">
        <pc:chgData name="Kaur Chahal, Jaspreet" userId="0287d743-a291-4dc0-ada6-e97e0e95e550" providerId="ADAL" clId="{4FE89DC7-292E-4213-A16C-4CFCF5D7ED09}" dt="2025-12-16T12:30:45.137" v="4189" actId="47"/>
        <pc:sldMkLst>
          <pc:docMk/>
          <pc:sldMk cId="0" sldId="277"/>
        </pc:sldMkLst>
      </pc:sldChg>
      <pc:sldChg chg="addSp delSp modSp mod ord modNotes">
        <pc:chgData name="Kaur Chahal, Jaspreet" userId="0287d743-a291-4dc0-ada6-e97e0e95e550" providerId="ADAL" clId="{4FE89DC7-292E-4213-A16C-4CFCF5D7ED09}" dt="2025-12-16T02:38:03.782" v="2606"/>
        <pc:sldMkLst>
          <pc:docMk/>
          <pc:sldMk cId="0" sldId="278"/>
        </pc:sldMkLst>
        <pc:spChg chg="mod">
          <ac:chgData name="Kaur Chahal, Jaspreet" userId="0287d743-a291-4dc0-ada6-e97e0e95e550" providerId="ADAL" clId="{4FE89DC7-292E-4213-A16C-4CFCF5D7ED09}" dt="2025-12-15T06:48:41.156" v="1290" actId="20577"/>
          <ac:spMkLst>
            <pc:docMk/>
            <pc:sldMk cId="0" sldId="278"/>
            <ac:spMk id="2881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3:34.577" v="1449" actId="1038"/>
          <ac:spMkLst>
            <pc:docMk/>
            <pc:sldMk cId="0" sldId="278"/>
            <ac:spMk id="2883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4:29.366" v="1456" actId="6549"/>
          <ac:spMkLst>
            <pc:docMk/>
            <pc:sldMk cId="0" sldId="278"/>
            <ac:spMk id="2884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6:21.952" v="1548" actId="1076"/>
          <ac:spMkLst>
            <pc:docMk/>
            <pc:sldMk cId="0" sldId="278"/>
            <ac:spMk id="2885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6:30.325" v="1549" actId="1076"/>
          <ac:spMkLst>
            <pc:docMk/>
            <pc:sldMk cId="0" sldId="278"/>
            <ac:spMk id="2886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8:33.065" v="1667" actId="1076"/>
          <ac:spMkLst>
            <pc:docMk/>
            <pc:sldMk cId="0" sldId="278"/>
            <ac:spMk id="2887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8:28.031" v="1666" actId="1076"/>
          <ac:spMkLst>
            <pc:docMk/>
            <pc:sldMk cId="0" sldId="278"/>
            <ac:spMk id="2888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6:08.867" v="1547" actId="1076"/>
          <ac:spMkLst>
            <pc:docMk/>
            <pc:sldMk cId="0" sldId="278"/>
            <ac:spMk id="2889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8:08.226" v="1665" actId="14100"/>
          <ac:spMkLst>
            <pc:docMk/>
            <pc:sldMk cId="0" sldId="278"/>
            <ac:spMk id="2890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6:51:51.162" v="1413" actId="1076"/>
          <ac:spMkLst>
            <pc:docMk/>
            <pc:sldMk cId="0" sldId="278"/>
            <ac:spMk id="2891" creationId="{00000000-0000-0000-0000-000000000000}"/>
          </ac:spMkLst>
        </pc:spChg>
        <pc:spChg chg="del">
          <ac:chgData name="Kaur Chahal, Jaspreet" userId="0287d743-a291-4dc0-ada6-e97e0e95e550" providerId="ADAL" clId="{4FE89DC7-292E-4213-A16C-4CFCF5D7ED09}" dt="2025-12-15T06:48:29.096" v="1279" actId="478"/>
          <ac:spMkLst>
            <pc:docMk/>
            <pc:sldMk cId="0" sldId="278"/>
            <ac:spMk id="2905" creationId="{00000000-0000-0000-0000-000000000000}"/>
          </ac:spMkLst>
        </pc:spChg>
        <pc:grpChg chg="del">
          <ac:chgData name="Kaur Chahal, Jaspreet" userId="0287d743-a291-4dc0-ada6-e97e0e95e550" providerId="ADAL" clId="{4FE89DC7-292E-4213-A16C-4CFCF5D7ED09}" dt="2025-12-15T06:48:09.899" v="1276" actId="478"/>
          <ac:grpSpMkLst>
            <pc:docMk/>
            <pc:sldMk cId="0" sldId="278"/>
            <ac:grpSpMk id="2894" creationId="{00000000-0000-0000-0000-000000000000}"/>
          </ac:grpSpMkLst>
        </pc:grpChg>
        <pc:grpChg chg="del">
          <ac:chgData name="Kaur Chahal, Jaspreet" userId="0287d743-a291-4dc0-ada6-e97e0e95e550" providerId="ADAL" clId="{4FE89DC7-292E-4213-A16C-4CFCF5D7ED09}" dt="2025-12-15T06:48:19.049" v="1277" actId="478"/>
          <ac:grpSpMkLst>
            <pc:docMk/>
            <pc:sldMk cId="0" sldId="278"/>
            <ac:grpSpMk id="2902" creationId="{00000000-0000-0000-0000-000000000000}"/>
          </ac:grpSpMkLst>
        </pc:grpChg>
        <pc:grpChg chg="del">
          <ac:chgData name="Kaur Chahal, Jaspreet" userId="0287d743-a291-4dc0-ada6-e97e0e95e550" providerId="ADAL" clId="{4FE89DC7-292E-4213-A16C-4CFCF5D7ED09}" dt="2025-12-15T06:48:22.943" v="1278" actId="478"/>
          <ac:grpSpMkLst>
            <pc:docMk/>
            <pc:sldMk cId="0" sldId="278"/>
            <ac:grpSpMk id="2906" creationId="{00000000-0000-0000-0000-000000000000}"/>
          </ac:grpSpMkLst>
        </pc:grpChg>
        <pc:picChg chg="add mod">
          <ac:chgData name="Kaur Chahal, Jaspreet" userId="0287d743-a291-4dc0-ada6-e97e0e95e550" providerId="ADAL" clId="{4FE89DC7-292E-4213-A16C-4CFCF5D7ED09}" dt="2025-12-15T06:51:09.345" v="1407" actId="1076"/>
          <ac:picMkLst>
            <pc:docMk/>
            <pc:sldMk cId="0" sldId="278"/>
            <ac:picMk id="3" creationId="{07D6288F-548F-F9F0-5B32-DF518AAA380B}"/>
          </ac:picMkLst>
        </pc:picChg>
        <pc:picChg chg="add mod">
          <ac:chgData name="Kaur Chahal, Jaspreet" userId="0287d743-a291-4dc0-ada6-e97e0e95e550" providerId="ADAL" clId="{4FE89DC7-292E-4213-A16C-4CFCF5D7ED09}" dt="2025-12-15T06:53:18.662" v="1431" actId="207"/>
          <ac:picMkLst>
            <pc:docMk/>
            <pc:sldMk cId="0" sldId="278"/>
            <ac:picMk id="5" creationId="{34E05FEE-3203-2FEE-3CB9-251AD03E9EAB}"/>
          </ac:picMkLst>
        </pc:picChg>
        <pc:picChg chg="add mod">
          <ac:chgData name="Kaur Chahal, Jaspreet" userId="0287d743-a291-4dc0-ada6-e97e0e95e550" providerId="ADAL" clId="{4FE89DC7-292E-4213-A16C-4CFCF5D7ED09}" dt="2025-12-15T06:53:13.956" v="1429" actId="207"/>
          <ac:picMkLst>
            <pc:docMk/>
            <pc:sldMk cId="0" sldId="278"/>
            <ac:picMk id="7" creationId="{466F217C-9735-E7F7-81A9-162AB9BD8D0C}"/>
          </ac:picMkLst>
        </pc:picChg>
        <pc:picChg chg="add mod">
          <ac:chgData name="Kaur Chahal, Jaspreet" userId="0287d743-a291-4dc0-ada6-e97e0e95e550" providerId="ADAL" clId="{4FE89DC7-292E-4213-A16C-4CFCF5D7ED09}" dt="2025-12-15T06:53:08.576" v="1427" actId="207"/>
          <ac:picMkLst>
            <pc:docMk/>
            <pc:sldMk cId="0" sldId="278"/>
            <ac:picMk id="9" creationId="{7D4BAA45-9DBC-D0C3-92F7-99AD1D63771D}"/>
          </ac:picMkLst>
        </pc:picChg>
      </pc:sldChg>
      <pc:sldChg chg="addSp delSp modSp mod ord modNotes">
        <pc:chgData name="Kaur Chahal, Jaspreet" userId="0287d743-a291-4dc0-ada6-e97e0e95e550" providerId="ADAL" clId="{4FE89DC7-292E-4213-A16C-4CFCF5D7ED09}" dt="2025-12-15T05:01:59.531" v="1199" actId="1076"/>
        <pc:sldMkLst>
          <pc:docMk/>
          <pc:sldMk cId="0" sldId="279"/>
        </pc:sldMkLst>
        <pc:spChg chg="mod">
          <ac:chgData name="Kaur Chahal, Jaspreet" userId="0287d743-a291-4dc0-ada6-e97e0e95e550" providerId="ADAL" clId="{4FE89DC7-292E-4213-A16C-4CFCF5D7ED09}" dt="2025-12-15T05:00:26.448" v="1190" actId="20577"/>
          <ac:spMkLst>
            <pc:docMk/>
            <pc:sldMk cId="0" sldId="279"/>
            <ac:spMk id="3020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4:55:18.840" v="951" actId="20577"/>
          <ac:spMkLst>
            <pc:docMk/>
            <pc:sldMk cId="0" sldId="279"/>
            <ac:spMk id="3021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5:00:06.030" v="1173" actId="20577"/>
          <ac:spMkLst>
            <pc:docMk/>
            <pc:sldMk cId="0" sldId="279"/>
            <ac:spMk id="3022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4:58:52.281" v="1054" actId="20577"/>
          <ac:spMkLst>
            <pc:docMk/>
            <pc:sldMk cId="0" sldId="279"/>
            <ac:spMk id="3023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5:01:59.531" v="1199" actId="1076"/>
          <ac:spMkLst>
            <pc:docMk/>
            <pc:sldMk cId="0" sldId="279"/>
            <ac:spMk id="3024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4:54:16.159" v="903" actId="20577"/>
          <ac:spMkLst>
            <pc:docMk/>
            <pc:sldMk cId="0" sldId="279"/>
            <ac:spMk id="3025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5:01:49.872" v="1197" actId="1076"/>
          <ac:spMkLst>
            <pc:docMk/>
            <pc:sldMk cId="0" sldId="279"/>
            <ac:spMk id="3026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4:58:06.952" v="1039" actId="20577"/>
          <ac:spMkLst>
            <pc:docMk/>
            <pc:sldMk cId="0" sldId="279"/>
            <ac:spMk id="3027" creationId="{00000000-0000-0000-0000-000000000000}"/>
          </ac:spMkLst>
        </pc:spChg>
        <pc:spChg chg="mod">
          <ac:chgData name="Kaur Chahal, Jaspreet" userId="0287d743-a291-4dc0-ada6-e97e0e95e550" providerId="ADAL" clId="{4FE89DC7-292E-4213-A16C-4CFCF5D7ED09}" dt="2025-12-15T05:01:44.066" v="1195" actId="1076"/>
          <ac:spMkLst>
            <pc:docMk/>
            <pc:sldMk cId="0" sldId="279"/>
            <ac:spMk id="3028" creationId="{00000000-0000-0000-0000-000000000000}"/>
          </ac:spMkLst>
        </pc:spChg>
        <pc:grpChg chg="del">
          <ac:chgData name="Kaur Chahal, Jaspreet" userId="0287d743-a291-4dc0-ada6-e97e0e95e550" providerId="ADAL" clId="{4FE89DC7-292E-4213-A16C-4CFCF5D7ED09}" dt="2025-12-15T04:55:01.461" v="943" actId="478"/>
          <ac:grpSpMkLst>
            <pc:docMk/>
            <pc:sldMk cId="0" sldId="279"/>
            <ac:grpSpMk id="3033" creationId="{00000000-0000-0000-0000-000000000000}"/>
          </ac:grpSpMkLst>
        </pc:grpChg>
        <pc:grpChg chg="del">
          <ac:chgData name="Kaur Chahal, Jaspreet" userId="0287d743-a291-4dc0-ada6-e97e0e95e550" providerId="ADAL" clId="{4FE89DC7-292E-4213-A16C-4CFCF5D7ED09}" dt="2025-12-15T04:53:45.594" v="889" actId="478"/>
          <ac:grpSpMkLst>
            <pc:docMk/>
            <pc:sldMk cId="0" sldId="279"/>
            <ac:grpSpMk id="3051" creationId="{00000000-0000-0000-0000-000000000000}"/>
          </ac:grpSpMkLst>
        </pc:grpChg>
        <pc:grpChg chg="del">
          <ac:chgData name="Kaur Chahal, Jaspreet" userId="0287d743-a291-4dc0-ada6-e97e0e95e550" providerId="ADAL" clId="{4FE89DC7-292E-4213-A16C-4CFCF5D7ED09}" dt="2025-12-15T04:57:46.978" v="1029" actId="478"/>
          <ac:grpSpMkLst>
            <pc:docMk/>
            <pc:sldMk cId="0" sldId="279"/>
            <ac:grpSpMk id="3058" creationId="{00000000-0000-0000-0000-000000000000}"/>
          </ac:grpSpMkLst>
        </pc:grpChg>
        <pc:grpChg chg="del">
          <ac:chgData name="Kaur Chahal, Jaspreet" userId="0287d743-a291-4dc0-ada6-e97e0e95e550" providerId="ADAL" clId="{4FE89DC7-292E-4213-A16C-4CFCF5D7ED09}" dt="2025-12-15T04:58:24.205" v="1042" actId="478"/>
          <ac:grpSpMkLst>
            <pc:docMk/>
            <pc:sldMk cId="0" sldId="279"/>
            <ac:grpSpMk id="3062" creationId="{00000000-0000-0000-0000-000000000000}"/>
          </ac:grpSpMkLst>
        </pc:grpChg>
        <pc:picChg chg="add mod">
          <ac:chgData name="Kaur Chahal, Jaspreet" userId="0287d743-a291-4dc0-ada6-e97e0e95e550" providerId="ADAL" clId="{4FE89DC7-292E-4213-A16C-4CFCF5D7ED09}" dt="2025-12-15T04:54:08.238" v="894" actId="208"/>
          <ac:picMkLst>
            <pc:docMk/>
            <pc:sldMk cId="0" sldId="279"/>
            <ac:picMk id="2" creationId="{264DAA00-6220-698A-53A7-92BB486AF395}"/>
          </ac:picMkLst>
        </pc:picChg>
        <pc:picChg chg="add mod">
          <ac:chgData name="Kaur Chahal, Jaspreet" userId="0287d743-a291-4dc0-ada6-e97e0e95e550" providerId="ADAL" clId="{4FE89DC7-292E-4213-A16C-4CFCF5D7ED09}" dt="2025-12-15T04:55:11.290" v="946" actId="207"/>
          <ac:picMkLst>
            <pc:docMk/>
            <pc:sldMk cId="0" sldId="279"/>
            <ac:picMk id="3" creationId="{115A2C40-D8FA-1C25-A571-7FC1C2E2A2D8}"/>
          </ac:picMkLst>
        </pc:picChg>
        <pc:picChg chg="add mod">
          <ac:chgData name="Kaur Chahal, Jaspreet" userId="0287d743-a291-4dc0-ada6-e97e0e95e550" providerId="ADAL" clId="{4FE89DC7-292E-4213-A16C-4CFCF5D7ED09}" dt="2025-12-15T04:58:02.461" v="1034" actId="1037"/>
          <ac:picMkLst>
            <pc:docMk/>
            <pc:sldMk cId="0" sldId="279"/>
            <ac:picMk id="4" creationId="{BEB41F72-F6D5-C812-3E54-E430C1D59AAE}"/>
          </ac:picMkLst>
        </pc:picChg>
        <pc:picChg chg="add mod">
          <ac:chgData name="Kaur Chahal, Jaspreet" userId="0287d743-a291-4dc0-ada6-e97e0e95e550" providerId="ADAL" clId="{4FE89DC7-292E-4213-A16C-4CFCF5D7ED09}" dt="2025-12-15T04:58:40.193" v="1047" actId="208"/>
          <ac:picMkLst>
            <pc:docMk/>
            <pc:sldMk cId="0" sldId="279"/>
            <ac:picMk id="5" creationId="{24C612F5-D32E-3C39-6196-75A684D1A642}"/>
          </ac:picMkLst>
        </pc:picChg>
      </pc:sldChg>
      <pc:sldChg chg="del">
        <pc:chgData name="Kaur Chahal, Jaspreet" userId="0287d743-a291-4dc0-ada6-e97e0e95e550" providerId="ADAL" clId="{4FE89DC7-292E-4213-A16C-4CFCF5D7ED09}" dt="2025-12-16T12:30:46.204" v="4190" actId="47"/>
        <pc:sldMkLst>
          <pc:docMk/>
          <pc:sldMk cId="0" sldId="280"/>
        </pc:sldMkLst>
      </pc:sldChg>
      <pc:sldChg chg="del">
        <pc:chgData name="Kaur Chahal, Jaspreet" userId="0287d743-a291-4dc0-ada6-e97e0e95e550" providerId="ADAL" clId="{4FE89DC7-292E-4213-A16C-4CFCF5D7ED09}" dt="2025-12-16T12:30:47.179" v="4191" actId="47"/>
        <pc:sldMkLst>
          <pc:docMk/>
          <pc:sldMk cId="0" sldId="281"/>
        </pc:sldMkLst>
      </pc:sldChg>
      <pc:sldChg chg="del">
        <pc:chgData name="Kaur Chahal, Jaspreet" userId="0287d743-a291-4dc0-ada6-e97e0e95e550" providerId="ADAL" clId="{4FE89DC7-292E-4213-A16C-4CFCF5D7ED09}" dt="2025-12-16T12:30:48.102" v="4192" actId="47"/>
        <pc:sldMkLst>
          <pc:docMk/>
          <pc:sldMk cId="0" sldId="282"/>
        </pc:sldMkLst>
      </pc:sldChg>
      <pc:sldChg chg="del">
        <pc:chgData name="Kaur Chahal, Jaspreet" userId="0287d743-a291-4dc0-ada6-e97e0e95e550" providerId="ADAL" clId="{4FE89DC7-292E-4213-A16C-4CFCF5D7ED09}" dt="2025-12-16T12:30:49.163" v="4193" actId="47"/>
        <pc:sldMkLst>
          <pc:docMk/>
          <pc:sldMk cId="0" sldId="283"/>
        </pc:sldMkLst>
      </pc:sldChg>
      <pc:sldChg chg="del">
        <pc:chgData name="Kaur Chahal, Jaspreet" userId="0287d743-a291-4dc0-ada6-e97e0e95e550" providerId="ADAL" clId="{4FE89DC7-292E-4213-A16C-4CFCF5D7ED09}" dt="2025-12-16T12:30:51.440" v="4194" actId="47"/>
        <pc:sldMkLst>
          <pc:docMk/>
          <pc:sldMk cId="0" sldId="284"/>
        </pc:sldMkLst>
      </pc:sldChg>
      <pc:sldChg chg="del">
        <pc:chgData name="Kaur Chahal, Jaspreet" userId="0287d743-a291-4dc0-ada6-e97e0e95e550" providerId="ADAL" clId="{4FE89DC7-292E-4213-A16C-4CFCF5D7ED09}" dt="2025-12-16T12:30:52.234" v="4195" actId="47"/>
        <pc:sldMkLst>
          <pc:docMk/>
          <pc:sldMk cId="0" sldId="285"/>
        </pc:sldMkLst>
      </pc:sldChg>
      <pc:sldChg chg="del">
        <pc:chgData name="Kaur Chahal, Jaspreet" userId="0287d743-a291-4dc0-ada6-e97e0e95e550" providerId="ADAL" clId="{4FE89DC7-292E-4213-A16C-4CFCF5D7ED09}" dt="2025-12-16T12:30:53.123" v="4196" actId="47"/>
        <pc:sldMkLst>
          <pc:docMk/>
          <pc:sldMk cId="0" sldId="286"/>
        </pc:sldMkLst>
      </pc:sldChg>
      <pc:sldChg chg="del">
        <pc:chgData name="Kaur Chahal, Jaspreet" userId="0287d743-a291-4dc0-ada6-e97e0e95e550" providerId="ADAL" clId="{4FE89DC7-292E-4213-A16C-4CFCF5D7ED09}" dt="2025-12-16T12:30:53.927" v="4197" actId="47"/>
        <pc:sldMkLst>
          <pc:docMk/>
          <pc:sldMk cId="0" sldId="287"/>
        </pc:sldMkLst>
      </pc:sldChg>
      <pc:sldChg chg="del">
        <pc:chgData name="Kaur Chahal, Jaspreet" userId="0287d743-a291-4dc0-ada6-e97e0e95e550" providerId="ADAL" clId="{4FE89DC7-292E-4213-A16C-4CFCF5D7ED09}" dt="2025-12-16T12:30:54.541" v="4198" actId="47"/>
        <pc:sldMkLst>
          <pc:docMk/>
          <pc:sldMk cId="0" sldId="288"/>
        </pc:sldMkLst>
      </pc:sldChg>
      <pc:sldChg chg="del">
        <pc:chgData name="Kaur Chahal, Jaspreet" userId="0287d743-a291-4dc0-ada6-e97e0e95e550" providerId="ADAL" clId="{4FE89DC7-292E-4213-A16C-4CFCF5D7ED09}" dt="2025-12-16T12:30:55.236" v="4199" actId="47"/>
        <pc:sldMkLst>
          <pc:docMk/>
          <pc:sldMk cId="0" sldId="289"/>
        </pc:sldMkLst>
      </pc:sldChg>
      <pc:sldChg chg="del">
        <pc:chgData name="Kaur Chahal, Jaspreet" userId="0287d743-a291-4dc0-ada6-e97e0e95e550" providerId="ADAL" clId="{4FE89DC7-292E-4213-A16C-4CFCF5D7ED09}" dt="2025-12-16T12:30:55.745" v="4200" actId="47"/>
        <pc:sldMkLst>
          <pc:docMk/>
          <pc:sldMk cId="0" sldId="290"/>
        </pc:sldMkLst>
      </pc:sldChg>
      <pc:sldChg chg="del">
        <pc:chgData name="Kaur Chahal, Jaspreet" userId="0287d743-a291-4dc0-ada6-e97e0e95e550" providerId="ADAL" clId="{4FE89DC7-292E-4213-A16C-4CFCF5D7ED09}" dt="2025-12-16T12:30:56.078" v="4201" actId="47"/>
        <pc:sldMkLst>
          <pc:docMk/>
          <pc:sldMk cId="0" sldId="291"/>
        </pc:sldMkLst>
      </pc:sldChg>
      <pc:sldChg chg="del">
        <pc:chgData name="Kaur Chahal, Jaspreet" userId="0287d743-a291-4dc0-ada6-e97e0e95e550" providerId="ADAL" clId="{4FE89DC7-292E-4213-A16C-4CFCF5D7ED09}" dt="2025-12-16T12:30:56.495" v="4202" actId="47"/>
        <pc:sldMkLst>
          <pc:docMk/>
          <pc:sldMk cId="0" sldId="292"/>
        </pc:sldMkLst>
      </pc:sldChg>
      <pc:sldChg chg="del">
        <pc:chgData name="Kaur Chahal, Jaspreet" userId="0287d743-a291-4dc0-ada6-e97e0e95e550" providerId="ADAL" clId="{4FE89DC7-292E-4213-A16C-4CFCF5D7ED09}" dt="2025-12-16T12:30:56.614" v="4203" actId="47"/>
        <pc:sldMkLst>
          <pc:docMk/>
          <pc:sldMk cId="0" sldId="293"/>
        </pc:sldMkLst>
      </pc:sldChg>
      <pc:sldChg chg="del">
        <pc:chgData name="Kaur Chahal, Jaspreet" userId="0287d743-a291-4dc0-ada6-e97e0e95e550" providerId="ADAL" clId="{4FE89DC7-292E-4213-A16C-4CFCF5D7ED09}" dt="2025-12-16T12:30:57.130" v="4204" actId="47"/>
        <pc:sldMkLst>
          <pc:docMk/>
          <pc:sldMk cId="0" sldId="294"/>
        </pc:sldMkLst>
      </pc:sldChg>
      <pc:sldChg chg="del">
        <pc:chgData name="Kaur Chahal, Jaspreet" userId="0287d743-a291-4dc0-ada6-e97e0e95e550" providerId="ADAL" clId="{4FE89DC7-292E-4213-A16C-4CFCF5D7ED09}" dt="2025-12-16T12:30:57.561" v="4205" actId="47"/>
        <pc:sldMkLst>
          <pc:docMk/>
          <pc:sldMk cId="0" sldId="295"/>
        </pc:sldMkLst>
      </pc:sldChg>
      <pc:sldChg chg="del">
        <pc:chgData name="Kaur Chahal, Jaspreet" userId="0287d743-a291-4dc0-ada6-e97e0e95e550" providerId="ADAL" clId="{4FE89DC7-292E-4213-A16C-4CFCF5D7ED09}" dt="2025-12-16T12:30:58.083" v="4206" actId="47"/>
        <pc:sldMkLst>
          <pc:docMk/>
          <pc:sldMk cId="0" sldId="296"/>
        </pc:sldMkLst>
      </pc:sldChg>
      <pc:sldChg chg="del">
        <pc:chgData name="Kaur Chahal, Jaspreet" userId="0287d743-a291-4dc0-ada6-e97e0e95e550" providerId="ADAL" clId="{4FE89DC7-292E-4213-A16C-4CFCF5D7ED09}" dt="2025-12-16T12:30:58.512" v="4207" actId="47"/>
        <pc:sldMkLst>
          <pc:docMk/>
          <pc:sldMk cId="0" sldId="297"/>
        </pc:sldMkLst>
      </pc:sldChg>
      <pc:sldChg chg="del">
        <pc:chgData name="Kaur Chahal, Jaspreet" userId="0287d743-a291-4dc0-ada6-e97e0e95e550" providerId="ADAL" clId="{4FE89DC7-292E-4213-A16C-4CFCF5D7ED09}" dt="2025-12-16T12:30:58.945" v="4208" actId="47"/>
        <pc:sldMkLst>
          <pc:docMk/>
          <pc:sldMk cId="0" sldId="298"/>
        </pc:sldMkLst>
      </pc:sldChg>
      <pc:sldChg chg="del">
        <pc:chgData name="Kaur Chahal, Jaspreet" userId="0287d743-a291-4dc0-ada6-e97e0e95e550" providerId="ADAL" clId="{4FE89DC7-292E-4213-A16C-4CFCF5D7ED09}" dt="2025-12-16T12:30:59.463" v="4209" actId="47"/>
        <pc:sldMkLst>
          <pc:docMk/>
          <pc:sldMk cId="0" sldId="299"/>
        </pc:sldMkLst>
      </pc:sldChg>
      <pc:sldChg chg="del">
        <pc:chgData name="Kaur Chahal, Jaspreet" userId="0287d743-a291-4dc0-ada6-e97e0e95e550" providerId="ADAL" clId="{4FE89DC7-292E-4213-A16C-4CFCF5D7ED09}" dt="2025-12-16T12:30:59.829" v="4210" actId="47"/>
        <pc:sldMkLst>
          <pc:docMk/>
          <pc:sldMk cId="0" sldId="300"/>
        </pc:sldMkLst>
      </pc:sldChg>
      <pc:sldChg chg="del">
        <pc:chgData name="Kaur Chahal, Jaspreet" userId="0287d743-a291-4dc0-ada6-e97e0e95e550" providerId="ADAL" clId="{4FE89DC7-292E-4213-A16C-4CFCF5D7ED09}" dt="2025-12-16T12:31:00.179" v="4211" actId="47"/>
        <pc:sldMkLst>
          <pc:docMk/>
          <pc:sldMk cId="0" sldId="301"/>
        </pc:sldMkLst>
      </pc:sldChg>
      <pc:sldChg chg="del">
        <pc:chgData name="Kaur Chahal, Jaspreet" userId="0287d743-a291-4dc0-ada6-e97e0e95e550" providerId="ADAL" clId="{4FE89DC7-292E-4213-A16C-4CFCF5D7ED09}" dt="2025-12-16T12:31:00.571" v="4212" actId="47"/>
        <pc:sldMkLst>
          <pc:docMk/>
          <pc:sldMk cId="0" sldId="302"/>
        </pc:sldMkLst>
      </pc:sldChg>
      <pc:sldChg chg="del">
        <pc:chgData name="Kaur Chahal, Jaspreet" userId="0287d743-a291-4dc0-ada6-e97e0e95e550" providerId="ADAL" clId="{4FE89DC7-292E-4213-A16C-4CFCF5D7ED09}" dt="2025-12-16T12:31:00.934" v="4213" actId="47"/>
        <pc:sldMkLst>
          <pc:docMk/>
          <pc:sldMk cId="0" sldId="303"/>
        </pc:sldMkLst>
      </pc:sldChg>
      <pc:sldChg chg="del">
        <pc:chgData name="Kaur Chahal, Jaspreet" userId="0287d743-a291-4dc0-ada6-e97e0e95e550" providerId="ADAL" clId="{4FE89DC7-292E-4213-A16C-4CFCF5D7ED09}" dt="2025-12-16T12:31:01.337" v="4214" actId="47"/>
        <pc:sldMkLst>
          <pc:docMk/>
          <pc:sldMk cId="0" sldId="304"/>
        </pc:sldMkLst>
      </pc:sldChg>
      <pc:sldChg chg="addSp delSp modSp mod">
        <pc:chgData name="Kaur Chahal, Jaspreet" userId="0287d743-a291-4dc0-ada6-e97e0e95e550" providerId="ADAL" clId="{4FE89DC7-292E-4213-A16C-4CFCF5D7ED09}" dt="2025-12-16T18:17:58.186" v="4250" actId="1036"/>
        <pc:sldMkLst>
          <pc:docMk/>
          <pc:sldMk cId="1174330778" sldId="305"/>
        </pc:sldMkLst>
        <pc:spChg chg="mod">
          <ac:chgData name="Kaur Chahal, Jaspreet" userId="0287d743-a291-4dc0-ada6-e97e0e95e550" providerId="ADAL" clId="{4FE89DC7-292E-4213-A16C-4CFCF5D7ED09}" dt="2025-12-14T17:41:24.960" v="424" actId="20577"/>
          <ac:spMkLst>
            <pc:docMk/>
            <pc:sldMk cId="1174330778" sldId="305"/>
            <ac:spMk id="2" creationId="{0232E368-DC35-B598-160B-113749148DE7}"/>
          </ac:spMkLst>
        </pc:spChg>
        <pc:spChg chg="add mod">
          <ac:chgData name="Kaur Chahal, Jaspreet" userId="0287d743-a291-4dc0-ada6-e97e0e95e550" providerId="ADAL" clId="{4FE89DC7-292E-4213-A16C-4CFCF5D7ED09}" dt="2025-12-16T06:11:33.325" v="3189" actId="1035"/>
          <ac:spMkLst>
            <pc:docMk/>
            <pc:sldMk cId="1174330778" sldId="305"/>
            <ac:spMk id="3" creationId="{C0A11AC8-B02C-55BB-7BC9-701320B03E02}"/>
          </ac:spMkLst>
        </pc:spChg>
        <pc:spChg chg="add mod">
          <ac:chgData name="Kaur Chahal, Jaspreet" userId="0287d743-a291-4dc0-ada6-e97e0e95e550" providerId="ADAL" clId="{4FE89DC7-292E-4213-A16C-4CFCF5D7ED09}" dt="2025-12-14T17:45:34.615" v="623" actId="14100"/>
          <ac:spMkLst>
            <pc:docMk/>
            <pc:sldMk cId="1174330778" sldId="305"/>
            <ac:spMk id="5" creationId="{C82013FF-60CF-10E9-F0A0-1F58A38760ED}"/>
          </ac:spMkLst>
        </pc:spChg>
        <pc:spChg chg="add mod">
          <ac:chgData name="Kaur Chahal, Jaspreet" userId="0287d743-a291-4dc0-ada6-e97e0e95e550" providerId="ADAL" clId="{4FE89DC7-292E-4213-A16C-4CFCF5D7ED09}" dt="2025-12-16T18:17:58.186" v="4250" actId="1036"/>
          <ac:spMkLst>
            <pc:docMk/>
            <pc:sldMk cId="1174330778" sldId="305"/>
            <ac:spMk id="6" creationId="{162BB825-9095-FCDB-592A-9435B2EF9C7A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16" creationId="{618BE2DD-3E47-64FF-900E-33028A1D529B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65" creationId="{A320D28F-2DB4-BB17-1D43-B04B2A1C6E53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74" creationId="{F79689AC-C57D-3038-2690-A34A1A2F024A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83" creationId="{12C67316-B7E0-2367-3C79-D7FC35CA2C49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88" creationId="{F895FDAC-A3B0-80CD-4B3A-936564C5A4B3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102" creationId="{F506C5A7-2B14-7873-4BCE-A239B2C0CFB2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116" creationId="{33F0A6B0-4E0E-DEC3-9566-D52FA0868268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131" creationId="{532D3273-0F64-B6F3-7CA0-3A5C9B549E5E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134" creationId="{459903C6-7D6A-A5AC-D6A7-033EFC459333}"/>
          </ac:spMkLst>
        </pc:spChg>
        <pc:spChg chg="mod">
          <ac:chgData name="Kaur Chahal, Jaspreet" userId="0287d743-a291-4dc0-ada6-e97e0e95e550" providerId="ADAL" clId="{4FE89DC7-292E-4213-A16C-4CFCF5D7ED09}" dt="2025-12-16T06:12:08.517" v="3190"/>
          <ac:spMkLst>
            <pc:docMk/>
            <pc:sldMk cId="1174330778" sldId="305"/>
            <ac:spMk id="145" creationId="{BF0CF992-D0F3-FA0C-538E-352C0DE72D50}"/>
          </ac:spMkLst>
        </pc:spChg>
        <pc:grpChg chg="mod">
          <ac:chgData name="Kaur Chahal, Jaspreet" userId="0287d743-a291-4dc0-ada6-e97e0e95e550" providerId="ADAL" clId="{4FE89DC7-292E-4213-A16C-4CFCF5D7ED09}" dt="2025-12-16T18:17:55.677" v="4249" actId="1038"/>
          <ac:grpSpMkLst>
            <pc:docMk/>
            <pc:sldMk cId="1174330778" sldId="305"/>
            <ac:grpSpMk id="7" creationId="{A4983878-2FF0-E1F6-F19A-462C2D78A439}"/>
          </ac:grpSpMkLst>
        </pc:grpChg>
      </pc:sldChg>
      <pc:sldChg chg="addSp delSp modSp new mod">
        <pc:chgData name="Kaur Chahal, Jaspreet" userId="0287d743-a291-4dc0-ada6-e97e0e95e550" providerId="ADAL" clId="{4FE89DC7-292E-4213-A16C-4CFCF5D7ED09}" dt="2025-12-16T11:56:11.274" v="4098" actId="14100"/>
        <pc:sldMkLst>
          <pc:docMk/>
          <pc:sldMk cId="2612542740" sldId="306"/>
        </pc:sldMkLst>
        <pc:spChg chg="del mod">
          <ac:chgData name="Kaur Chahal, Jaspreet" userId="0287d743-a291-4dc0-ada6-e97e0e95e550" providerId="ADAL" clId="{4FE89DC7-292E-4213-A16C-4CFCF5D7ED09}" dt="2025-12-16T11:55:20.395" v="4090" actId="478"/>
          <ac:spMkLst>
            <pc:docMk/>
            <pc:sldMk cId="2612542740" sldId="306"/>
            <ac:spMk id="2" creationId="{D8F97E15-B9CB-774D-4A2F-269E162B1DE5}"/>
          </ac:spMkLst>
        </pc:spChg>
        <pc:spChg chg="add del mod">
          <ac:chgData name="Kaur Chahal, Jaspreet" userId="0287d743-a291-4dc0-ada6-e97e0e95e550" providerId="ADAL" clId="{4FE89DC7-292E-4213-A16C-4CFCF5D7ED09}" dt="2025-12-16T11:55:24.092" v="4091" actId="478"/>
          <ac:spMkLst>
            <pc:docMk/>
            <pc:sldMk cId="2612542740" sldId="306"/>
            <ac:spMk id="6" creationId="{F651D193-DBB2-EA2F-5471-BA429B1D6906}"/>
          </ac:spMkLst>
        </pc:spChg>
        <pc:picChg chg="add mod">
          <ac:chgData name="Kaur Chahal, Jaspreet" userId="0287d743-a291-4dc0-ada6-e97e0e95e550" providerId="ADAL" clId="{4FE89DC7-292E-4213-A16C-4CFCF5D7ED09}" dt="2025-12-16T11:56:11.274" v="4098" actId="14100"/>
          <ac:picMkLst>
            <pc:docMk/>
            <pc:sldMk cId="2612542740" sldId="306"/>
            <ac:picMk id="4" creationId="{38A5A22C-9E4A-6C23-0A83-1BF12CCF9E80}"/>
          </ac:picMkLst>
        </pc:picChg>
      </pc:sldChg>
      <pc:sldChg chg="addSp delSp modSp add del mod">
        <pc:chgData name="Kaur Chahal, Jaspreet" userId="0287d743-a291-4dc0-ada6-e97e0e95e550" providerId="ADAL" clId="{4FE89DC7-292E-4213-A16C-4CFCF5D7ED09}" dt="2025-12-15T07:14:39.763" v="1808" actId="2696"/>
        <pc:sldMkLst>
          <pc:docMk/>
          <pc:sldMk cId="999794859" sldId="307"/>
        </pc:sldMkLst>
        <pc:picChg chg="add del mod modCrop">
          <ac:chgData name="Kaur Chahal, Jaspreet" userId="0287d743-a291-4dc0-ada6-e97e0e95e550" providerId="ADAL" clId="{4FE89DC7-292E-4213-A16C-4CFCF5D7ED09}" dt="2025-12-15T07:14:35.955" v="1807" actId="21"/>
          <ac:picMkLst>
            <pc:docMk/>
            <pc:sldMk cId="999794859" sldId="307"/>
            <ac:picMk id="3" creationId="{A6101951-23E4-E0AE-0E75-AA147A1EB201}"/>
          </ac:picMkLst>
        </pc:picChg>
      </pc:sldChg>
      <pc:sldChg chg="addSp modSp new mod">
        <pc:chgData name="Kaur Chahal, Jaspreet" userId="0287d743-a291-4dc0-ada6-e97e0e95e550" providerId="ADAL" clId="{4FE89DC7-292E-4213-A16C-4CFCF5D7ED09}" dt="2025-12-16T02:56:08.867" v="2816" actId="12"/>
        <pc:sldMkLst>
          <pc:docMk/>
          <pc:sldMk cId="2012080480" sldId="307"/>
        </pc:sldMkLst>
        <pc:spChg chg="mod">
          <ac:chgData name="Kaur Chahal, Jaspreet" userId="0287d743-a291-4dc0-ada6-e97e0e95e550" providerId="ADAL" clId="{4FE89DC7-292E-4213-A16C-4CFCF5D7ED09}" dt="2025-12-16T02:40:26.551" v="2622" actId="20577"/>
          <ac:spMkLst>
            <pc:docMk/>
            <pc:sldMk cId="2012080480" sldId="307"/>
            <ac:spMk id="2" creationId="{54924BB5-275E-B935-CBAE-51E5335B4332}"/>
          </ac:spMkLst>
        </pc:spChg>
        <pc:spChg chg="mod">
          <ac:chgData name="Kaur Chahal, Jaspreet" userId="0287d743-a291-4dc0-ada6-e97e0e95e550" providerId="ADAL" clId="{4FE89DC7-292E-4213-A16C-4CFCF5D7ED09}" dt="2025-12-16T02:51:07.665" v="2807" actId="1076"/>
          <ac:spMkLst>
            <pc:docMk/>
            <pc:sldMk cId="2012080480" sldId="307"/>
            <ac:spMk id="3" creationId="{1CB87F28-29E1-DFBF-9D32-A33D83DB462A}"/>
          </ac:spMkLst>
        </pc:spChg>
        <pc:spChg chg="mod">
          <ac:chgData name="Kaur Chahal, Jaspreet" userId="0287d743-a291-4dc0-ada6-e97e0e95e550" providerId="ADAL" clId="{4FE89DC7-292E-4213-A16C-4CFCF5D7ED09}" dt="2025-12-16T02:55:28.628" v="2815" actId="12"/>
          <ac:spMkLst>
            <pc:docMk/>
            <pc:sldMk cId="2012080480" sldId="307"/>
            <ac:spMk id="4" creationId="{B02C2348-4E8D-9522-CC0B-2BC93F40DE80}"/>
          </ac:spMkLst>
        </pc:spChg>
        <pc:spChg chg="mod">
          <ac:chgData name="Kaur Chahal, Jaspreet" userId="0287d743-a291-4dc0-ada6-e97e0e95e550" providerId="ADAL" clId="{4FE89DC7-292E-4213-A16C-4CFCF5D7ED09}" dt="2025-12-16T02:51:53.285" v="2813" actId="1076"/>
          <ac:spMkLst>
            <pc:docMk/>
            <pc:sldMk cId="2012080480" sldId="307"/>
            <ac:spMk id="5" creationId="{A622F34C-6F71-2767-8A94-31866A07330D}"/>
          </ac:spMkLst>
        </pc:spChg>
        <pc:spChg chg="mod">
          <ac:chgData name="Kaur Chahal, Jaspreet" userId="0287d743-a291-4dc0-ada6-e97e0e95e550" providerId="ADAL" clId="{4FE89DC7-292E-4213-A16C-4CFCF5D7ED09}" dt="2025-12-16T02:56:08.867" v="2816" actId="12"/>
          <ac:spMkLst>
            <pc:docMk/>
            <pc:sldMk cId="2012080480" sldId="307"/>
            <ac:spMk id="6" creationId="{7A1D1F1D-8292-F40E-5F6D-182ADB63E16F}"/>
          </ac:spMkLst>
        </pc:spChg>
        <pc:spChg chg="add mod">
          <ac:chgData name="Kaur Chahal, Jaspreet" userId="0287d743-a291-4dc0-ada6-e97e0e95e550" providerId="ADAL" clId="{4FE89DC7-292E-4213-A16C-4CFCF5D7ED09}" dt="2025-12-16T02:43:53.403" v="2791"/>
          <ac:spMkLst>
            <pc:docMk/>
            <pc:sldMk cId="2012080480" sldId="307"/>
            <ac:spMk id="7" creationId="{1679FA7E-45C4-A1A5-AB7B-AD2C6E905B65}"/>
          </ac:spMkLst>
        </pc:spChg>
        <pc:spChg chg="add mod">
          <ac:chgData name="Kaur Chahal, Jaspreet" userId="0287d743-a291-4dc0-ada6-e97e0e95e550" providerId="ADAL" clId="{4FE89DC7-292E-4213-A16C-4CFCF5D7ED09}" dt="2025-12-16T02:44:26.687" v="2794" actId="1076"/>
          <ac:spMkLst>
            <pc:docMk/>
            <pc:sldMk cId="2012080480" sldId="307"/>
            <ac:spMk id="8" creationId="{B3597499-A33C-9D5D-DD3F-FE26A2D6B356}"/>
          </ac:spMkLst>
        </pc:spChg>
        <pc:picChg chg="add mod">
          <ac:chgData name="Kaur Chahal, Jaspreet" userId="0287d743-a291-4dc0-ada6-e97e0e95e550" providerId="ADAL" clId="{4FE89DC7-292E-4213-A16C-4CFCF5D7ED09}" dt="2025-12-16T02:49:23.636" v="2802" actId="207"/>
          <ac:picMkLst>
            <pc:docMk/>
            <pc:sldMk cId="2012080480" sldId="307"/>
            <ac:picMk id="9" creationId="{D1918E5F-29E9-EEA4-D142-329A9ACF4C3F}"/>
          </ac:picMkLst>
        </pc:picChg>
        <pc:picChg chg="add mod">
          <ac:chgData name="Kaur Chahal, Jaspreet" userId="0287d743-a291-4dc0-ada6-e97e0e95e550" providerId="ADAL" clId="{4FE89DC7-292E-4213-A16C-4CFCF5D7ED09}" dt="2025-12-16T02:49:17.791" v="2800" actId="207"/>
          <ac:picMkLst>
            <pc:docMk/>
            <pc:sldMk cId="2012080480" sldId="307"/>
            <ac:picMk id="10" creationId="{C007E836-D809-419A-7067-FF156DDEDF61}"/>
          </ac:picMkLst>
        </pc:picChg>
      </pc:sldChg>
      <pc:sldChg chg="addSp delSp modSp add mod ord">
        <pc:chgData name="Kaur Chahal, Jaspreet" userId="0287d743-a291-4dc0-ada6-e97e0e95e550" providerId="ADAL" clId="{4FE89DC7-292E-4213-A16C-4CFCF5D7ED09}" dt="2025-12-16T12:18:52.027" v="4147"/>
        <pc:sldMkLst>
          <pc:docMk/>
          <pc:sldMk cId="3756033772" sldId="308"/>
        </pc:sldMkLst>
        <pc:spChg chg="add del mod">
          <ac:chgData name="Kaur Chahal, Jaspreet" userId="0287d743-a291-4dc0-ada6-e97e0e95e550" providerId="ADAL" clId="{4FE89DC7-292E-4213-A16C-4CFCF5D7ED09}" dt="2025-12-16T12:18:26.573" v="4140" actId="478"/>
          <ac:spMkLst>
            <pc:docMk/>
            <pc:sldMk cId="3756033772" sldId="308"/>
            <ac:spMk id="3" creationId="{CCE4ED66-0BFC-A4B7-F56D-4F74DF69D0F3}"/>
          </ac:spMkLst>
        </pc:spChg>
        <pc:spChg chg="mod">
          <ac:chgData name="Kaur Chahal, Jaspreet" userId="0287d743-a291-4dc0-ada6-e97e0e95e550" providerId="ADAL" clId="{4FE89DC7-292E-4213-A16C-4CFCF5D7ED09}" dt="2025-12-16T02:57:50.993" v="2835" actId="20577"/>
          <ac:spMkLst>
            <pc:docMk/>
            <pc:sldMk cId="3756033772" sldId="308"/>
            <ac:spMk id="1502" creationId="{32231ADD-5040-EA5D-4E04-D625F564B4A7}"/>
          </ac:spMkLst>
        </pc:spChg>
        <pc:spChg chg="mod">
          <ac:chgData name="Kaur Chahal, Jaspreet" userId="0287d743-a291-4dc0-ada6-e97e0e95e550" providerId="ADAL" clId="{4FE89DC7-292E-4213-A16C-4CFCF5D7ED09}" dt="2025-12-16T02:57:54.385" v="2837" actId="20577"/>
          <ac:spMkLst>
            <pc:docMk/>
            <pc:sldMk cId="3756033772" sldId="308"/>
            <ac:spMk id="1503" creationId="{ADF5E033-9159-AB4A-4C28-4D1C39BC347C}"/>
          </ac:spMkLst>
        </pc:spChg>
        <pc:spChg chg="del">
          <ac:chgData name="Kaur Chahal, Jaspreet" userId="0287d743-a291-4dc0-ada6-e97e0e95e550" providerId="ADAL" clId="{4FE89DC7-292E-4213-A16C-4CFCF5D7ED09}" dt="2025-12-16T12:18:22.655" v="4139" actId="478"/>
          <ac:spMkLst>
            <pc:docMk/>
            <pc:sldMk cId="3756033772" sldId="308"/>
            <ac:spMk id="1504" creationId="{DF404D1E-B072-B5D8-B410-6C731FF4AE49}"/>
          </ac:spMkLst>
        </pc:spChg>
      </pc:sldChg>
      <pc:sldChg chg="addSp delSp modSp add mod ord">
        <pc:chgData name="Kaur Chahal, Jaspreet" userId="0287d743-a291-4dc0-ada6-e97e0e95e550" providerId="ADAL" clId="{4FE89DC7-292E-4213-A16C-4CFCF5D7ED09}" dt="2025-12-16T12:18:49.755" v="4145" actId="478"/>
        <pc:sldMkLst>
          <pc:docMk/>
          <pc:sldMk cId="2272727765" sldId="309"/>
        </pc:sldMkLst>
        <pc:spChg chg="add del mod">
          <ac:chgData name="Kaur Chahal, Jaspreet" userId="0287d743-a291-4dc0-ada6-e97e0e95e550" providerId="ADAL" clId="{4FE89DC7-292E-4213-A16C-4CFCF5D7ED09}" dt="2025-12-16T12:18:49.755" v="4145" actId="478"/>
          <ac:spMkLst>
            <pc:docMk/>
            <pc:sldMk cId="2272727765" sldId="309"/>
            <ac:spMk id="3" creationId="{F0C66E9F-F44C-0A28-215B-8A900F851F73}"/>
          </ac:spMkLst>
        </pc:spChg>
        <pc:spChg chg="mod">
          <ac:chgData name="Kaur Chahal, Jaspreet" userId="0287d743-a291-4dc0-ada6-e97e0e95e550" providerId="ADAL" clId="{4FE89DC7-292E-4213-A16C-4CFCF5D7ED09}" dt="2025-12-16T02:58:08.174" v="2845" actId="20577"/>
          <ac:spMkLst>
            <pc:docMk/>
            <pc:sldMk cId="2272727765" sldId="309"/>
            <ac:spMk id="1502" creationId="{60C43A1E-2B90-B501-7E79-10B87B62CBB0}"/>
          </ac:spMkLst>
        </pc:spChg>
        <pc:spChg chg="mod">
          <ac:chgData name="Kaur Chahal, Jaspreet" userId="0287d743-a291-4dc0-ada6-e97e0e95e550" providerId="ADAL" clId="{4FE89DC7-292E-4213-A16C-4CFCF5D7ED09}" dt="2025-12-16T02:58:04.588" v="2839" actId="20577"/>
          <ac:spMkLst>
            <pc:docMk/>
            <pc:sldMk cId="2272727765" sldId="309"/>
            <ac:spMk id="1503" creationId="{F2908D21-98CC-5981-2A6E-D60DDD52BC70}"/>
          </ac:spMkLst>
        </pc:spChg>
        <pc:spChg chg="add del">
          <ac:chgData name="Kaur Chahal, Jaspreet" userId="0287d743-a291-4dc0-ada6-e97e0e95e550" providerId="ADAL" clId="{4FE89DC7-292E-4213-A16C-4CFCF5D7ED09}" dt="2025-12-16T12:18:49.755" v="4145" actId="478"/>
          <ac:spMkLst>
            <pc:docMk/>
            <pc:sldMk cId="2272727765" sldId="309"/>
            <ac:spMk id="1504" creationId="{05E28FA9-895E-24E6-1143-73A620A52AC3}"/>
          </ac:spMkLst>
        </pc:spChg>
      </pc:sldChg>
      <pc:sldChg chg="modSp add mod ord">
        <pc:chgData name="Kaur Chahal, Jaspreet" userId="0287d743-a291-4dc0-ada6-e97e0e95e550" providerId="ADAL" clId="{4FE89DC7-292E-4213-A16C-4CFCF5D7ED09}" dt="2025-12-16T12:19:01.744" v="4148" actId="20577"/>
        <pc:sldMkLst>
          <pc:docMk/>
          <pc:sldMk cId="926375436" sldId="310"/>
        </pc:sldMkLst>
        <pc:spChg chg="mod">
          <ac:chgData name="Kaur Chahal, Jaspreet" userId="0287d743-a291-4dc0-ada6-e97e0e95e550" providerId="ADAL" clId="{4FE89DC7-292E-4213-A16C-4CFCF5D7ED09}" dt="2025-12-16T02:58:24.282" v="2856" actId="20577"/>
          <ac:spMkLst>
            <pc:docMk/>
            <pc:sldMk cId="926375436" sldId="310"/>
            <ac:spMk id="1502" creationId="{BDE9FBC3-4CE1-7AF3-284F-26AB61E67F00}"/>
          </ac:spMkLst>
        </pc:spChg>
        <pc:spChg chg="mod">
          <ac:chgData name="Kaur Chahal, Jaspreet" userId="0287d743-a291-4dc0-ada6-e97e0e95e550" providerId="ADAL" clId="{4FE89DC7-292E-4213-A16C-4CFCF5D7ED09}" dt="2025-12-16T02:58:19.970" v="2847" actId="20577"/>
          <ac:spMkLst>
            <pc:docMk/>
            <pc:sldMk cId="926375436" sldId="310"/>
            <ac:spMk id="1503" creationId="{9F569D9E-30E3-3D51-E9FE-5B73BB66EEC4}"/>
          </ac:spMkLst>
        </pc:spChg>
        <pc:spChg chg="mod">
          <ac:chgData name="Kaur Chahal, Jaspreet" userId="0287d743-a291-4dc0-ada6-e97e0e95e550" providerId="ADAL" clId="{4FE89DC7-292E-4213-A16C-4CFCF5D7ED09}" dt="2025-12-16T12:19:01.744" v="4148" actId="20577"/>
          <ac:spMkLst>
            <pc:docMk/>
            <pc:sldMk cId="926375436" sldId="310"/>
            <ac:spMk id="1504" creationId="{2E67DF78-029A-2F59-8598-FD69FF3515EB}"/>
          </ac:spMkLst>
        </pc:spChg>
      </pc:sldChg>
      <pc:sldChg chg="modSp add mod">
        <pc:chgData name="Kaur Chahal, Jaspreet" userId="0287d743-a291-4dc0-ada6-e97e0e95e550" providerId="ADAL" clId="{4FE89DC7-292E-4213-A16C-4CFCF5D7ED09}" dt="2025-12-16T12:19:12.824" v="4149" actId="6549"/>
        <pc:sldMkLst>
          <pc:docMk/>
          <pc:sldMk cId="3055205005" sldId="311"/>
        </pc:sldMkLst>
        <pc:spChg chg="mod">
          <ac:chgData name="Kaur Chahal, Jaspreet" userId="0287d743-a291-4dc0-ada6-e97e0e95e550" providerId="ADAL" clId="{4FE89DC7-292E-4213-A16C-4CFCF5D7ED09}" dt="2025-12-16T02:58:46.481" v="2863" actId="20577"/>
          <ac:spMkLst>
            <pc:docMk/>
            <pc:sldMk cId="3055205005" sldId="311"/>
            <ac:spMk id="1502" creationId="{380B59A9-983D-9F1C-8AA8-775459DE0C33}"/>
          </ac:spMkLst>
        </pc:spChg>
        <pc:spChg chg="mod">
          <ac:chgData name="Kaur Chahal, Jaspreet" userId="0287d743-a291-4dc0-ada6-e97e0e95e550" providerId="ADAL" clId="{4FE89DC7-292E-4213-A16C-4CFCF5D7ED09}" dt="2025-12-16T02:58:43.220" v="2859" actId="20577"/>
          <ac:spMkLst>
            <pc:docMk/>
            <pc:sldMk cId="3055205005" sldId="311"/>
            <ac:spMk id="1503" creationId="{4B931AD4-C1E3-DAC5-ABF5-74C745588010}"/>
          </ac:spMkLst>
        </pc:spChg>
        <pc:spChg chg="mod">
          <ac:chgData name="Kaur Chahal, Jaspreet" userId="0287d743-a291-4dc0-ada6-e97e0e95e550" providerId="ADAL" clId="{4FE89DC7-292E-4213-A16C-4CFCF5D7ED09}" dt="2025-12-16T12:19:12.824" v="4149" actId="6549"/>
          <ac:spMkLst>
            <pc:docMk/>
            <pc:sldMk cId="3055205005" sldId="311"/>
            <ac:spMk id="1504" creationId="{DE85003F-1E56-0AD9-843F-1514E2F567A2}"/>
          </ac:spMkLst>
        </pc:spChg>
      </pc:sldChg>
      <pc:sldChg chg="delSp new del mod">
        <pc:chgData name="Kaur Chahal, Jaspreet" userId="0287d743-a291-4dc0-ada6-e97e0e95e550" providerId="ADAL" clId="{4FE89DC7-292E-4213-A16C-4CFCF5D7ED09}" dt="2025-12-16T04:57:34.840" v="2901" actId="47"/>
        <pc:sldMkLst>
          <pc:docMk/>
          <pc:sldMk cId="4073019995" sldId="312"/>
        </pc:sldMkLst>
        <pc:spChg chg="del">
          <ac:chgData name="Kaur Chahal, Jaspreet" userId="0287d743-a291-4dc0-ada6-e97e0e95e550" providerId="ADAL" clId="{4FE89DC7-292E-4213-A16C-4CFCF5D7ED09}" dt="2025-12-16T04:44:22.469" v="2865" actId="478"/>
          <ac:spMkLst>
            <pc:docMk/>
            <pc:sldMk cId="4073019995" sldId="312"/>
            <ac:spMk id="2" creationId="{977810E5-87BB-F2DE-7885-3EDDE45706C4}"/>
          </ac:spMkLst>
        </pc:spChg>
      </pc:sldChg>
      <pc:sldChg chg="delSp new del mod">
        <pc:chgData name="Kaur Chahal, Jaspreet" userId="0287d743-a291-4dc0-ada6-e97e0e95e550" providerId="ADAL" clId="{4FE89DC7-292E-4213-A16C-4CFCF5D7ED09}" dt="2025-12-16T04:57:36.428" v="2902" actId="47"/>
        <pc:sldMkLst>
          <pc:docMk/>
          <pc:sldMk cId="2857268429" sldId="313"/>
        </pc:sldMkLst>
        <pc:spChg chg="del">
          <ac:chgData name="Kaur Chahal, Jaspreet" userId="0287d743-a291-4dc0-ada6-e97e0e95e550" providerId="ADAL" clId="{4FE89DC7-292E-4213-A16C-4CFCF5D7ED09}" dt="2025-12-16T04:44:47.631" v="2867" actId="478"/>
          <ac:spMkLst>
            <pc:docMk/>
            <pc:sldMk cId="2857268429" sldId="313"/>
            <ac:spMk id="2" creationId="{7D78FEF0-B295-0923-7CE0-669CB73A0FF6}"/>
          </ac:spMkLst>
        </pc:spChg>
        <pc:spChg chg="del">
          <ac:chgData name="Kaur Chahal, Jaspreet" userId="0287d743-a291-4dc0-ada6-e97e0e95e550" providerId="ADAL" clId="{4FE89DC7-292E-4213-A16C-4CFCF5D7ED09}" dt="2025-12-16T04:44:50.192" v="2868" actId="478"/>
          <ac:spMkLst>
            <pc:docMk/>
            <pc:sldMk cId="2857268429" sldId="313"/>
            <ac:spMk id="3" creationId="{60BFEABE-3B8A-BAB8-9388-90FA29C2F7C9}"/>
          </ac:spMkLst>
        </pc:spChg>
      </pc:sldChg>
      <pc:sldChg chg="addSp delSp modSp add del mod ord">
        <pc:chgData name="Kaur Chahal, Jaspreet" userId="0287d743-a291-4dc0-ada6-e97e0e95e550" providerId="ADAL" clId="{4FE89DC7-292E-4213-A16C-4CFCF5D7ED09}" dt="2025-12-16T04:57:29.403" v="2900" actId="47"/>
        <pc:sldMkLst>
          <pc:docMk/>
          <pc:sldMk cId="2722424163" sldId="314"/>
        </pc:sldMkLst>
        <pc:picChg chg="add del mod modCrop">
          <ac:chgData name="Kaur Chahal, Jaspreet" userId="0287d743-a291-4dc0-ada6-e97e0e95e550" providerId="ADAL" clId="{4FE89DC7-292E-4213-A16C-4CFCF5D7ED09}" dt="2025-12-16T04:55:23.909" v="2890" actId="21"/>
          <ac:picMkLst>
            <pc:docMk/>
            <pc:sldMk cId="2722424163" sldId="314"/>
            <ac:picMk id="3" creationId="{99087405-4601-B3F2-5ACD-EE8439509ADE}"/>
          </ac:picMkLst>
        </pc:picChg>
      </pc:sldChg>
      <pc:sldChg chg="addSp delSp modSp new mod ord setBg delAnim modAnim">
        <pc:chgData name="Kaur Chahal, Jaspreet" userId="0287d743-a291-4dc0-ada6-e97e0e95e550" providerId="ADAL" clId="{4FE89DC7-292E-4213-A16C-4CFCF5D7ED09}" dt="2025-12-16T18:01:51.178" v="4248" actId="27614"/>
        <pc:sldMkLst>
          <pc:docMk/>
          <pc:sldMk cId="1996781134" sldId="315"/>
        </pc:sldMkLst>
        <pc:spChg chg="add del mod">
          <ac:chgData name="Kaur Chahal, Jaspreet" userId="0287d743-a291-4dc0-ada6-e97e0e95e550" providerId="ADAL" clId="{4FE89DC7-292E-4213-A16C-4CFCF5D7ED09}" dt="2025-12-16T11:49:54.199" v="4072" actId="478"/>
          <ac:spMkLst>
            <pc:docMk/>
            <pc:sldMk cId="1996781134" sldId="315"/>
            <ac:spMk id="13" creationId="{0801FA49-0B26-9327-4C68-DE919B784421}"/>
          </ac:spMkLst>
        </pc:spChg>
        <pc:spChg chg="add del mod">
          <ac:chgData name="Kaur Chahal, Jaspreet" userId="0287d743-a291-4dc0-ada6-e97e0e95e550" providerId="ADAL" clId="{4FE89DC7-292E-4213-A16C-4CFCF5D7ED09}" dt="2025-12-16T11:49:52.328" v="4071" actId="478"/>
          <ac:spMkLst>
            <pc:docMk/>
            <pc:sldMk cId="1996781134" sldId="315"/>
            <ac:spMk id="16" creationId="{4F56D222-6AAD-E72E-E2A3-BB1486D2E397}"/>
          </ac:spMkLst>
        </pc:spChg>
        <pc:spChg chg="add del mod">
          <ac:chgData name="Kaur Chahal, Jaspreet" userId="0287d743-a291-4dc0-ada6-e97e0e95e550" providerId="ADAL" clId="{4FE89DC7-292E-4213-A16C-4CFCF5D7ED09}" dt="2025-12-16T11:49:29.095" v="4064" actId="478"/>
          <ac:spMkLst>
            <pc:docMk/>
            <pc:sldMk cId="1996781134" sldId="315"/>
            <ac:spMk id="23" creationId="{C7A58D30-EC66-FA2B-5257-BDA506EAE942}"/>
          </ac:spMkLst>
        </pc:spChg>
        <pc:spChg chg="add del mod">
          <ac:chgData name="Kaur Chahal, Jaspreet" userId="0287d743-a291-4dc0-ada6-e97e0e95e550" providerId="ADAL" clId="{4FE89DC7-292E-4213-A16C-4CFCF5D7ED09}" dt="2025-12-16T11:49:13.461" v="4063" actId="478"/>
          <ac:spMkLst>
            <pc:docMk/>
            <pc:sldMk cId="1996781134" sldId="315"/>
            <ac:spMk id="24" creationId="{4D11B458-8AA3-3089-83F0-74356A39180C}"/>
          </ac:spMkLst>
        </pc:spChg>
        <pc:picChg chg="add del mod">
          <ac:chgData name="Kaur Chahal, Jaspreet" userId="0287d743-a291-4dc0-ada6-e97e0e95e550" providerId="ADAL" clId="{4FE89DC7-292E-4213-A16C-4CFCF5D7ED09}" dt="2025-12-16T15:31:16.317" v="4218" actId="478"/>
          <ac:picMkLst>
            <pc:docMk/>
            <pc:sldMk cId="1996781134" sldId="315"/>
            <ac:picMk id="3" creationId="{99087405-4601-B3F2-5ACD-EE8439509ADE}"/>
          </ac:picMkLst>
        </pc:picChg>
        <pc:picChg chg="add del mod">
          <ac:chgData name="Kaur Chahal, Jaspreet" userId="0287d743-a291-4dc0-ada6-e97e0e95e550" providerId="ADAL" clId="{4FE89DC7-292E-4213-A16C-4CFCF5D7ED09}" dt="2025-12-16T05:06:30.843" v="2938" actId="21"/>
          <ac:picMkLst>
            <pc:docMk/>
            <pc:sldMk cId="1996781134" sldId="315"/>
            <ac:picMk id="4" creationId="{9940BED5-32E2-1310-9B61-F886244D4A91}"/>
          </ac:picMkLst>
        </pc:picChg>
        <pc:picChg chg="add del mod">
          <ac:chgData name="Kaur Chahal, Jaspreet" userId="0287d743-a291-4dc0-ada6-e97e0e95e550" providerId="ADAL" clId="{4FE89DC7-292E-4213-A16C-4CFCF5D7ED09}" dt="2025-12-16T18:00:13.832" v="4240" actId="478"/>
          <ac:picMkLst>
            <pc:docMk/>
            <pc:sldMk cId="1996781134" sldId="315"/>
            <ac:picMk id="4" creationId="{C8CAEE93-F94D-4860-13D2-6055D617C45D}"/>
          </ac:picMkLst>
        </pc:picChg>
        <pc:picChg chg="add del mod">
          <ac:chgData name="Kaur Chahal, Jaspreet" userId="0287d743-a291-4dc0-ada6-e97e0e95e550" providerId="ADAL" clId="{4FE89DC7-292E-4213-A16C-4CFCF5D7ED09}" dt="2025-12-16T05:06:16.145" v="2936" actId="21"/>
          <ac:picMkLst>
            <pc:docMk/>
            <pc:sldMk cId="1996781134" sldId="315"/>
            <ac:picMk id="6" creationId="{06112F8F-4257-6BFB-2949-363F20432E3B}"/>
          </ac:picMkLst>
        </pc:picChg>
        <pc:picChg chg="add del mod">
          <ac:chgData name="Kaur Chahal, Jaspreet" userId="0287d743-a291-4dc0-ada6-e97e0e95e550" providerId="ADAL" clId="{4FE89DC7-292E-4213-A16C-4CFCF5D7ED09}" dt="2025-12-16T18:01:06.420" v="4246" actId="478"/>
          <ac:picMkLst>
            <pc:docMk/>
            <pc:sldMk cId="1996781134" sldId="315"/>
            <ac:picMk id="6" creationId="{E8A2025E-B0CB-A1E4-C885-D43FA8735CE8}"/>
          </ac:picMkLst>
        </pc:picChg>
        <pc:picChg chg="add del mod">
          <ac:chgData name="Kaur Chahal, Jaspreet" userId="0287d743-a291-4dc0-ada6-e97e0e95e550" providerId="ADAL" clId="{4FE89DC7-292E-4213-A16C-4CFCF5D7ED09}" dt="2025-12-16T05:06:04.845" v="2934" actId="21"/>
          <ac:picMkLst>
            <pc:docMk/>
            <pc:sldMk cId="1996781134" sldId="315"/>
            <ac:picMk id="8" creationId="{16A430B8-116D-EC4E-9481-1049D1BC3EF8}"/>
          </ac:picMkLst>
        </pc:picChg>
        <pc:picChg chg="add mod">
          <ac:chgData name="Kaur Chahal, Jaspreet" userId="0287d743-a291-4dc0-ada6-e97e0e95e550" providerId="ADAL" clId="{4FE89DC7-292E-4213-A16C-4CFCF5D7ED09}" dt="2025-12-16T18:01:51.178" v="4248" actId="27614"/>
          <ac:picMkLst>
            <pc:docMk/>
            <pc:sldMk cId="1996781134" sldId="315"/>
            <ac:picMk id="8" creationId="{6216D065-01FB-F132-80BA-6E88804F906C}"/>
          </ac:picMkLst>
        </pc:picChg>
        <pc:picChg chg="add del mod">
          <ac:chgData name="Kaur Chahal, Jaspreet" userId="0287d743-a291-4dc0-ada6-e97e0e95e550" providerId="ADAL" clId="{4FE89DC7-292E-4213-A16C-4CFCF5D7ED09}" dt="2025-12-16T05:05:53.728" v="2933" actId="21"/>
          <ac:picMkLst>
            <pc:docMk/>
            <pc:sldMk cId="1996781134" sldId="315"/>
            <ac:picMk id="10" creationId="{323EC2DC-ECCD-4659-FEFE-2261CF82BE3A}"/>
          </ac:picMkLst>
        </pc:picChg>
        <pc:picChg chg="add del mod modCrop">
          <ac:chgData name="Kaur Chahal, Jaspreet" userId="0287d743-a291-4dc0-ada6-e97e0e95e550" providerId="ADAL" clId="{4FE89DC7-292E-4213-A16C-4CFCF5D7ED09}" dt="2025-12-16T11:49:39.351" v="4067" actId="478"/>
          <ac:picMkLst>
            <pc:docMk/>
            <pc:sldMk cId="1996781134" sldId="315"/>
            <ac:picMk id="12" creationId="{021736D3-2FB9-57E2-BEEC-7781808B42D9}"/>
          </ac:picMkLst>
        </pc:picChg>
        <pc:picChg chg="add del mod modCrop">
          <ac:chgData name="Kaur Chahal, Jaspreet" userId="0287d743-a291-4dc0-ada6-e97e0e95e550" providerId="ADAL" clId="{4FE89DC7-292E-4213-A16C-4CFCF5D7ED09}" dt="2025-12-16T11:49:41.355" v="4068" actId="478"/>
          <ac:picMkLst>
            <pc:docMk/>
            <pc:sldMk cId="1996781134" sldId="315"/>
            <ac:picMk id="15" creationId="{DE169BE3-1B45-D1D4-EBCB-1FF29026A016}"/>
          </ac:picMkLst>
        </pc:picChg>
        <pc:picChg chg="add mod">
          <ac:chgData name="Kaur Chahal, Jaspreet" userId="0287d743-a291-4dc0-ada6-e97e0e95e550" providerId="ADAL" clId="{4FE89DC7-292E-4213-A16C-4CFCF5D7ED09}" dt="2025-12-16T07:21:06.250" v="3958" actId="931"/>
          <ac:picMkLst>
            <pc:docMk/>
            <pc:sldMk cId="1996781134" sldId="315"/>
            <ac:picMk id="18" creationId="{5B417028-C560-9609-FBA5-7B3A93EF6F45}"/>
          </ac:picMkLst>
        </pc:picChg>
        <pc:picChg chg="add del mod modCrop">
          <ac:chgData name="Kaur Chahal, Jaspreet" userId="0287d743-a291-4dc0-ada6-e97e0e95e550" providerId="ADAL" clId="{4FE89DC7-292E-4213-A16C-4CFCF5D7ED09}" dt="2025-12-16T11:49:47.139" v="4070" actId="478"/>
          <ac:picMkLst>
            <pc:docMk/>
            <pc:sldMk cId="1996781134" sldId="315"/>
            <ac:picMk id="20" creationId="{F0C00F9F-2DC6-2CFE-B0E2-F47BF25A99A7}"/>
          </ac:picMkLst>
        </pc:picChg>
        <pc:picChg chg="add del mod modCrop">
          <ac:chgData name="Kaur Chahal, Jaspreet" userId="0287d743-a291-4dc0-ada6-e97e0e95e550" providerId="ADAL" clId="{4FE89DC7-292E-4213-A16C-4CFCF5D7ED09}" dt="2025-12-16T11:49:43.299" v="4069" actId="478"/>
          <ac:picMkLst>
            <pc:docMk/>
            <pc:sldMk cId="1996781134" sldId="315"/>
            <ac:picMk id="21" creationId="{0CFA2143-8AE1-238A-961C-8BDBF801031B}"/>
          </ac:picMkLst>
        </pc:picChg>
        <pc:picChg chg="add mod">
          <ac:chgData name="Kaur Chahal, Jaspreet" userId="0287d743-a291-4dc0-ada6-e97e0e95e550" providerId="ADAL" clId="{4FE89DC7-292E-4213-A16C-4CFCF5D7ED09}" dt="2025-12-16T07:23:03.495" v="3979"/>
          <ac:picMkLst>
            <pc:docMk/>
            <pc:sldMk cId="1996781134" sldId="315"/>
            <ac:picMk id="22" creationId="{DF1B87D4-8486-23E2-7BE1-F3C7B8903C2D}"/>
          </ac:picMkLst>
        </pc:picChg>
      </pc:sldChg>
      <pc:sldChg chg="addSp delSp modSp add mod ord">
        <pc:chgData name="Kaur Chahal, Jaspreet" userId="0287d743-a291-4dc0-ada6-e97e0e95e550" providerId="ADAL" clId="{4FE89DC7-292E-4213-A16C-4CFCF5D7ED09}" dt="2025-12-16T15:32:23.451" v="4225" actId="962"/>
        <pc:sldMkLst>
          <pc:docMk/>
          <pc:sldMk cId="2246545702" sldId="316"/>
        </pc:sldMkLst>
        <pc:picChg chg="add mod">
          <ac:chgData name="Kaur Chahal, Jaspreet" userId="0287d743-a291-4dc0-ada6-e97e0e95e550" providerId="ADAL" clId="{4FE89DC7-292E-4213-A16C-4CFCF5D7ED09}" dt="2025-12-16T15:32:23.451" v="4225" actId="962"/>
          <ac:picMkLst>
            <pc:docMk/>
            <pc:sldMk cId="2246545702" sldId="316"/>
            <ac:picMk id="3" creationId="{C63CAE8D-7371-0241-9C7D-441E29D7FAB9}"/>
          </ac:picMkLst>
        </pc:picChg>
        <pc:picChg chg="del">
          <ac:chgData name="Kaur Chahal, Jaspreet" userId="0287d743-a291-4dc0-ada6-e97e0e95e550" providerId="ADAL" clId="{4FE89DC7-292E-4213-A16C-4CFCF5D7ED09}" dt="2025-12-16T04:57:26.266" v="2899" actId="478"/>
          <ac:picMkLst>
            <pc:docMk/>
            <pc:sldMk cId="2246545702" sldId="316"/>
            <ac:picMk id="3" creationId="{D38F62E2-9C0C-3E21-DABC-84F00550DEE4}"/>
          </ac:picMkLst>
        </pc:picChg>
        <pc:picChg chg="add del mod">
          <ac:chgData name="Kaur Chahal, Jaspreet" userId="0287d743-a291-4dc0-ada6-e97e0e95e550" providerId="ADAL" clId="{4FE89DC7-292E-4213-A16C-4CFCF5D7ED09}" dt="2025-12-16T04:59:05.695" v="2913" actId="21"/>
          <ac:picMkLst>
            <pc:docMk/>
            <pc:sldMk cId="2246545702" sldId="316"/>
            <ac:picMk id="4" creationId="{175C48CB-B4A5-D7FB-2DA7-6ED4F0C45D1D}"/>
          </ac:picMkLst>
        </pc:picChg>
        <pc:picChg chg="add del mod modCrop">
          <ac:chgData name="Kaur Chahal, Jaspreet" userId="0287d743-a291-4dc0-ada6-e97e0e95e550" providerId="ADAL" clId="{4FE89DC7-292E-4213-A16C-4CFCF5D7ED09}" dt="2025-12-16T15:32:11.378" v="4222" actId="478"/>
          <ac:picMkLst>
            <pc:docMk/>
            <pc:sldMk cId="2246545702" sldId="316"/>
            <ac:picMk id="6" creationId="{AF22AB20-50A8-B5E0-9F51-180458437CC8}"/>
          </ac:picMkLst>
        </pc:picChg>
        <pc:picChg chg="add del mod modCrop">
          <ac:chgData name="Kaur Chahal, Jaspreet" userId="0287d743-a291-4dc0-ada6-e97e0e95e550" providerId="ADAL" clId="{4FE89DC7-292E-4213-A16C-4CFCF5D7ED09}" dt="2025-12-16T05:08:43.124" v="2950" actId="478"/>
          <ac:picMkLst>
            <pc:docMk/>
            <pc:sldMk cId="2246545702" sldId="316"/>
            <ac:picMk id="8" creationId="{16A430B8-116D-EC4E-9481-1049D1BC3EF8}"/>
          </ac:picMkLst>
        </pc:picChg>
      </pc:sldChg>
      <pc:sldChg chg="addSp delSp modSp add mod">
        <pc:chgData name="Kaur Chahal, Jaspreet" userId="0287d743-a291-4dc0-ada6-e97e0e95e550" providerId="ADAL" clId="{4FE89DC7-292E-4213-A16C-4CFCF5D7ED09}" dt="2025-12-16T15:32:53.977" v="4229" actId="962"/>
        <pc:sldMkLst>
          <pc:docMk/>
          <pc:sldMk cId="1049954190" sldId="317"/>
        </pc:sldMkLst>
        <pc:picChg chg="add mod">
          <ac:chgData name="Kaur Chahal, Jaspreet" userId="0287d743-a291-4dc0-ada6-e97e0e95e550" providerId="ADAL" clId="{4FE89DC7-292E-4213-A16C-4CFCF5D7ED09}" dt="2025-12-16T15:32:53.977" v="4229" actId="962"/>
          <ac:picMkLst>
            <pc:docMk/>
            <pc:sldMk cId="1049954190" sldId="317"/>
            <ac:picMk id="3" creationId="{A00D9606-9684-072E-B5F4-4B7494F5C1DE}"/>
          </ac:picMkLst>
        </pc:picChg>
        <pc:picChg chg="add del mod modCrop">
          <ac:chgData name="Kaur Chahal, Jaspreet" userId="0287d743-a291-4dc0-ada6-e97e0e95e550" providerId="ADAL" clId="{4FE89DC7-292E-4213-A16C-4CFCF5D7ED09}" dt="2025-12-16T15:32:42.144" v="4226" actId="478"/>
          <ac:picMkLst>
            <pc:docMk/>
            <pc:sldMk cId="1049954190" sldId="317"/>
            <ac:picMk id="4" creationId="{175C48CB-B4A5-D7FB-2DA7-6ED4F0C45D1D}"/>
          </ac:picMkLst>
        </pc:picChg>
      </pc:sldChg>
      <pc:sldChg chg="addSp delSp modSp add mod">
        <pc:chgData name="Kaur Chahal, Jaspreet" userId="0287d743-a291-4dc0-ada6-e97e0e95e550" providerId="ADAL" clId="{4FE89DC7-292E-4213-A16C-4CFCF5D7ED09}" dt="2025-12-16T17:56:13.583" v="4239" actId="27614"/>
        <pc:sldMkLst>
          <pc:docMk/>
          <pc:sldMk cId="2131829075" sldId="318"/>
        </pc:sldMkLst>
        <pc:picChg chg="add del mod">
          <ac:chgData name="Kaur Chahal, Jaspreet" userId="0287d743-a291-4dc0-ada6-e97e0e95e550" providerId="ADAL" clId="{4FE89DC7-292E-4213-A16C-4CFCF5D7ED09}" dt="2025-12-16T15:33:07.569" v="4230" actId="478"/>
          <ac:picMkLst>
            <pc:docMk/>
            <pc:sldMk cId="2131829075" sldId="318"/>
            <ac:picMk id="3" creationId="{453AAF02-6805-A6ED-2398-CA31912E9A5A}"/>
          </ac:picMkLst>
        </pc:picChg>
        <pc:picChg chg="add del mod">
          <ac:chgData name="Kaur Chahal, Jaspreet" userId="0287d743-a291-4dc0-ada6-e97e0e95e550" providerId="ADAL" clId="{4FE89DC7-292E-4213-A16C-4CFCF5D7ED09}" dt="2025-12-16T17:56:00.187" v="4237" actId="478"/>
          <ac:picMkLst>
            <pc:docMk/>
            <pc:sldMk cId="2131829075" sldId="318"/>
            <ac:picMk id="4" creationId="{6CA91FE7-E33D-385C-D938-DCCEC9EFE0D8}"/>
          </ac:picMkLst>
        </pc:picChg>
        <pc:picChg chg="add del mod modCrop">
          <ac:chgData name="Kaur Chahal, Jaspreet" userId="0287d743-a291-4dc0-ada6-e97e0e95e550" providerId="ADAL" clId="{4FE89DC7-292E-4213-A16C-4CFCF5D7ED09}" dt="2025-12-16T05:08:01.877" v="2948" actId="478"/>
          <ac:picMkLst>
            <pc:docMk/>
            <pc:sldMk cId="2131829075" sldId="318"/>
            <ac:picMk id="6" creationId="{06112F8F-4257-6BFB-2949-363F20432E3B}"/>
          </ac:picMkLst>
        </pc:picChg>
        <pc:picChg chg="add mod">
          <ac:chgData name="Kaur Chahal, Jaspreet" userId="0287d743-a291-4dc0-ada6-e97e0e95e550" providerId="ADAL" clId="{4FE89DC7-292E-4213-A16C-4CFCF5D7ED09}" dt="2025-12-16T17:56:13.583" v="4239" actId="27614"/>
          <ac:picMkLst>
            <pc:docMk/>
            <pc:sldMk cId="2131829075" sldId="318"/>
            <ac:picMk id="6" creationId="{D7B61AEF-9A2E-6072-51F1-364F10CD6023}"/>
          </ac:picMkLst>
        </pc:picChg>
      </pc:sldChg>
      <pc:sldChg chg="addSp delSp modSp add mod ord">
        <pc:chgData name="Kaur Chahal, Jaspreet" userId="0287d743-a291-4dc0-ada6-e97e0e95e550" providerId="ADAL" clId="{4FE89DC7-292E-4213-A16C-4CFCF5D7ED09}" dt="2025-12-16T15:34:02.970" v="4236" actId="962"/>
        <pc:sldMkLst>
          <pc:docMk/>
          <pc:sldMk cId="257757697" sldId="319"/>
        </pc:sldMkLst>
        <pc:picChg chg="add del mod modCrop">
          <ac:chgData name="Kaur Chahal, Jaspreet" userId="0287d743-a291-4dc0-ada6-e97e0e95e550" providerId="ADAL" clId="{4FE89DC7-292E-4213-A16C-4CFCF5D7ED09}" dt="2025-12-16T15:33:52.185" v="4233" actId="478"/>
          <ac:picMkLst>
            <pc:docMk/>
            <pc:sldMk cId="257757697" sldId="319"/>
            <ac:picMk id="3" creationId="{C1854D03-B669-D658-6911-BEE482737656}"/>
          </ac:picMkLst>
        </pc:picChg>
        <pc:picChg chg="add mod">
          <ac:chgData name="Kaur Chahal, Jaspreet" userId="0287d743-a291-4dc0-ada6-e97e0e95e550" providerId="ADAL" clId="{4FE89DC7-292E-4213-A16C-4CFCF5D7ED09}" dt="2025-12-16T15:34:02.970" v="4236" actId="962"/>
          <ac:picMkLst>
            <pc:docMk/>
            <pc:sldMk cId="257757697" sldId="319"/>
            <ac:picMk id="4" creationId="{15BBA0AA-9B18-169F-31B1-0CA209723BB8}"/>
          </ac:picMkLst>
        </pc:picChg>
        <pc:picChg chg="add del mod modCrop">
          <ac:chgData name="Kaur Chahal, Jaspreet" userId="0287d743-a291-4dc0-ada6-e97e0e95e550" providerId="ADAL" clId="{4FE89DC7-292E-4213-A16C-4CFCF5D7ED09}" dt="2025-12-16T05:10:59.817" v="2964" actId="478"/>
          <ac:picMkLst>
            <pc:docMk/>
            <pc:sldMk cId="257757697" sldId="319"/>
            <ac:picMk id="4" creationId="{9940BED5-32E2-1310-9B61-F886244D4A91}"/>
          </ac:picMkLst>
        </pc:picChg>
      </pc:sldChg>
      <pc:sldChg chg="delSp modSp add del mod">
        <pc:chgData name="Kaur Chahal, Jaspreet" userId="0287d743-a291-4dc0-ada6-e97e0e95e550" providerId="ADAL" clId="{4FE89DC7-292E-4213-A16C-4CFCF5D7ED09}" dt="2025-12-16T12:30:40.389" v="4185" actId="47"/>
        <pc:sldMkLst>
          <pc:docMk/>
          <pc:sldMk cId="2815555508" sldId="320"/>
        </pc:sldMkLst>
        <pc:spChg chg="del">
          <ac:chgData name="Kaur Chahal, Jaspreet" userId="0287d743-a291-4dc0-ada6-e97e0e95e550" providerId="ADAL" clId="{4FE89DC7-292E-4213-A16C-4CFCF5D7ED09}" dt="2025-12-16T06:18:23.791" v="3327" actId="478"/>
          <ac:spMkLst>
            <pc:docMk/>
            <pc:sldMk cId="2815555508" sldId="320"/>
            <ac:spMk id="2394" creationId="{E39C5ECE-B6B4-43F9-4E86-593E4DFA3C8A}"/>
          </ac:spMkLst>
        </pc:spChg>
        <pc:spChg chg="del">
          <ac:chgData name="Kaur Chahal, Jaspreet" userId="0287d743-a291-4dc0-ada6-e97e0e95e550" providerId="ADAL" clId="{4FE89DC7-292E-4213-A16C-4CFCF5D7ED09}" dt="2025-12-16T06:18:41.704" v="3345" actId="478"/>
          <ac:spMkLst>
            <pc:docMk/>
            <pc:sldMk cId="2815555508" sldId="320"/>
            <ac:spMk id="2395" creationId="{38480CE2-4A9E-E141-C8EE-F96C18920CC3}"/>
          </ac:spMkLst>
        </pc:spChg>
        <pc:spChg chg="del">
          <ac:chgData name="Kaur Chahal, Jaspreet" userId="0287d743-a291-4dc0-ada6-e97e0e95e550" providerId="ADAL" clId="{4FE89DC7-292E-4213-A16C-4CFCF5D7ED09}" dt="2025-12-16T06:18:54.016" v="3347" actId="478"/>
          <ac:spMkLst>
            <pc:docMk/>
            <pc:sldMk cId="2815555508" sldId="320"/>
            <ac:spMk id="2396" creationId="{C2AED698-BC37-7497-4A64-3443ACEEA0B5}"/>
          </ac:spMkLst>
        </pc:spChg>
        <pc:spChg chg="del">
          <ac:chgData name="Kaur Chahal, Jaspreet" userId="0287d743-a291-4dc0-ada6-e97e0e95e550" providerId="ADAL" clId="{4FE89DC7-292E-4213-A16C-4CFCF5D7ED09}" dt="2025-12-16T06:19:37.307" v="3376" actId="478"/>
          <ac:spMkLst>
            <pc:docMk/>
            <pc:sldMk cId="2815555508" sldId="320"/>
            <ac:spMk id="2397" creationId="{FC8B085D-312D-6DA0-9469-4757CB9C8777}"/>
          </ac:spMkLst>
        </pc:spChg>
        <pc:spChg chg="del">
          <ac:chgData name="Kaur Chahal, Jaspreet" userId="0287d743-a291-4dc0-ada6-e97e0e95e550" providerId="ADAL" clId="{4FE89DC7-292E-4213-A16C-4CFCF5D7ED09}" dt="2025-12-16T06:19:40.681" v="3377" actId="478"/>
          <ac:spMkLst>
            <pc:docMk/>
            <pc:sldMk cId="2815555508" sldId="320"/>
            <ac:spMk id="2398" creationId="{35981FD3-E4D8-5E47-7077-3C850699C59A}"/>
          </ac:spMkLst>
        </pc:spChg>
        <pc:spChg chg="del">
          <ac:chgData name="Kaur Chahal, Jaspreet" userId="0287d743-a291-4dc0-ada6-e97e0e95e550" providerId="ADAL" clId="{4FE89DC7-292E-4213-A16C-4CFCF5D7ED09}" dt="2025-12-16T06:19:44.112" v="3378" actId="478"/>
          <ac:spMkLst>
            <pc:docMk/>
            <pc:sldMk cId="2815555508" sldId="320"/>
            <ac:spMk id="2399" creationId="{64B7FB0A-ECDC-6931-0C22-CCCD2B5FCADA}"/>
          </ac:spMkLst>
        </pc:spChg>
        <pc:spChg chg="mod">
          <ac:chgData name="Kaur Chahal, Jaspreet" userId="0287d743-a291-4dc0-ada6-e97e0e95e550" providerId="ADAL" clId="{4FE89DC7-292E-4213-A16C-4CFCF5D7ED09}" dt="2025-12-16T06:19:19.142" v="3361" actId="1076"/>
          <ac:spMkLst>
            <pc:docMk/>
            <pc:sldMk cId="2815555508" sldId="320"/>
            <ac:spMk id="2401" creationId="{A4806C94-8BD1-0B14-9F87-DF14EE977350}"/>
          </ac:spMkLst>
        </pc:spChg>
        <pc:spChg chg="mod">
          <ac:chgData name="Kaur Chahal, Jaspreet" userId="0287d743-a291-4dc0-ada6-e97e0e95e550" providerId="ADAL" clId="{4FE89DC7-292E-4213-A16C-4CFCF5D7ED09}" dt="2025-12-16T06:21:51.087" v="3452" actId="1076"/>
          <ac:spMkLst>
            <pc:docMk/>
            <pc:sldMk cId="2815555508" sldId="320"/>
            <ac:spMk id="2402" creationId="{6BE2057E-20A8-26BE-EA9F-6E14EB99C110}"/>
          </ac:spMkLst>
        </pc:spChg>
        <pc:spChg chg="mod">
          <ac:chgData name="Kaur Chahal, Jaspreet" userId="0287d743-a291-4dc0-ada6-e97e0e95e550" providerId="ADAL" clId="{4FE89DC7-292E-4213-A16C-4CFCF5D7ED09}" dt="2025-12-16T06:22:08.421" v="3453" actId="1076"/>
          <ac:spMkLst>
            <pc:docMk/>
            <pc:sldMk cId="2815555508" sldId="320"/>
            <ac:spMk id="2403" creationId="{1D4B1C99-0809-4632-CA0C-681BDED62443}"/>
          </ac:spMkLst>
        </pc:spChg>
        <pc:spChg chg="mod">
          <ac:chgData name="Kaur Chahal, Jaspreet" userId="0287d743-a291-4dc0-ada6-e97e0e95e550" providerId="ADAL" clId="{4FE89DC7-292E-4213-A16C-4CFCF5D7ED09}" dt="2025-12-16T06:21:05.972" v="3437" actId="20577"/>
          <ac:spMkLst>
            <pc:docMk/>
            <pc:sldMk cId="2815555508" sldId="320"/>
            <ac:spMk id="2404" creationId="{8C8370F3-6946-7D7A-F60D-179C0F7E8534}"/>
          </ac:spMkLst>
        </pc:spChg>
        <pc:spChg chg="mod">
          <ac:chgData name="Kaur Chahal, Jaspreet" userId="0287d743-a291-4dc0-ada6-e97e0e95e550" providerId="ADAL" clId="{4FE89DC7-292E-4213-A16C-4CFCF5D7ED09}" dt="2025-12-16T06:19:11.555" v="3360" actId="1076"/>
          <ac:spMkLst>
            <pc:docMk/>
            <pc:sldMk cId="2815555508" sldId="320"/>
            <ac:spMk id="2405" creationId="{73574718-D9CE-11B6-20E7-A8510D4D636D}"/>
          </ac:spMkLst>
        </pc:spChg>
        <pc:spChg chg="mod">
          <ac:chgData name="Kaur Chahal, Jaspreet" userId="0287d743-a291-4dc0-ada6-e97e0e95e550" providerId="ADAL" clId="{4FE89DC7-292E-4213-A16C-4CFCF5D7ED09}" dt="2025-12-16T06:22:13.201" v="3454" actId="1076"/>
          <ac:spMkLst>
            <pc:docMk/>
            <pc:sldMk cId="2815555508" sldId="320"/>
            <ac:spMk id="2406" creationId="{B8BBE3DD-89E9-D65E-9754-E217C4EA99B4}"/>
          </ac:spMkLst>
        </pc:spChg>
        <pc:spChg chg="mod">
          <ac:chgData name="Kaur Chahal, Jaspreet" userId="0287d743-a291-4dc0-ada6-e97e0e95e550" providerId="ADAL" clId="{4FE89DC7-292E-4213-A16C-4CFCF5D7ED09}" dt="2025-12-16T06:22:27.242" v="3455" actId="1076"/>
          <ac:spMkLst>
            <pc:docMk/>
            <pc:sldMk cId="2815555508" sldId="320"/>
            <ac:spMk id="2407" creationId="{00B4010C-D1E6-4D12-E188-5854E94565B3}"/>
          </ac:spMkLst>
        </pc:spChg>
        <pc:spChg chg="mod">
          <ac:chgData name="Kaur Chahal, Jaspreet" userId="0287d743-a291-4dc0-ada6-e97e0e95e550" providerId="ADAL" clId="{4FE89DC7-292E-4213-A16C-4CFCF5D7ED09}" dt="2025-12-16T06:20:41.554" v="3429"/>
          <ac:spMkLst>
            <pc:docMk/>
            <pc:sldMk cId="2815555508" sldId="320"/>
            <ac:spMk id="2408" creationId="{25A7F085-5F6E-A587-3296-5EF0BE8A6AB6}"/>
          </ac:spMkLst>
        </pc:spChg>
        <pc:spChg chg="mod">
          <ac:chgData name="Kaur Chahal, Jaspreet" userId="0287d743-a291-4dc0-ada6-e97e0e95e550" providerId="ADAL" clId="{4FE89DC7-292E-4213-A16C-4CFCF5D7ED09}" dt="2025-12-16T06:21:37.886" v="3450" actId="1076"/>
          <ac:spMkLst>
            <pc:docMk/>
            <pc:sldMk cId="2815555508" sldId="320"/>
            <ac:spMk id="2409" creationId="{A31A1450-1D35-3EAF-15E4-08CEDAE46329}"/>
          </ac:spMkLst>
        </pc:spChg>
        <pc:spChg chg="mod">
          <ac:chgData name="Kaur Chahal, Jaspreet" userId="0287d743-a291-4dc0-ada6-e97e0e95e550" providerId="ADAL" clId="{4FE89DC7-292E-4213-A16C-4CFCF5D7ED09}" dt="2025-12-16T06:21:42.099" v="3451" actId="1076"/>
          <ac:spMkLst>
            <pc:docMk/>
            <pc:sldMk cId="2815555508" sldId="320"/>
            <ac:spMk id="2410" creationId="{70BD16D4-2892-4DC1-5EDB-F8F2BD0BF1D7}"/>
          </ac:spMkLst>
        </pc:spChg>
        <pc:spChg chg="mod">
          <ac:chgData name="Kaur Chahal, Jaspreet" userId="0287d743-a291-4dc0-ada6-e97e0e95e550" providerId="ADAL" clId="{4FE89DC7-292E-4213-A16C-4CFCF5D7ED09}" dt="2025-12-16T06:22:33.655" v="3456" actId="1076"/>
          <ac:spMkLst>
            <pc:docMk/>
            <pc:sldMk cId="2815555508" sldId="320"/>
            <ac:spMk id="2411" creationId="{8564F63A-E9CD-BB57-8CFE-68BE5F2FDA6B}"/>
          </ac:spMkLst>
        </pc:spChg>
        <pc:spChg chg="mod">
          <ac:chgData name="Kaur Chahal, Jaspreet" userId="0287d743-a291-4dc0-ada6-e97e0e95e550" providerId="ADAL" clId="{4FE89DC7-292E-4213-A16C-4CFCF5D7ED09}" dt="2025-12-16T06:20:32.353" v="3427" actId="20577"/>
          <ac:spMkLst>
            <pc:docMk/>
            <pc:sldMk cId="2815555508" sldId="320"/>
            <ac:spMk id="2412" creationId="{A236CB8A-7369-EC21-F95F-60DB92D4C2AB}"/>
          </ac:spMkLst>
        </pc:spChg>
        <pc:grpChg chg="del">
          <ac:chgData name="Kaur Chahal, Jaspreet" userId="0287d743-a291-4dc0-ada6-e97e0e95e550" providerId="ADAL" clId="{4FE89DC7-292E-4213-A16C-4CFCF5D7ED09}" dt="2025-12-16T06:18:25.752" v="3328" actId="478"/>
          <ac:grpSpMkLst>
            <pc:docMk/>
            <pc:sldMk cId="2815555508" sldId="320"/>
            <ac:grpSpMk id="2413" creationId="{8AAAD73F-43C3-6C7E-4918-D1EEF8C3E3D8}"/>
          </ac:grpSpMkLst>
        </pc:grpChg>
        <pc:grpChg chg="del">
          <ac:chgData name="Kaur Chahal, Jaspreet" userId="0287d743-a291-4dc0-ada6-e97e0e95e550" providerId="ADAL" clId="{4FE89DC7-292E-4213-A16C-4CFCF5D7ED09}" dt="2025-12-16T06:19:44.112" v="3378" actId="478"/>
          <ac:grpSpMkLst>
            <pc:docMk/>
            <pc:sldMk cId="2815555508" sldId="320"/>
            <ac:grpSpMk id="2419" creationId="{E7E582AF-7AD6-8B1B-0221-53A30EF839EC}"/>
          </ac:grpSpMkLst>
        </pc:grpChg>
        <pc:grpChg chg="del">
          <ac:chgData name="Kaur Chahal, Jaspreet" userId="0287d743-a291-4dc0-ada6-e97e0e95e550" providerId="ADAL" clId="{4FE89DC7-292E-4213-A16C-4CFCF5D7ED09}" dt="2025-12-16T06:18:54.016" v="3347" actId="478"/>
          <ac:grpSpMkLst>
            <pc:docMk/>
            <pc:sldMk cId="2815555508" sldId="320"/>
            <ac:grpSpMk id="2424" creationId="{BEED2177-0836-0002-57DD-A205140B6A1D}"/>
          </ac:grpSpMkLst>
        </pc:grpChg>
        <pc:grpChg chg="del">
          <ac:chgData name="Kaur Chahal, Jaspreet" userId="0287d743-a291-4dc0-ada6-e97e0e95e550" providerId="ADAL" clId="{4FE89DC7-292E-4213-A16C-4CFCF5D7ED09}" dt="2025-12-16T06:19:40.681" v="3377" actId="478"/>
          <ac:grpSpMkLst>
            <pc:docMk/>
            <pc:sldMk cId="2815555508" sldId="320"/>
            <ac:grpSpMk id="2430" creationId="{CB35A15F-60A5-2481-9EE7-947F8CDE72F1}"/>
          </ac:grpSpMkLst>
        </pc:grpChg>
        <pc:grpChg chg="del">
          <ac:chgData name="Kaur Chahal, Jaspreet" userId="0287d743-a291-4dc0-ada6-e97e0e95e550" providerId="ADAL" clId="{4FE89DC7-292E-4213-A16C-4CFCF5D7ED09}" dt="2025-12-16T06:18:41.704" v="3345" actId="478"/>
          <ac:grpSpMkLst>
            <pc:docMk/>
            <pc:sldMk cId="2815555508" sldId="320"/>
            <ac:grpSpMk id="2436" creationId="{1AB87D7F-AD9A-B0DB-8EBA-7799F3F5703C}"/>
          </ac:grpSpMkLst>
        </pc:grpChg>
        <pc:grpChg chg="del">
          <ac:chgData name="Kaur Chahal, Jaspreet" userId="0287d743-a291-4dc0-ada6-e97e0e95e550" providerId="ADAL" clId="{4FE89DC7-292E-4213-A16C-4CFCF5D7ED09}" dt="2025-12-16T06:19:37.307" v="3376" actId="478"/>
          <ac:grpSpMkLst>
            <pc:docMk/>
            <pc:sldMk cId="2815555508" sldId="320"/>
            <ac:grpSpMk id="2443" creationId="{C8031CAB-047C-22C9-D3A3-8CE52EF33250}"/>
          </ac:grpSpMkLst>
        </pc:grpChg>
      </pc:sldChg>
      <pc:sldChg chg="add del">
        <pc:chgData name="Kaur Chahal, Jaspreet" userId="0287d743-a291-4dc0-ada6-e97e0e95e550" providerId="ADAL" clId="{4FE89DC7-292E-4213-A16C-4CFCF5D7ED09}" dt="2025-12-16T06:18:08.087" v="3314"/>
        <pc:sldMkLst>
          <pc:docMk/>
          <pc:sldMk cId="3874605951" sldId="320"/>
        </pc:sldMkLst>
      </pc:sldChg>
      <pc:sldChg chg="add del setBg">
        <pc:chgData name="Kaur Chahal, Jaspreet" userId="0287d743-a291-4dc0-ada6-e97e0e95e550" providerId="ADAL" clId="{4FE89DC7-292E-4213-A16C-4CFCF5D7ED09}" dt="2025-12-16T07:21:27.720" v="3961"/>
        <pc:sldMkLst>
          <pc:docMk/>
          <pc:sldMk cId="900859807" sldId="321"/>
        </pc:sldMkLst>
      </pc:sldChg>
      <pc:sldMasterChg chg="delSldLayout">
        <pc:chgData name="Kaur Chahal, Jaspreet" userId="0287d743-a291-4dc0-ada6-e97e0e95e550" providerId="ADAL" clId="{4FE89DC7-292E-4213-A16C-4CFCF5D7ED09}" dt="2025-12-16T12:30:53.123" v="4196" actId="47"/>
        <pc:sldMasterMkLst>
          <pc:docMk/>
          <pc:sldMasterMk cId="0" sldId="2147483682"/>
        </pc:sldMasterMkLst>
        <pc:sldLayoutChg chg="del">
          <pc:chgData name="Kaur Chahal, Jaspreet" userId="0287d743-a291-4dc0-ada6-e97e0e95e550" providerId="ADAL" clId="{4FE89DC7-292E-4213-A16C-4CFCF5D7ED09}" dt="2025-12-16T12:30:29.897" v="4176" actId="47"/>
          <pc:sldLayoutMkLst>
            <pc:docMk/>
            <pc:sldMasterMk cId="0" sldId="2147483682"/>
            <pc:sldLayoutMk cId="0" sldId="2147483653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46.204" v="4190" actId="47"/>
          <pc:sldLayoutMkLst>
            <pc:docMk/>
            <pc:sldMasterMk cId="0" sldId="2147483682"/>
            <pc:sldLayoutMk cId="0" sldId="2147483654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44.042" v="4188" actId="47"/>
          <pc:sldLayoutMkLst>
            <pc:docMk/>
            <pc:sldMasterMk cId="0" sldId="2147483682"/>
            <pc:sldLayoutMk cId="0" sldId="2147483657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31.706" v="4177" actId="47"/>
          <pc:sldLayoutMkLst>
            <pc:docMk/>
            <pc:sldMasterMk cId="0" sldId="2147483682"/>
            <pc:sldLayoutMk cId="0" sldId="2147483661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33.928" v="4179" actId="47"/>
          <pc:sldLayoutMkLst>
            <pc:docMk/>
            <pc:sldMasterMk cId="0" sldId="2147483682"/>
            <pc:sldLayoutMk cId="0" sldId="2147483662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34.828" v="4180" actId="47"/>
          <pc:sldLayoutMkLst>
            <pc:docMk/>
            <pc:sldMasterMk cId="0" sldId="2147483682"/>
            <pc:sldLayoutMk cId="0" sldId="2147483663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37.239" v="4182" actId="47"/>
          <pc:sldLayoutMkLst>
            <pc:docMk/>
            <pc:sldMasterMk cId="0" sldId="2147483682"/>
            <pc:sldLayoutMk cId="0" sldId="2147483665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38.806" v="4183" actId="47"/>
          <pc:sldLayoutMkLst>
            <pc:docMk/>
            <pc:sldMasterMk cId="0" sldId="2147483682"/>
            <pc:sldLayoutMk cId="0" sldId="2147483666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39.461" v="4184" actId="47"/>
          <pc:sldLayoutMkLst>
            <pc:docMk/>
            <pc:sldMasterMk cId="0" sldId="2147483682"/>
            <pc:sldLayoutMk cId="0" sldId="2147483667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41.965" v="4186" actId="47"/>
          <pc:sldLayoutMkLst>
            <pc:docMk/>
            <pc:sldMasterMk cId="0" sldId="2147483682"/>
            <pc:sldLayoutMk cId="0" sldId="2147483670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43.224" v="4187" actId="47"/>
          <pc:sldLayoutMkLst>
            <pc:docMk/>
            <pc:sldMasterMk cId="0" sldId="2147483682"/>
            <pc:sldLayoutMk cId="0" sldId="2147483671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49.163" v="4193" actId="47"/>
          <pc:sldLayoutMkLst>
            <pc:docMk/>
            <pc:sldMasterMk cId="0" sldId="2147483682"/>
            <pc:sldLayoutMk cId="0" sldId="2147483672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45.137" v="4189" actId="47"/>
          <pc:sldLayoutMkLst>
            <pc:docMk/>
            <pc:sldMasterMk cId="0" sldId="2147483682"/>
            <pc:sldLayoutMk cId="0" sldId="2147483673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47.179" v="4191" actId="47"/>
          <pc:sldLayoutMkLst>
            <pc:docMk/>
            <pc:sldMasterMk cId="0" sldId="2147483682"/>
            <pc:sldLayoutMk cId="0" sldId="2147483674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52.234" v="4195" actId="47"/>
          <pc:sldLayoutMkLst>
            <pc:docMk/>
            <pc:sldMasterMk cId="0" sldId="2147483682"/>
            <pc:sldLayoutMk cId="0" sldId="2147483675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53.123" v="4196" actId="47"/>
          <pc:sldLayoutMkLst>
            <pc:docMk/>
            <pc:sldMasterMk cId="0" sldId="2147483682"/>
            <pc:sldLayoutMk cId="0" sldId="2147483676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48.102" v="4192" actId="47"/>
          <pc:sldLayoutMkLst>
            <pc:docMk/>
            <pc:sldMasterMk cId="0" sldId="2147483682"/>
            <pc:sldLayoutMk cId="0" sldId="2147483677"/>
          </pc:sldLayoutMkLst>
        </pc:sldLayoutChg>
      </pc:sldMasterChg>
      <pc:sldMasterChg chg="del delSldLayout">
        <pc:chgData name="Kaur Chahal, Jaspreet" userId="0287d743-a291-4dc0-ada6-e97e0e95e550" providerId="ADAL" clId="{4FE89DC7-292E-4213-A16C-4CFCF5D7ED09}" dt="2025-12-16T12:31:01.337" v="4214" actId="47"/>
        <pc:sldMasterMkLst>
          <pc:docMk/>
          <pc:sldMasterMk cId="0" sldId="2147483683"/>
        </pc:sldMasterMkLst>
        <pc:sldLayoutChg chg="del">
          <pc:chgData name="Kaur Chahal, Jaspreet" userId="0287d743-a291-4dc0-ada6-e97e0e95e550" providerId="ADAL" clId="{4FE89DC7-292E-4213-A16C-4CFCF5D7ED09}" dt="2025-12-16T12:31:01.337" v="4214" actId="47"/>
          <pc:sldLayoutMkLst>
            <pc:docMk/>
            <pc:sldMasterMk cId="0" sldId="2147483683"/>
            <pc:sldLayoutMk cId="0" sldId="2147483680"/>
          </pc:sldLayoutMkLst>
        </pc:sldLayoutChg>
        <pc:sldLayoutChg chg="del">
          <pc:chgData name="Kaur Chahal, Jaspreet" userId="0287d743-a291-4dc0-ada6-e97e0e95e550" providerId="ADAL" clId="{4FE89DC7-292E-4213-A16C-4CFCF5D7ED09}" dt="2025-12-16T12:30:58.512" v="4207" actId="47"/>
          <pc:sldLayoutMkLst>
            <pc:docMk/>
            <pc:sldMasterMk cId="0" sldId="2147483683"/>
            <pc:sldLayoutMk cId="0" sldId="214748368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072d5a1500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072d5a1500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g1077710c7bf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2" name="Google Shape;2392;g1077710c7bf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1077710c7b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1077710c7b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1074108e495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1074108e495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Google Shape;2877;g1077710c7bf_0_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8" name="Google Shape;2878;g1077710c7bf_0_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1077710c7bf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1077710c7bf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Google Shape;3016;g1077710c7bf_0_19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7" name="Google Shape;3017;g1077710c7bf_0_19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1077710c7bf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3" name="Google Shape;2043;g1077710c7bf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1003bd6ff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1003bd6ff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212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>
          <a:extLst>
            <a:ext uri="{FF2B5EF4-FFF2-40B4-BE49-F238E27FC236}">
              <a16:creationId xmlns:a16="http://schemas.microsoft.com/office/drawing/2014/main" id="{6B830CA4-6E35-2C60-9258-F9FA8FAD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1003bd6ff09_0_0:notes">
            <a:extLst>
              <a:ext uri="{FF2B5EF4-FFF2-40B4-BE49-F238E27FC236}">
                <a16:creationId xmlns:a16="http://schemas.microsoft.com/office/drawing/2014/main" id="{CA53DC04-7769-A3D8-C7B5-5461B5325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1003bd6ff09_0_0:notes">
            <a:extLst>
              <a:ext uri="{FF2B5EF4-FFF2-40B4-BE49-F238E27FC236}">
                <a16:creationId xmlns:a16="http://schemas.microsoft.com/office/drawing/2014/main" id="{18F9EEE8-DE5E-D647-EE18-2B8833906F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953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>
          <a:extLst>
            <a:ext uri="{FF2B5EF4-FFF2-40B4-BE49-F238E27FC236}">
              <a16:creationId xmlns:a16="http://schemas.microsoft.com/office/drawing/2014/main" id="{9729AD4E-189D-36A8-7C28-1DFDEC5F0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1003bd6ff09_0_0:notes">
            <a:extLst>
              <a:ext uri="{FF2B5EF4-FFF2-40B4-BE49-F238E27FC236}">
                <a16:creationId xmlns:a16="http://schemas.microsoft.com/office/drawing/2014/main" id="{648E02ED-C46C-FADB-F474-67ECE2B87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1003bd6ff09_0_0:notes">
            <a:extLst>
              <a:ext uri="{FF2B5EF4-FFF2-40B4-BE49-F238E27FC236}">
                <a16:creationId xmlns:a16="http://schemas.microsoft.com/office/drawing/2014/main" id="{EACD5DA3-7A3F-E4B4-3517-2D833CD17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200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>
          <a:extLst>
            <a:ext uri="{FF2B5EF4-FFF2-40B4-BE49-F238E27FC236}">
              <a16:creationId xmlns:a16="http://schemas.microsoft.com/office/drawing/2014/main" id="{A13F4759-13DC-F6E7-6229-DCB0BCBE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1003bd6ff09_0_0:notes">
            <a:extLst>
              <a:ext uri="{FF2B5EF4-FFF2-40B4-BE49-F238E27FC236}">
                <a16:creationId xmlns:a16="http://schemas.microsoft.com/office/drawing/2014/main" id="{B8C9DB78-0C0B-A231-611D-0FA335DAE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1003bd6ff09_0_0:notes">
            <a:extLst>
              <a:ext uri="{FF2B5EF4-FFF2-40B4-BE49-F238E27FC236}">
                <a16:creationId xmlns:a16="http://schemas.microsoft.com/office/drawing/2014/main" id="{B9E7D7A8-0B55-394C-513C-4CAF03519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24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>
          <a:extLst>
            <a:ext uri="{FF2B5EF4-FFF2-40B4-BE49-F238E27FC236}">
              <a16:creationId xmlns:a16="http://schemas.microsoft.com/office/drawing/2014/main" id="{B14F4F42-820D-ED24-0AFE-5BAB938B9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1003bd6ff09_0_0:notes">
            <a:extLst>
              <a:ext uri="{FF2B5EF4-FFF2-40B4-BE49-F238E27FC236}">
                <a16:creationId xmlns:a16="http://schemas.microsoft.com/office/drawing/2014/main" id="{DCA9C5BF-C822-38DF-118F-B444F7BF0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1003bd6ff09_0_0:notes">
            <a:extLst>
              <a:ext uri="{FF2B5EF4-FFF2-40B4-BE49-F238E27FC236}">
                <a16:creationId xmlns:a16="http://schemas.microsoft.com/office/drawing/2014/main" id="{66E78B2E-55EC-128B-BD89-3D19B9436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188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1077710c7b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1077710c7b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g1077710c7bf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3" name="Google Shape;2453;g1077710c7bf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02800" y="1737000"/>
            <a:ext cx="7338300" cy="17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45350" y="3527400"/>
            <a:ext cx="54534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6570586" y="-104716"/>
            <a:ext cx="2652486" cy="1452176"/>
          </a:xfrm>
          <a:custGeom>
            <a:avLst/>
            <a:gdLst/>
            <a:ahLst/>
            <a:cxnLst/>
            <a:rect l="l" t="t" r="r" b="b"/>
            <a:pathLst>
              <a:path w="44221" h="24211" extrusionOk="0">
                <a:moveTo>
                  <a:pt x="335" y="1"/>
                </a:moveTo>
                <a:lnTo>
                  <a:pt x="1" y="22699"/>
                </a:lnTo>
                <a:cubicBezTo>
                  <a:pt x="1" y="22699"/>
                  <a:pt x="15259" y="24211"/>
                  <a:pt x="27722" y="24211"/>
                </a:cubicBezTo>
                <a:cubicBezTo>
                  <a:pt x="35951" y="24211"/>
                  <a:pt x="42961" y="23552"/>
                  <a:pt x="43556" y="21364"/>
                </a:cubicBezTo>
                <a:cubicBezTo>
                  <a:pt x="44221" y="18926"/>
                  <a:pt x="38118" y="15127"/>
                  <a:pt x="28012" y="15127"/>
                </a:cubicBezTo>
                <a:cubicBezTo>
                  <a:pt x="25335" y="15127"/>
                  <a:pt x="22376" y="15394"/>
                  <a:pt x="19188" y="16023"/>
                </a:cubicBezTo>
                <a:cubicBezTo>
                  <a:pt x="17850" y="16288"/>
                  <a:pt x="16627" y="16409"/>
                  <a:pt x="15508" y="16409"/>
                </a:cubicBezTo>
                <a:cubicBezTo>
                  <a:pt x="3229" y="16409"/>
                  <a:pt x="3431" y="1751"/>
                  <a:pt x="3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96175" y="639663"/>
            <a:ext cx="265025" cy="186470"/>
          </a:xfrm>
          <a:custGeom>
            <a:avLst/>
            <a:gdLst/>
            <a:ahLst/>
            <a:cxnLst/>
            <a:rect l="l" t="t" r="r" b="b"/>
            <a:pathLst>
              <a:path w="4622" h="3252" extrusionOk="0">
                <a:moveTo>
                  <a:pt x="2299" y="0"/>
                </a:moveTo>
                <a:cubicBezTo>
                  <a:pt x="2168" y="0"/>
                  <a:pt x="2030" y="9"/>
                  <a:pt x="1883" y="26"/>
                </a:cubicBezTo>
                <a:cubicBezTo>
                  <a:pt x="416" y="182"/>
                  <a:pt x="1" y="3252"/>
                  <a:pt x="2151" y="3252"/>
                </a:cubicBezTo>
                <a:cubicBezTo>
                  <a:pt x="2564" y="3252"/>
                  <a:pt x="3072" y="3139"/>
                  <a:pt x="3685" y="2870"/>
                </a:cubicBezTo>
                <a:cubicBezTo>
                  <a:pt x="4381" y="2566"/>
                  <a:pt x="4621" y="0"/>
                  <a:pt x="22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537350" y="144124"/>
            <a:ext cx="560167" cy="395379"/>
          </a:xfrm>
          <a:custGeom>
            <a:avLst/>
            <a:gdLst/>
            <a:ahLst/>
            <a:cxnLst/>
            <a:rect l="l" t="t" r="r" b="b"/>
            <a:pathLst>
              <a:path w="8019" h="5660" extrusionOk="0">
                <a:moveTo>
                  <a:pt x="3978" y="0"/>
                </a:moveTo>
                <a:cubicBezTo>
                  <a:pt x="3755" y="0"/>
                  <a:pt x="3519" y="14"/>
                  <a:pt x="3269" y="42"/>
                </a:cubicBezTo>
                <a:cubicBezTo>
                  <a:pt x="738" y="333"/>
                  <a:pt x="1" y="5660"/>
                  <a:pt x="3737" y="5660"/>
                </a:cubicBezTo>
                <a:cubicBezTo>
                  <a:pt x="4455" y="5660"/>
                  <a:pt x="5339" y="5463"/>
                  <a:pt x="6407" y="4996"/>
                </a:cubicBezTo>
                <a:cubicBezTo>
                  <a:pt x="7596" y="4477"/>
                  <a:pt x="8018" y="0"/>
                  <a:pt x="3978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05053" y="-197206"/>
            <a:ext cx="2960353" cy="1527729"/>
          </a:xfrm>
          <a:custGeom>
            <a:avLst/>
            <a:gdLst/>
            <a:ahLst/>
            <a:cxnLst/>
            <a:rect l="l" t="t" r="r" b="b"/>
            <a:pathLst>
              <a:path w="52449" h="27067" extrusionOk="0">
                <a:moveTo>
                  <a:pt x="1" y="0"/>
                </a:moveTo>
                <a:lnTo>
                  <a:pt x="1" y="21590"/>
                </a:lnTo>
                <a:cubicBezTo>
                  <a:pt x="1" y="21590"/>
                  <a:pt x="4180" y="27066"/>
                  <a:pt x="9488" y="27066"/>
                </a:cubicBezTo>
                <a:cubicBezTo>
                  <a:pt x="9539" y="27066"/>
                  <a:pt x="9590" y="27066"/>
                  <a:pt x="9641" y="27065"/>
                </a:cubicBezTo>
                <a:cubicBezTo>
                  <a:pt x="15008" y="26971"/>
                  <a:pt x="18560" y="21804"/>
                  <a:pt x="20189" y="17131"/>
                </a:cubicBezTo>
                <a:cubicBezTo>
                  <a:pt x="21619" y="13007"/>
                  <a:pt x="23686" y="9114"/>
                  <a:pt x="31525" y="9114"/>
                </a:cubicBezTo>
                <a:cubicBezTo>
                  <a:pt x="32545" y="9114"/>
                  <a:pt x="33663" y="9180"/>
                  <a:pt x="34890" y="9320"/>
                </a:cubicBezTo>
                <a:cubicBezTo>
                  <a:pt x="35979" y="9446"/>
                  <a:pt x="37032" y="9505"/>
                  <a:pt x="38043" y="9505"/>
                </a:cubicBezTo>
                <a:cubicBezTo>
                  <a:pt x="46901" y="9505"/>
                  <a:pt x="52448" y="4914"/>
                  <a:pt x="499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9390" y="84329"/>
            <a:ext cx="836986" cy="283624"/>
          </a:xfrm>
          <a:custGeom>
            <a:avLst/>
            <a:gdLst/>
            <a:ahLst/>
            <a:cxnLst/>
            <a:rect l="l" t="t" r="r" b="b"/>
            <a:pathLst>
              <a:path w="14829" h="5025" extrusionOk="0">
                <a:moveTo>
                  <a:pt x="7560" y="0"/>
                </a:moveTo>
                <a:cubicBezTo>
                  <a:pt x="7364" y="0"/>
                  <a:pt x="7163" y="6"/>
                  <a:pt x="6957" y="19"/>
                </a:cubicBezTo>
                <a:cubicBezTo>
                  <a:pt x="2284" y="313"/>
                  <a:pt x="0" y="4692"/>
                  <a:pt x="7585" y="5013"/>
                </a:cubicBezTo>
                <a:cubicBezTo>
                  <a:pt x="7784" y="5021"/>
                  <a:pt x="7977" y="5025"/>
                  <a:pt x="8163" y="5025"/>
                </a:cubicBezTo>
                <a:cubicBezTo>
                  <a:pt x="14829" y="5025"/>
                  <a:pt x="13168" y="0"/>
                  <a:pt x="75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225472" y="426426"/>
            <a:ext cx="200540" cy="144098"/>
          </a:xfrm>
          <a:custGeom>
            <a:avLst/>
            <a:gdLst/>
            <a:ahLst/>
            <a:cxnLst/>
            <a:rect l="l" t="t" r="r" b="b"/>
            <a:pathLst>
              <a:path w="3553" h="2553" extrusionOk="0">
                <a:moveTo>
                  <a:pt x="1217" y="0"/>
                </a:moveTo>
                <a:cubicBezTo>
                  <a:pt x="179" y="0"/>
                  <a:pt x="1" y="1324"/>
                  <a:pt x="1515" y="2210"/>
                </a:cubicBezTo>
                <a:cubicBezTo>
                  <a:pt x="1930" y="2452"/>
                  <a:pt x="2276" y="2553"/>
                  <a:pt x="2548" y="2553"/>
                </a:cubicBezTo>
                <a:cubicBezTo>
                  <a:pt x="3552" y="2553"/>
                  <a:pt x="3551" y="1171"/>
                  <a:pt x="2343" y="394"/>
                </a:cubicBezTo>
                <a:cubicBezTo>
                  <a:pt x="1907" y="116"/>
                  <a:pt x="1524" y="0"/>
                  <a:pt x="12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22230" y="425353"/>
            <a:ext cx="172883" cy="69763"/>
          </a:xfrm>
          <a:custGeom>
            <a:avLst/>
            <a:gdLst/>
            <a:ahLst/>
            <a:cxnLst/>
            <a:rect l="l" t="t" r="r" b="b"/>
            <a:pathLst>
              <a:path w="3063" h="1236" extrusionOk="0">
                <a:moveTo>
                  <a:pt x="1178" y="1"/>
                </a:moveTo>
                <a:cubicBezTo>
                  <a:pt x="0" y="1"/>
                  <a:pt x="189" y="1235"/>
                  <a:pt x="1325" y="1235"/>
                </a:cubicBezTo>
                <a:cubicBezTo>
                  <a:pt x="1377" y="1235"/>
                  <a:pt x="1431" y="1233"/>
                  <a:pt x="1487" y="1227"/>
                </a:cubicBezTo>
                <a:cubicBezTo>
                  <a:pt x="2863" y="1094"/>
                  <a:pt x="3063" y="253"/>
                  <a:pt x="1487" y="26"/>
                </a:cubicBezTo>
                <a:cubicBezTo>
                  <a:pt x="1375" y="9"/>
                  <a:pt x="1272" y="1"/>
                  <a:pt x="117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200233" y="931375"/>
            <a:ext cx="605064" cy="739227"/>
            <a:chOff x="4227750" y="2339275"/>
            <a:chExt cx="268000" cy="327425"/>
          </a:xfrm>
        </p:grpSpPr>
        <p:sp>
          <p:nvSpPr>
            <p:cNvPr id="19" name="Google Shape;19;p2"/>
            <p:cNvSpPr/>
            <p:nvPr/>
          </p:nvSpPr>
          <p:spPr>
            <a:xfrm>
              <a:off x="4273225" y="2383150"/>
              <a:ext cx="35000" cy="64650"/>
            </a:xfrm>
            <a:custGeom>
              <a:avLst/>
              <a:gdLst/>
              <a:ahLst/>
              <a:cxnLst/>
              <a:rect l="l" t="t" r="r" b="b"/>
              <a:pathLst>
                <a:path w="1400" h="2586" extrusionOk="0">
                  <a:moveTo>
                    <a:pt x="124" y="0"/>
                  </a:moveTo>
                  <a:cubicBezTo>
                    <a:pt x="60" y="0"/>
                    <a:pt x="1" y="54"/>
                    <a:pt x="11" y="121"/>
                  </a:cubicBezTo>
                  <a:cubicBezTo>
                    <a:pt x="104" y="575"/>
                    <a:pt x="237" y="1002"/>
                    <a:pt x="411" y="1429"/>
                  </a:cubicBezTo>
                  <a:cubicBezTo>
                    <a:pt x="545" y="1803"/>
                    <a:pt x="598" y="2404"/>
                    <a:pt x="1012" y="2578"/>
                  </a:cubicBezTo>
                  <a:cubicBezTo>
                    <a:pt x="1029" y="2583"/>
                    <a:pt x="1045" y="2586"/>
                    <a:pt x="1062" y="2586"/>
                  </a:cubicBezTo>
                  <a:cubicBezTo>
                    <a:pt x="1124" y="2586"/>
                    <a:pt x="1183" y="2548"/>
                    <a:pt x="1226" y="2484"/>
                  </a:cubicBezTo>
                  <a:cubicBezTo>
                    <a:pt x="1399" y="2097"/>
                    <a:pt x="1039" y="1616"/>
                    <a:pt x="878" y="1256"/>
                  </a:cubicBezTo>
                  <a:cubicBezTo>
                    <a:pt x="718" y="815"/>
                    <a:pt x="491" y="401"/>
                    <a:pt x="197" y="27"/>
                  </a:cubicBezTo>
                  <a:cubicBezTo>
                    <a:pt x="175" y="9"/>
                    <a:pt x="149" y="0"/>
                    <a:pt x="1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97850" y="2339275"/>
              <a:ext cx="35825" cy="63050"/>
            </a:xfrm>
            <a:custGeom>
              <a:avLst/>
              <a:gdLst/>
              <a:ahLst/>
              <a:cxnLst/>
              <a:rect l="l" t="t" r="r" b="b"/>
              <a:pathLst>
                <a:path w="1433" h="2522" extrusionOk="0">
                  <a:moveTo>
                    <a:pt x="150" y="0"/>
                  </a:moveTo>
                  <a:cubicBezTo>
                    <a:pt x="98" y="0"/>
                    <a:pt x="49" y="38"/>
                    <a:pt x="40" y="100"/>
                  </a:cubicBezTo>
                  <a:cubicBezTo>
                    <a:pt x="0" y="527"/>
                    <a:pt x="334" y="928"/>
                    <a:pt x="454" y="1342"/>
                  </a:cubicBezTo>
                  <a:cubicBezTo>
                    <a:pt x="574" y="1702"/>
                    <a:pt x="641" y="2130"/>
                    <a:pt x="895" y="2437"/>
                  </a:cubicBezTo>
                  <a:cubicBezTo>
                    <a:pt x="948" y="2496"/>
                    <a:pt x="1010" y="2521"/>
                    <a:pt x="1071" y="2521"/>
                  </a:cubicBezTo>
                  <a:cubicBezTo>
                    <a:pt x="1256" y="2521"/>
                    <a:pt x="1433" y="2290"/>
                    <a:pt x="1322" y="2089"/>
                  </a:cubicBezTo>
                  <a:cubicBezTo>
                    <a:pt x="962" y="1422"/>
                    <a:pt x="735" y="621"/>
                    <a:pt x="227" y="33"/>
                  </a:cubicBezTo>
                  <a:cubicBezTo>
                    <a:pt x="204" y="10"/>
                    <a:pt x="177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356600" y="2383150"/>
              <a:ext cx="20725" cy="45075"/>
            </a:xfrm>
            <a:custGeom>
              <a:avLst/>
              <a:gdLst/>
              <a:ahLst/>
              <a:cxnLst/>
              <a:rect l="l" t="t" r="r" b="b"/>
              <a:pathLst>
                <a:path w="829" h="1803" extrusionOk="0">
                  <a:moveTo>
                    <a:pt x="94" y="1"/>
                  </a:moveTo>
                  <a:cubicBezTo>
                    <a:pt x="54" y="1"/>
                    <a:pt x="14" y="27"/>
                    <a:pt x="14" y="67"/>
                  </a:cubicBezTo>
                  <a:cubicBezTo>
                    <a:pt x="0" y="188"/>
                    <a:pt x="27" y="308"/>
                    <a:pt x="67" y="415"/>
                  </a:cubicBezTo>
                  <a:cubicBezTo>
                    <a:pt x="107" y="602"/>
                    <a:pt x="134" y="775"/>
                    <a:pt x="160" y="949"/>
                  </a:cubicBezTo>
                  <a:cubicBezTo>
                    <a:pt x="214" y="1242"/>
                    <a:pt x="227" y="1670"/>
                    <a:pt x="548" y="1790"/>
                  </a:cubicBezTo>
                  <a:cubicBezTo>
                    <a:pt x="571" y="1798"/>
                    <a:pt x="592" y="1802"/>
                    <a:pt x="611" y="1802"/>
                  </a:cubicBezTo>
                  <a:cubicBezTo>
                    <a:pt x="714" y="1802"/>
                    <a:pt x="765" y="1693"/>
                    <a:pt x="788" y="1603"/>
                  </a:cubicBezTo>
                  <a:cubicBezTo>
                    <a:pt x="828" y="1456"/>
                    <a:pt x="668" y="1176"/>
                    <a:pt x="628" y="1029"/>
                  </a:cubicBezTo>
                  <a:cubicBezTo>
                    <a:pt x="574" y="882"/>
                    <a:pt x="548" y="748"/>
                    <a:pt x="508" y="602"/>
                  </a:cubicBezTo>
                  <a:cubicBezTo>
                    <a:pt x="454" y="388"/>
                    <a:pt x="347" y="41"/>
                    <a:pt x="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385300" y="2348225"/>
              <a:ext cx="23100" cy="43675"/>
            </a:xfrm>
            <a:custGeom>
              <a:avLst/>
              <a:gdLst/>
              <a:ahLst/>
              <a:cxnLst/>
              <a:rect l="l" t="t" r="r" b="b"/>
              <a:pathLst>
                <a:path w="924" h="1747" extrusionOk="0">
                  <a:moveTo>
                    <a:pt x="111" y="1"/>
                  </a:moveTo>
                  <a:cubicBezTo>
                    <a:pt x="68" y="1"/>
                    <a:pt x="27" y="34"/>
                    <a:pt x="27" y="76"/>
                  </a:cubicBezTo>
                  <a:cubicBezTo>
                    <a:pt x="0" y="330"/>
                    <a:pt x="121" y="597"/>
                    <a:pt x="174" y="850"/>
                  </a:cubicBezTo>
                  <a:cubicBezTo>
                    <a:pt x="214" y="1091"/>
                    <a:pt x="268" y="1331"/>
                    <a:pt x="334" y="1558"/>
                  </a:cubicBezTo>
                  <a:cubicBezTo>
                    <a:pt x="383" y="1689"/>
                    <a:pt x="498" y="1746"/>
                    <a:pt x="609" y="1746"/>
                  </a:cubicBezTo>
                  <a:cubicBezTo>
                    <a:pt x="769" y="1746"/>
                    <a:pt x="924" y="1627"/>
                    <a:pt x="868" y="1438"/>
                  </a:cubicBezTo>
                  <a:cubicBezTo>
                    <a:pt x="855" y="1424"/>
                    <a:pt x="855" y="1411"/>
                    <a:pt x="842" y="1398"/>
                  </a:cubicBezTo>
                  <a:cubicBezTo>
                    <a:pt x="815" y="1264"/>
                    <a:pt x="762" y="1144"/>
                    <a:pt x="708" y="1024"/>
                  </a:cubicBezTo>
                  <a:cubicBezTo>
                    <a:pt x="668" y="904"/>
                    <a:pt x="628" y="783"/>
                    <a:pt x="588" y="677"/>
                  </a:cubicBezTo>
                  <a:cubicBezTo>
                    <a:pt x="495" y="436"/>
                    <a:pt x="374" y="143"/>
                    <a:pt x="147" y="9"/>
                  </a:cubicBezTo>
                  <a:cubicBezTo>
                    <a:pt x="136" y="3"/>
                    <a:pt x="123" y="1"/>
                    <a:pt x="1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406675" y="2383825"/>
              <a:ext cx="650" cy="1700"/>
            </a:xfrm>
            <a:custGeom>
              <a:avLst/>
              <a:gdLst/>
              <a:ahLst/>
              <a:cxnLst/>
              <a:rect l="l" t="t" r="r" b="b"/>
              <a:pathLst>
                <a:path w="26" h="68" extrusionOk="0">
                  <a:moveTo>
                    <a:pt x="0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14" y="43"/>
                    <a:pt x="25" y="68"/>
                    <a:pt x="25" y="68"/>
                  </a:cubicBezTo>
                  <a:cubicBezTo>
                    <a:pt x="26" y="68"/>
                    <a:pt x="18" y="4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331900" y="2438975"/>
              <a:ext cx="24900" cy="51500"/>
            </a:xfrm>
            <a:custGeom>
              <a:avLst/>
              <a:gdLst/>
              <a:ahLst/>
              <a:cxnLst/>
              <a:rect l="l" t="t" r="r" b="b"/>
              <a:pathLst>
                <a:path w="996" h="2060" extrusionOk="0">
                  <a:moveTo>
                    <a:pt x="58" y="0"/>
                  </a:moveTo>
                  <a:cubicBezTo>
                    <a:pt x="28" y="0"/>
                    <a:pt x="0" y="22"/>
                    <a:pt x="0" y="51"/>
                  </a:cubicBezTo>
                  <a:cubicBezTo>
                    <a:pt x="0" y="345"/>
                    <a:pt x="174" y="638"/>
                    <a:pt x="281" y="905"/>
                  </a:cubicBezTo>
                  <a:cubicBezTo>
                    <a:pt x="414" y="1239"/>
                    <a:pt x="481" y="1573"/>
                    <a:pt x="588" y="1920"/>
                  </a:cubicBezTo>
                  <a:cubicBezTo>
                    <a:pt x="617" y="2015"/>
                    <a:pt x="701" y="2059"/>
                    <a:pt x="785" y="2059"/>
                  </a:cubicBezTo>
                  <a:cubicBezTo>
                    <a:pt x="891" y="2059"/>
                    <a:pt x="996" y="1988"/>
                    <a:pt x="988" y="1853"/>
                  </a:cubicBezTo>
                  <a:cubicBezTo>
                    <a:pt x="921" y="1506"/>
                    <a:pt x="801" y="1172"/>
                    <a:pt x="601" y="879"/>
                  </a:cubicBezTo>
                  <a:cubicBezTo>
                    <a:pt x="467" y="572"/>
                    <a:pt x="294" y="278"/>
                    <a:pt x="94" y="11"/>
                  </a:cubicBezTo>
                  <a:cubicBezTo>
                    <a:pt x="82" y="3"/>
                    <a:pt x="7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232750" y="2438775"/>
              <a:ext cx="25050" cy="49575"/>
            </a:xfrm>
            <a:custGeom>
              <a:avLst/>
              <a:gdLst/>
              <a:ahLst/>
              <a:cxnLst/>
              <a:rect l="l" t="t" r="r" b="b"/>
              <a:pathLst>
                <a:path w="1002" h="1983" extrusionOk="0">
                  <a:moveTo>
                    <a:pt x="89" y="0"/>
                  </a:moveTo>
                  <a:cubicBezTo>
                    <a:pt x="57" y="0"/>
                    <a:pt x="27" y="15"/>
                    <a:pt x="27" y="46"/>
                  </a:cubicBezTo>
                  <a:cubicBezTo>
                    <a:pt x="1" y="366"/>
                    <a:pt x="174" y="686"/>
                    <a:pt x="268" y="980"/>
                  </a:cubicBezTo>
                  <a:cubicBezTo>
                    <a:pt x="361" y="1274"/>
                    <a:pt x="428" y="1674"/>
                    <a:pt x="668" y="1928"/>
                  </a:cubicBezTo>
                  <a:cubicBezTo>
                    <a:pt x="706" y="1966"/>
                    <a:pt x="752" y="1982"/>
                    <a:pt x="798" y="1982"/>
                  </a:cubicBezTo>
                  <a:cubicBezTo>
                    <a:pt x="901" y="1982"/>
                    <a:pt x="1002" y="1901"/>
                    <a:pt x="1002" y="1781"/>
                  </a:cubicBezTo>
                  <a:cubicBezTo>
                    <a:pt x="989" y="1448"/>
                    <a:pt x="788" y="1114"/>
                    <a:pt x="655" y="820"/>
                  </a:cubicBezTo>
                  <a:cubicBezTo>
                    <a:pt x="521" y="540"/>
                    <a:pt x="388" y="166"/>
                    <a:pt x="121" y="5"/>
                  </a:cubicBezTo>
                  <a:cubicBezTo>
                    <a:pt x="111" y="2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227750" y="2498525"/>
              <a:ext cx="38750" cy="70225"/>
            </a:xfrm>
            <a:custGeom>
              <a:avLst/>
              <a:gdLst/>
              <a:ahLst/>
              <a:cxnLst/>
              <a:rect l="l" t="t" r="r" b="b"/>
              <a:pathLst>
                <a:path w="1550" h="2809" extrusionOk="0">
                  <a:moveTo>
                    <a:pt x="135" y="0"/>
                  </a:moveTo>
                  <a:cubicBezTo>
                    <a:pt x="99" y="0"/>
                    <a:pt x="62" y="24"/>
                    <a:pt x="54" y="72"/>
                  </a:cubicBezTo>
                  <a:cubicBezTo>
                    <a:pt x="0" y="446"/>
                    <a:pt x="254" y="807"/>
                    <a:pt x="414" y="1127"/>
                  </a:cubicBezTo>
                  <a:cubicBezTo>
                    <a:pt x="668" y="1634"/>
                    <a:pt x="775" y="2262"/>
                    <a:pt x="1095" y="2716"/>
                  </a:cubicBezTo>
                  <a:cubicBezTo>
                    <a:pt x="1143" y="2781"/>
                    <a:pt x="1203" y="2808"/>
                    <a:pt x="1264" y="2808"/>
                  </a:cubicBezTo>
                  <a:cubicBezTo>
                    <a:pt x="1390" y="2808"/>
                    <a:pt x="1518" y="2691"/>
                    <a:pt x="1536" y="2556"/>
                  </a:cubicBezTo>
                  <a:lnTo>
                    <a:pt x="1549" y="2569"/>
                  </a:lnTo>
                  <a:cubicBezTo>
                    <a:pt x="1509" y="2142"/>
                    <a:pt x="1255" y="1715"/>
                    <a:pt x="1042" y="1354"/>
                  </a:cubicBezTo>
                  <a:cubicBezTo>
                    <a:pt x="788" y="900"/>
                    <a:pt x="481" y="473"/>
                    <a:pt x="201" y="32"/>
                  </a:cubicBezTo>
                  <a:cubicBezTo>
                    <a:pt x="185" y="11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286825" y="2475600"/>
              <a:ext cx="33750" cy="52225"/>
            </a:xfrm>
            <a:custGeom>
              <a:avLst/>
              <a:gdLst/>
              <a:ahLst/>
              <a:cxnLst/>
              <a:rect l="l" t="t" r="r" b="b"/>
              <a:pathLst>
                <a:path w="1350" h="2089" extrusionOk="0">
                  <a:moveTo>
                    <a:pt x="154" y="0"/>
                  </a:moveTo>
                  <a:cubicBezTo>
                    <a:pt x="75" y="0"/>
                    <a:pt x="0" y="84"/>
                    <a:pt x="41" y="175"/>
                  </a:cubicBezTo>
                  <a:cubicBezTo>
                    <a:pt x="175" y="432"/>
                    <a:pt x="444" y="2088"/>
                    <a:pt x="919" y="2088"/>
                  </a:cubicBezTo>
                  <a:cubicBezTo>
                    <a:pt x="963" y="2088"/>
                    <a:pt x="1008" y="2074"/>
                    <a:pt x="1055" y="2044"/>
                  </a:cubicBezTo>
                  <a:cubicBezTo>
                    <a:pt x="1349" y="1857"/>
                    <a:pt x="909" y="1296"/>
                    <a:pt x="815" y="1083"/>
                  </a:cubicBezTo>
                  <a:cubicBezTo>
                    <a:pt x="642" y="722"/>
                    <a:pt x="508" y="322"/>
                    <a:pt x="228" y="28"/>
                  </a:cubicBezTo>
                  <a:cubicBezTo>
                    <a:pt x="205" y="9"/>
                    <a:pt x="179" y="0"/>
                    <a:pt x="1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350025" y="2510450"/>
              <a:ext cx="30300" cy="47825"/>
            </a:xfrm>
            <a:custGeom>
              <a:avLst/>
              <a:gdLst/>
              <a:ahLst/>
              <a:cxnLst/>
              <a:rect l="l" t="t" r="r" b="b"/>
              <a:pathLst>
                <a:path w="1212" h="1913" extrusionOk="0">
                  <a:moveTo>
                    <a:pt x="116" y="1"/>
                  </a:moveTo>
                  <a:cubicBezTo>
                    <a:pt x="55" y="1"/>
                    <a:pt x="0" y="55"/>
                    <a:pt x="10" y="129"/>
                  </a:cubicBezTo>
                  <a:cubicBezTo>
                    <a:pt x="50" y="370"/>
                    <a:pt x="130" y="597"/>
                    <a:pt x="236" y="824"/>
                  </a:cubicBezTo>
                  <a:cubicBezTo>
                    <a:pt x="303" y="997"/>
                    <a:pt x="383" y="1171"/>
                    <a:pt x="437" y="1344"/>
                  </a:cubicBezTo>
                  <a:cubicBezTo>
                    <a:pt x="477" y="1518"/>
                    <a:pt x="544" y="1692"/>
                    <a:pt x="650" y="1825"/>
                  </a:cubicBezTo>
                  <a:cubicBezTo>
                    <a:pt x="705" y="1885"/>
                    <a:pt x="778" y="1913"/>
                    <a:pt x="850" y="1913"/>
                  </a:cubicBezTo>
                  <a:cubicBezTo>
                    <a:pt x="939" y="1913"/>
                    <a:pt x="1026" y="1872"/>
                    <a:pt x="1078" y="1798"/>
                  </a:cubicBezTo>
                  <a:cubicBezTo>
                    <a:pt x="1211" y="1598"/>
                    <a:pt x="958" y="1291"/>
                    <a:pt x="864" y="1117"/>
                  </a:cubicBezTo>
                  <a:cubicBezTo>
                    <a:pt x="757" y="944"/>
                    <a:pt x="664" y="770"/>
                    <a:pt x="557" y="597"/>
                  </a:cubicBezTo>
                  <a:cubicBezTo>
                    <a:pt x="463" y="383"/>
                    <a:pt x="343" y="196"/>
                    <a:pt x="196" y="36"/>
                  </a:cubicBezTo>
                  <a:cubicBezTo>
                    <a:pt x="172" y="11"/>
                    <a:pt x="143" y="1"/>
                    <a:pt x="1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383550" y="2479875"/>
              <a:ext cx="25800" cy="44250"/>
            </a:xfrm>
            <a:custGeom>
              <a:avLst/>
              <a:gdLst/>
              <a:ahLst/>
              <a:cxnLst/>
              <a:rect l="l" t="t" r="r" b="b"/>
              <a:pathLst>
                <a:path w="1032" h="1770" extrusionOk="0">
                  <a:moveTo>
                    <a:pt x="134" y="0"/>
                  </a:moveTo>
                  <a:cubicBezTo>
                    <a:pt x="66" y="0"/>
                    <a:pt x="1" y="72"/>
                    <a:pt x="30" y="151"/>
                  </a:cubicBezTo>
                  <a:cubicBezTo>
                    <a:pt x="137" y="391"/>
                    <a:pt x="257" y="631"/>
                    <a:pt x="351" y="872"/>
                  </a:cubicBezTo>
                  <a:cubicBezTo>
                    <a:pt x="471" y="1152"/>
                    <a:pt x="538" y="1499"/>
                    <a:pt x="738" y="1726"/>
                  </a:cubicBezTo>
                  <a:cubicBezTo>
                    <a:pt x="772" y="1756"/>
                    <a:pt x="812" y="1769"/>
                    <a:pt x="852" y="1769"/>
                  </a:cubicBezTo>
                  <a:cubicBezTo>
                    <a:pt x="939" y="1769"/>
                    <a:pt x="1023" y="1706"/>
                    <a:pt x="1032" y="1606"/>
                  </a:cubicBezTo>
                  <a:cubicBezTo>
                    <a:pt x="1018" y="1326"/>
                    <a:pt x="832" y="1045"/>
                    <a:pt x="698" y="792"/>
                  </a:cubicBezTo>
                  <a:cubicBezTo>
                    <a:pt x="565" y="525"/>
                    <a:pt x="404" y="257"/>
                    <a:pt x="204" y="30"/>
                  </a:cubicBezTo>
                  <a:cubicBezTo>
                    <a:pt x="183" y="9"/>
                    <a:pt x="158" y="0"/>
                    <a:pt x="1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10675" y="2430125"/>
              <a:ext cx="23375" cy="51025"/>
            </a:xfrm>
            <a:custGeom>
              <a:avLst/>
              <a:gdLst/>
              <a:ahLst/>
              <a:cxnLst/>
              <a:rect l="l" t="t" r="r" b="b"/>
              <a:pathLst>
                <a:path w="935" h="2041" extrusionOk="0">
                  <a:moveTo>
                    <a:pt x="93" y="1"/>
                  </a:moveTo>
                  <a:cubicBezTo>
                    <a:pt x="50" y="1"/>
                    <a:pt x="11" y="27"/>
                    <a:pt x="0" y="71"/>
                  </a:cubicBezTo>
                  <a:cubicBezTo>
                    <a:pt x="0" y="165"/>
                    <a:pt x="14" y="271"/>
                    <a:pt x="67" y="365"/>
                  </a:cubicBezTo>
                  <a:cubicBezTo>
                    <a:pt x="134" y="565"/>
                    <a:pt x="187" y="752"/>
                    <a:pt x="241" y="952"/>
                  </a:cubicBezTo>
                  <a:cubicBezTo>
                    <a:pt x="321" y="1273"/>
                    <a:pt x="347" y="1727"/>
                    <a:pt x="561" y="1980"/>
                  </a:cubicBezTo>
                  <a:cubicBezTo>
                    <a:pt x="597" y="2021"/>
                    <a:pt x="645" y="2041"/>
                    <a:pt x="692" y="2041"/>
                  </a:cubicBezTo>
                  <a:cubicBezTo>
                    <a:pt x="768" y="2041"/>
                    <a:pt x="843" y="1991"/>
                    <a:pt x="868" y="1900"/>
                  </a:cubicBezTo>
                  <a:cubicBezTo>
                    <a:pt x="935" y="1567"/>
                    <a:pt x="708" y="1139"/>
                    <a:pt x="588" y="846"/>
                  </a:cubicBezTo>
                  <a:cubicBezTo>
                    <a:pt x="508" y="605"/>
                    <a:pt x="374" y="84"/>
                    <a:pt x="120" y="4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446825" y="2385875"/>
              <a:ext cx="33800" cy="57525"/>
            </a:xfrm>
            <a:custGeom>
              <a:avLst/>
              <a:gdLst/>
              <a:ahLst/>
              <a:cxnLst/>
              <a:rect l="l" t="t" r="r" b="b"/>
              <a:pathLst>
                <a:path w="1352" h="2301" extrusionOk="0">
                  <a:moveTo>
                    <a:pt x="27" y="1"/>
                  </a:moveTo>
                  <a:cubicBezTo>
                    <a:pt x="11" y="1"/>
                    <a:pt x="0" y="20"/>
                    <a:pt x="10" y="39"/>
                  </a:cubicBezTo>
                  <a:cubicBezTo>
                    <a:pt x="143" y="372"/>
                    <a:pt x="317" y="693"/>
                    <a:pt x="437" y="1040"/>
                  </a:cubicBezTo>
                  <a:cubicBezTo>
                    <a:pt x="570" y="1441"/>
                    <a:pt x="664" y="1921"/>
                    <a:pt x="944" y="2242"/>
                  </a:cubicBezTo>
                  <a:cubicBezTo>
                    <a:pt x="982" y="2283"/>
                    <a:pt x="1028" y="2300"/>
                    <a:pt x="1075" y="2300"/>
                  </a:cubicBezTo>
                  <a:cubicBezTo>
                    <a:pt x="1211" y="2300"/>
                    <a:pt x="1351" y="2154"/>
                    <a:pt x="1291" y="2015"/>
                  </a:cubicBezTo>
                  <a:cubicBezTo>
                    <a:pt x="1131" y="1641"/>
                    <a:pt x="904" y="1294"/>
                    <a:pt x="731" y="920"/>
                  </a:cubicBezTo>
                  <a:cubicBezTo>
                    <a:pt x="570" y="586"/>
                    <a:pt x="384" y="185"/>
                    <a:pt x="50" y="12"/>
                  </a:cubicBezTo>
                  <a:cubicBezTo>
                    <a:pt x="42" y="4"/>
                    <a:pt x="34" y="1"/>
                    <a:pt x="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465750" y="2476125"/>
              <a:ext cx="30000" cy="54825"/>
            </a:xfrm>
            <a:custGeom>
              <a:avLst/>
              <a:gdLst/>
              <a:ahLst/>
              <a:cxnLst/>
              <a:rect l="l" t="t" r="r" b="b"/>
              <a:pathLst>
                <a:path w="1200" h="2193" extrusionOk="0">
                  <a:moveTo>
                    <a:pt x="52" y="1"/>
                  </a:moveTo>
                  <a:cubicBezTo>
                    <a:pt x="24" y="1"/>
                    <a:pt x="0" y="25"/>
                    <a:pt x="0" y="60"/>
                  </a:cubicBezTo>
                  <a:cubicBezTo>
                    <a:pt x="14" y="448"/>
                    <a:pt x="174" y="861"/>
                    <a:pt x="267" y="1235"/>
                  </a:cubicBezTo>
                  <a:cubicBezTo>
                    <a:pt x="348" y="1529"/>
                    <a:pt x="441" y="2090"/>
                    <a:pt x="788" y="2183"/>
                  </a:cubicBezTo>
                  <a:cubicBezTo>
                    <a:pt x="812" y="2190"/>
                    <a:pt x="835" y="2193"/>
                    <a:pt x="858" y="2193"/>
                  </a:cubicBezTo>
                  <a:cubicBezTo>
                    <a:pt x="1062" y="2193"/>
                    <a:pt x="1200" y="1938"/>
                    <a:pt x="1055" y="1769"/>
                  </a:cubicBezTo>
                  <a:cubicBezTo>
                    <a:pt x="842" y="1529"/>
                    <a:pt x="668" y="1249"/>
                    <a:pt x="534" y="955"/>
                  </a:cubicBezTo>
                  <a:cubicBezTo>
                    <a:pt x="414" y="675"/>
                    <a:pt x="334" y="234"/>
                    <a:pt x="94" y="20"/>
                  </a:cubicBezTo>
                  <a:cubicBezTo>
                    <a:pt x="80" y="7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440050" y="2532875"/>
              <a:ext cx="32400" cy="46575"/>
            </a:xfrm>
            <a:custGeom>
              <a:avLst/>
              <a:gdLst/>
              <a:ahLst/>
              <a:cxnLst/>
              <a:rect l="l" t="t" r="r" b="b"/>
              <a:pathLst>
                <a:path w="1296" h="1863" extrusionOk="0">
                  <a:moveTo>
                    <a:pt x="171" y="1"/>
                  </a:moveTo>
                  <a:cubicBezTo>
                    <a:pt x="143" y="1"/>
                    <a:pt x="116" y="25"/>
                    <a:pt x="107" y="60"/>
                  </a:cubicBezTo>
                  <a:cubicBezTo>
                    <a:pt x="0" y="381"/>
                    <a:pt x="201" y="768"/>
                    <a:pt x="347" y="1062"/>
                  </a:cubicBezTo>
                  <a:cubicBezTo>
                    <a:pt x="468" y="1315"/>
                    <a:pt x="628" y="1849"/>
                    <a:pt x="962" y="1863"/>
                  </a:cubicBezTo>
                  <a:cubicBezTo>
                    <a:pt x="1028" y="1863"/>
                    <a:pt x="1095" y="1823"/>
                    <a:pt x="1135" y="1769"/>
                  </a:cubicBezTo>
                  <a:cubicBezTo>
                    <a:pt x="1295" y="1502"/>
                    <a:pt x="962" y="1155"/>
                    <a:pt x="828" y="941"/>
                  </a:cubicBezTo>
                  <a:cubicBezTo>
                    <a:pt x="641" y="648"/>
                    <a:pt x="468" y="274"/>
                    <a:pt x="214" y="20"/>
                  </a:cubicBezTo>
                  <a:cubicBezTo>
                    <a:pt x="201" y="7"/>
                    <a:pt x="186" y="1"/>
                    <a:pt x="1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407000" y="2564775"/>
              <a:ext cx="23600" cy="45300"/>
            </a:xfrm>
            <a:custGeom>
              <a:avLst/>
              <a:gdLst/>
              <a:ahLst/>
              <a:cxnLst/>
              <a:rect l="l" t="t" r="r" b="b"/>
              <a:pathLst>
                <a:path w="944" h="1812" extrusionOk="0">
                  <a:moveTo>
                    <a:pt x="190" y="0"/>
                  </a:moveTo>
                  <a:cubicBezTo>
                    <a:pt x="143" y="0"/>
                    <a:pt x="95" y="27"/>
                    <a:pt x="80" y="79"/>
                  </a:cubicBezTo>
                  <a:cubicBezTo>
                    <a:pt x="0" y="320"/>
                    <a:pt x="107" y="600"/>
                    <a:pt x="187" y="840"/>
                  </a:cubicBezTo>
                  <a:cubicBezTo>
                    <a:pt x="307" y="1134"/>
                    <a:pt x="428" y="1428"/>
                    <a:pt x="561" y="1708"/>
                  </a:cubicBezTo>
                  <a:cubicBezTo>
                    <a:pt x="595" y="1781"/>
                    <a:pt x="656" y="1812"/>
                    <a:pt x="719" y="1812"/>
                  </a:cubicBezTo>
                  <a:cubicBezTo>
                    <a:pt x="828" y="1812"/>
                    <a:pt x="944" y="1720"/>
                    <a:pt x="935" y="1601"/>
                  </a:cubicBezTo>
                  <a:cubicBezTo>
                    <a:pt x="922" y="1281"/>
                    <a:pt x="748" y="987"/>
                    <a:pt x="601" y="720"/>
                  </a:cubicBezTo>
                  <a:cubicBezTo>
                    <a:pt x="494" y="507"/>
                    <a:pt x="401" y="280"/>
                    <a:pt x="281" y="53"/>
                  </a:cubicBezTo>
                  <a:cubicBezTo>
                    <a:pt x="263" y="17"/>
                    <a:pt x="227" y="0"/>
                    <a:pt x="1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321875" y="2564800"/>
              <a:ext cx="32075" cy="53100"/>
            </a:xfrm>
            <a:custGeom>
              <a:avLst/>
              <a:gdLst/>
              <a:ahLst/>
              <a:cxnLst/>
              <a:rect l="l" t="t" r="r" b="b"/>
              <a:pathLst>
                <a:path w="1283" h="2124" extrusionOk="0">
                  <a:moveTo>
                    <a:pt x="94" y="0"/>
                  </a:moveTo>
                  <a:cubicBezTo>
                    <a:pt x="44" y="0"/>
                    <a:pt x="1" y="59"/>
                    <a:pt x="1" y="118"/>
                  </a:cubicBezTo>
                  <a:cubicBezTo>
                    <a:pt x="14" y="519"/>
                    <a:pt x="281" y="960"/>
                    <a:pt x="441" y="1320"/>
                  </a:cubicBezTo>
                  <a:cubicBezTo>
                    <a:pt x="575" y="1600"/>
                    <a:pt x="668" y="2041"/>
                    <a:pt x="1002" y="2121"/>
                  </a:cubicBezTo>
                  <a:cubicBezTo>
                    <a:pt x="1011" y="2123"/>
                    <a:pt x="1019" y="2124"/>
                    <a:pt x="1028" y="2124"/>
                  </a:cubicBezTo>
                  <a:cubicBezTo>
                    <a:pt x="1083" y="2124"/>
                    <a:pt x="1127" y="2087"/>
                    <a:pt x="1162" y="2041"/>
                  </a:cubicBezTo>
                  <a:cubicBezTo>
                    <a:pt x="1282" y="1721"/>
                    <a:pt x="922" y="1280"/>
                    <a:pt x="775" y="986"/>
                  </a:cubicBezTo>
                  <a:cubicBezTo>
                    <a:pt x="601" y="666"/>
                    <a:pt x="441" y="252"/>
                    <a:pt x="147" y="25"/>
                  </a:cubicBezTo>
                  <a:cubicBezTo>
                    <a:pt x="130" y="7"/>
                    <a:pt x="112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285500" y="2595100"/>
              <a:ext cx="33075" cy="57775"/>
            </a:xfrm>
            <a:custGeom>
              <a:avLst/>
              <a:gdLst/>
              <a:ahLst/>
              <a:cxnLst/>
              <a:rect l="l" t="t" r="r" b="b"/>
              <a:pathLst>
                <a:path w="1323" h="2311" extrusionOk="0">
                  <a:moveTo>
                    <a:pt x="217" y="1"/>
                  </a:moveTo>
                  <a:cubicBezTo>
                    <a:pt x="184" y="1"/>
                    <a:pt x="152" y="18"/>
                    <a:pt x="134" y="55"/>
                  </a:cubicBezTo>
                  <a:cubicBezTo>
                    <a:pt x="0" y="442"/>
                    <a:pt x="214" y="869"/>
                    <a:pt x="387" y="1216"/>
                  </a:cubicBezTo>
                  <a:cubicBezTo>
                    <a:pt x="494" y="1430"/>
                    <a:pt x="614" y="1644"/>
                    <a:pt x="735" y="1844"/>
                  </a:cubicBezTo>
                  <a:cubicBezTo>
                    <a:pt x="801" y="2017"/>
                    <a:pt x="908" y="2164"/>
                    <a:pt x="1042" y="2284"/>
                  </a:cubicBezTo>
                  <a:cubicBezTo>
                    <a:pt x="1071" y="2303"/>
                    <a:pt x="1102" y="2311"/>
                    <a:pt x="1132" y="2311"/>
                  </a:cubicBezTo>
                  <a:cubicBezTo>
                    <a:pt x="1212" y="2311"/>
                    <a:pt x="1286" y="2252"/>
                    <a:pt x="1295" y="2164"/>
                  </a:cubicBezTo>
                  <a:cubicBezTo>
                    <a:pt x="1322" y="1804"/>
                    <a:pt x="921" y="1417"/>
                    <a:pt x="748" y="1123"/>
                  </a:cubicBezTo>
                  <a:cubicBezTo>
                    <a:pt x="534" y="802"/>
                    <a:pt x="387" y="442"/>
                    <a:pt x="307" y="68"/>
                  </a:cubicBezTo>
                  <a:cubicBezTo>
                    <a:pt x="293" y="25"/>
                    <a:pt x="255" y="1"/>
                    <a:pt x="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387975" y="2613925"/>
              <a:ext cx="27050" cy="52775"/>
            </a:xfrm>
            <a:custGeom>
              <a:avLst/>
              <a:gdLst/>
              <a:ahLst/>
              <a:cxnLst/>
              <a:rect l="l" t="t" r="r" b="b"/>
              <a:pathLst>
                <a:path w="1082" h="2111" extrusionOk="0">
                  <a:moveTo>
                    <a:pt x="110" y="1"/>
                  </a:moveTo>
                  <a:cubicBezTo>
                    <a:pt x="53" y="1"/>
                    <a:pt x="0" y="44"/>
                    <a:pt x="0" y="116"/>
                  </a:cubicBezTo>
                  <a:cubicBezTo>
                    <a:pt x="40" y="490"/>
                    <a:pt x="161" y="851"/>
                    <a:pt x="321" y="1184"/>
                  </a:cubicBezTo>
                  <a:cubicBezTo>
                    <a:pt x="388" y="1331"/>
                    <a:pt x="441" y="1491"/>
                    <a:pt x="494" y="1638"/>
                  </a:cubicBezTo>
                  <a:cubicBezTo>
                    <a:pt x="561" y="1785"/>
                    <a:pt x="574" y="1972"/>
                    <a:pt x="735" y="2079"/>
                  </a:cubicBezTo>
                  <a:cubicBezTo>
                    <a:pt x="761" y="2100"/>
                    <a:pt x="794" y="2111"/>
                    <a:pt x="827" y="2111"/>
                  </a:cubicBezTo>
                  <a:cubicBezTo>
                    <a:pt x="876" y="2111"/>
                    <a:pt x="924" y="2087"/>
                    <a:pt x="948" y="2039"/>
                  </a:cubicBezTo>
                  <a:cubicBezTo>
                    <a:pt x="1082" y="1758"/>
                    <a:pt x="855" y="1438"/>
                    <a:pt x="748" y="1184"/>
                  </a:cubicBezTo>
                  <a:cubicBezTo>
                    <a:pt x="574" y="810"/>
                    <a:pt x="388" y="437"/>
                    <a:pt x="214" y="63"/>
                  </a:cubicBezTo>
                  <a:cubicBezTo>
                    <a:pt x="187" y="20"/>
                    <a:pt x="148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2"/>
          <p:cNvSpPr/>
          <p:nvPr/>
        </p:nvSpPr>
        <p:spPr>
          <a:xfrm>
            <a:off x="-416050" y="-628425"/>
            <a:ext cx="3387397" cy="2479293"/>
          </a:xfrm>
          <a:custGeom>
            <a:avLst/>
            <a:gdLst/>
            <a:ahLst/>
            <a:cxnLst/>
            <a:rect l="l" t="t" r="r" b="b"/>
            <a:pathLst>
              <a:path w="60015" h="43926" extrusionOk="0">
                <a:moveTo>
                  <a:pt x="28085" y="26255"/>
                </a:moveTo>
                <a:cubicBezTo>
                  <a:pt x="28410" y="26255"/>
                  <a:pt x="28731" y="26401"/>
                  <a:pt x="29010" y="26760"/>
                </a:cubicBezTo>
                <a:cubicBezTo>
                  <a:pt x="29745" y="27682"/>
                  <a:pt x="29638" y="29230"/>
                  <a:pt x="29545" y="30339"/>
                </a:cubicBezTo>
                <a:cubicBezTo>
                  <a:pt x="29478" y="31113"/>
                  <a:pt x="29304" y="31874"/>
                  <a:pt x="29024" y="32609"/>
                </a:cubicBezTo>
                <a:cubicBezTo>
                  <a:pt x="28912" y="32628"/>
                  <a:pt x="28800" y="32638"/>
                  <a:pt x="28689" y="32638"/>
                </a:cubicBezTo>
                <a:cubicBezTo>
                  <a:pt x="28201" y="32638"/>
                  <a:pt x="27727" y="32452"/>
                  <a:pt x="27368" y="32115"/>
                </a:cubicBezTo>
                <a:lnTo>
                  <a:pt x="27355" y="32115"/>
                </a:lnTo>
                <a:cubicBezTo>
                  <a:pt x="26300" y="31207"/>
                  <a:pt x="25873" y="29471"/>
                  <a:pt x="26153" y="28136"/>
                </a:cubicBezTo>
                <a:cubicBezTo>
                  <a:pt x="26318" y="27309"/>
                  <a:pt x="27214" y="26255"/>
                  <a:pt x="28085" y="26255"/>
                </a:cubicBezTo>
                <a:close/>
                <a:moveTo>
                  <a:pt x="58486" y="0"/>
                </a:moveTo>
                <a:cubicBezTo>
                  <a:pt x="58354" y="0"/>
                  <a:pt x="58228" y="116"/>
                  <a:pt x="58305" y="270"/>
                </a:cubicBezTo>
                <a:cubicBezTo>
                  <a:pt x="59427" y="2593"/>
                  <a:pt x="59453" y="5183"/>
                  <a:pt x="59173" y="7694"/>
                </a:cubicBezTo>
                <a:cubicBezTo>
                  <a:pt x="58946" y="9883"/>
                  <a:pt x="58652" y="12126"/>
                  <a:pt x="58145" y="14263"/>
                </a:cubicBezTo>
                <a:cubicBezTo>
                  <a:pt x="57611" y="16519"/>
                  <a:pt x="56703" y="18629"/>
                  <a:pt x="54994" y="20245"/>
                </a:cubicBezTo>
                <a:cubicBezTo>
                  <a:pt x="53392" y="21753"/>
                  <a:pt x="51242" y="22982"/>
                  <a:pt x="49025" y="23249"/>
                </a:cubicBezTo>
                <a:cubicBezTo>
                  <a:pt x="48763" y="23279"/>
                  <a:pt x="48504" y="23293"/>
                  <a:pt x="48247" y="23293"/>
                </a:cubicBezTo>
                <a:cubicBezTo>
                  <a:pt x="44819" y="23293"/>
                  <a:pt x="41808" y="20769"/>
                  <a:pt x="38395" y="20769"/>
                </a:cubicBezTo>
                <a:cubicBezTo>
                  <a:pt x="38036" y="20769"/>
                  <a:pt x="37672" y="20797"/>
                  <a:pt x="37302" y="20859"/>
                </a:cubicBezTo>
                <a:cubicBezTo>
                  <a:pt x="34124" y="21393"/>
                  <a:pt x="33510" y="24437"/>
                  <a:pt x="32762" y="27081"/>
                </a:cubicBezTo>
                <a:cubicBezTo>
                  <a:pt x="32362" y="28469"/>
                  <a:pt x="31881" y="29885"/>
                  <a:pt x="31080" y="31086"/>
                </a:cubicBezTo>
                <a:cubicBezTo>
                  <a:pt x="30706" y="31647"/>
                  <a:pt x="30199" y="32115"/>
                  <a:pt x="29598" y="32422"/>
                </a:cubicBezTo>
                <a:cubicBezTo>
                  <a:pt x="30159" y="30819"/>
                  <a:pt x="30346" y="29097"/>
                  <a:pt x="29865" y="27428"/>
                </a:cubicBezTo>
                <a:cubicBezTo>
                  <a:pt x="29600" y="26505"/>
                  <a:pt x="28996" y="25812"/>
                  <a:pt x="28079" y="25812"/>
                </a:cubicBezTo>
                <a:cubicBezTo>
                  <a:pt x="27935" y="25812"/>
                  <a:pt x="27782" y="25829"/>
                  <a:pt x="27622" y="25866"/>
                </a:cubicBezTo>
                <a:cubicBezTo>
                  <a:pt x="26287" y="26173"/>
                  <a:pt x="25646" y="27441"/>
                  <a:pt x="25592" y="28723"/>
                </a:cubicBezTo>
                <a:cubicBezTo>
                  <a:pt x="25539" y="30085"/>
                  <a:pt x="26033" y="31687"/>
                  <a:pt x="27128" y="32568"/>
                </a:cubicBezTo>
                <a:cubicBezTo>
                  <a:pt x="27593" y="32931"/>
                  <a:pt x="28172" y="33130"/>
                  <a:pt x="28754" y="33130"/>
                </a:cubicBezTo>
                <a:cubicBezTo>
                  <a:pt x="28773" y="33130"/>
                  <a:pt x="28791" y="33130"/>
                  <a:pt x="28810" y="33129"/>
                </a:cubicBezTo>
                <a:lnTo>
                  <a:pt x="28810" y="33129"/>
                </a:lnTo>
                <a:cubicBezTo>
                  <a:pt x="28650" y="33490"/>
                  <a:pt x="28476" y="33837"/>
                  <a:pt x="28276" y="34184"/>
                </a:cubicBezTo>
                <a:cubicBezTo>
                  <a:pt x="26393" y="37455"/>
                  <a:pt x="23322" y="40046"/>
                  <a:pt x="19944" y="41701"/>
                </a:cubicBezTo>
                <a:cubicBezTo>
                  <a:pt x="17695" y="42795"/>
                  <a:pt x="15259" y="43449"/>
                  <a:pt x="12828" y="43449"/>
                </a:cubicBezTo>
                <a:cubicBezTo>
                  <a:pt x="11102" y="43449"/>
                  <a:pt x="9379" y="43119"/>
                  <a:pt x="7727" y="42382"/>
                </a:cubicBezTo>
                <a:cubicBezTo>
                  <a:pt x="5738" y="41488"/>
                  <a:pt x="4162" y="40059"/>
                  <a:pt x="2880" y="38310"/>
                </a:cubicBezTo>
                <a:cubicBezTo>
                  <a:pt x="2092" y="37242"/>
                  <a:pt x="1438" y="36147"/>
                  <a:pt x="1078" y="34852"/>
                </a:cubicBezTo>
                <a:cubicBezTo>
                  <a:pt x="757" y="33677"/>
                  <a:pt x="597" y="32462"/>
                  <a:pt x="76" y="31340"/>
                </a:cubicBezTo>
                <a:cubicBezTo>
                  <a:pt x="67" y="31326"/>
                  <a:pt x="54" y="31320"/>
                  <a:pt x="43" y="31320"/>
                </a:cubicBezTo>
                <a:cubicBezTo>
                  <a:pt x="20" y="31320"/>
                  <a:pt x="1" y="31341"/>
                  <a:pt x="10" y="31367"/>
                </a:cubicBezTo>
                <a:cubicBezTo>
                  <a:pt x="464" y="32595"/>
                  <a:pt x="517" y="33917"/>
                  <a:pt x="837" y="35185"/>
                </a:cubicBezTo>
                <a:cubicBezTo>
                  <a:pt x="1144" y="36360"/>
                  <a:pt x="1745" y="37349"/>
                  <a:pt x="2426" y="38337"/>
                </a:cubicBezTo>
                <a:cubicBezTo>
                  <a:pt x="3535" y="39939"/>
                  <a:pt x="4896" y="41368"/>
                  <a:pt x="6619" y="42329"/>
                </a:cubicBezTo>
                <a:cubicBezTo>
                  <a:pt x="8593" y="43426"/>
                  <a:pt x="10732" y="43926"/>
                  <a:pt x="12892" y="43926"/>
                </a:cubicBezTo>
                <a:cubicBezTo>
                  <a:pt x="14676" y="43926"/>
                  <a:pt x="16475" y="43585"/>
                  <a:pt x="18209" y="42956"/>
                </a:cubicBezTo>
                <a:cubicBezTo>
                  <a:pt x="22027" y="41568"/>
                  <a:pt x="25566" y="38977"/>
                  <a:pt x="27929" y="35626"/>
                </a:cubicBezTo>
                <a:cubicBezTo>
                  <a:pt x="28503" y="34825"/>
                  <a:pt x="28984" y="33957"/>
                  <a:pt x="29358" y="33049"/>
                </a:cubicBezTo>
                <a:cubicBezTo>
                  <a:pt x="29772" y="32956"/>
                  <a:pt x="30145" y="32769"/>
                  <a:pt x="30479" y="32502"/>
                </a:cubicBezTo>
                <a:cubicBezTo>
                  <a:pt x="33043" y="30432"/>
                  <a:pt x="33003" y="26613"/>
                  <a:pt x="34285" y="23836"/>
                </a:cubicBezTo>
                <a:cubicBezTo>
                  <a:pt x="35163" y="21922"/>
                  <a:pt x="36555" y="21290"/>
                  <a:pt x="38142" y="21290"/>
                </a:cubicBezTo>
                <a:cubicBezTo>
                  <a:pt x="40730" y="21290"/>
                  <a:pt x="43837" y="22970"/>
                  <a:pt x="46088" y="23516"/>
                </a:cubicBezTo>
                <a:cubicBezTo>
                  <a:pt x="46739" y="23675"/>
                  <a:pt x="47400" y="23750"/>
                  <a:pt x="48060" y="23750"/>
                </a:cubicBezTo>
                <a:cubicBezTo>
                  <a:pt x="51778" y="23750"/>
                  <a:pt x="55482" y="21366"/>
                  <a:pt x="57250" y="18135"/>
                </a:cubicBezTo>
                <a:cubicBezTo>
                  <a:pt x="58465" y="15932"/>
                  <a:pt x="58879" y="13395"/>
                  <a:pt x="59226" y="10938"/>
                </a:cubicBezTo>
                <a:cubicBezTo>
                  <a:pt x="59587" y="8508"/>
                  <a:pt x="60014" y="6025"/>
                  <a:pt x="59734" y="3581"/>
                </a:cubicBezTo>
                <a:cubicBezTo>
                  <a:pt x="59600" y="2366"/>
                  <a:pt x="59253" y="1191"/>
                  <a:pt x="58679" y="123"/>
                </a:cubicBezTo>
                <a:cubicBezTo>
                  <a:pt x="58636" y="37"/>
                  <a:pt x="58560" y="0"/>
                  <a:pt x="584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537349" y="4045771"/>
            <a:ext cx="2718947" cy="1176590"/>
          </a:xfrm>
          <a:custGeom>
            <a:avLst/>
            <a:gdLst/>
            <a:ahLst/>
            <a:cxnLst/>
            <a:rect l="l" t="t" r="r" b="b"/>
            <a:pathLst>
              <a:path w="53120" h="22987" extrusionOk="0">
                <a:moveTo>
                  <a:pt x="50053" y="1"/>
                </a:moveTo>
                <a:cubicBezTo>
                  <a:pt x="48399" y="1"/>
                  <a:pt x="46433" y="515"/>
                  <a:pt x="45122" y="2545"/>
                </a:cubicBezTo>
                <a:cubicBezTo>
                  <a:pt x="42889" y="6001"/>
                  <a:pt x="42287" y="13928"/>
                  <a:pt x="34574" y="13928"/>
                </a:cubicBezTo>
                <a:cubicBezTo>
                  <a:pt x="33110" y="13928"/>
                  <a:pt x="31389" y="13642"/>
                  <a:pt x="29353" y="12986"/>
                </a:cubicBezTo>
                <a:cubicBezTo>
                  <a:pt x="25641" y="11790"/>
                  <a:pt x="21571" y="11168"/>
                  <a:pt x="17700" y="11168"/>
                </a:cubicBezTo>
                <a:cubicBezTo>
                  <a:pt x="8257" y="11168"/>
                  <a:pt x="1" y="14871"/>
                  <a:pt x="1033" y="22987"/>
                </a:cubicBezTo>
                <a:lnTo>
                  <a:pt x="53120" y="22987"/>
                </a:lnTo>
                <a:lnTo>
                  <a:pt x="53120" y="542"/>
                </a:lnTo>
                <a:cubicBezTo>
                  <a:pt x="53120" y="542"/>
                  <a:pt x="51750" y="1"/>
                  <a:pt x="500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7436261" y="4478491"/>
            <a:ext cx="560169" cy="534680"/>
            <a:chOff x="7436261" y="4478491"/>
            <a:chExt cx="560169" cy="534680"/>
          </a:xfrm>
        </p:grpSpPr>
        <p:sp>
          <p:nvSpPr>
            <p:cNvPr id="41" name="Google Shape;41;p2"/>
            <p:cNvSpPr/>
            <p:nvPr/>
          </p:nvSpPr>
          <p:spPr>
            <a:xfrm>
              <a:off x="7502034" y="4478644"/>
              <a:ext cx="78518" cy="99401"/>
            </a:xfrm>
            <a:custGeom>
              <a:avLst/>
              <a:gdLst/>
              <a:ahLst/>
              <a:cxnLst/>
              <a:rect l="l" t="t" r="r" b="b"/>
              <a:pathLst>
                <a:path w="1534" h="1942" extrusionOk="0">
                  <a:moveTo>
                    <a:pt x="1270" y="1"/>
                  </a:moveTo>
                  <a:cubicBezTo>
                    <a:pt x="1260" y="1"/>
                    <a:pt x="1250" y="1"/>
                    <a:pt x="1239" y="3"/>
                  </a:cubicBezTo>
                  <a:cubicBezTo>
                    <a:pt x="906" y="56"/>
                    <a:pt x="719" y="457"/>
                    <a:pt x="545" y="724"/>
                  </a:cubicBezTo>
                  <a:cubicBezTo>
                    <a:pt x="358" y="1017"/>
                    <a:pt x="64" y="1364"/>
                    <a:pt x="11" y="1725"/>
                  </a:cubicBezTo>
                  <a:cubicBezTo>
                    <a:pt x="1" y="1829"/>
                    <a:pt x="88" y="1941"/>
                    <a:pt x="190" y="1941"/>
                  </a:cubicBezTo>
                  <a:cubicBezTo>
                    <a:pt x="219" y="1941"/>
                    <a:pt x="249" y="1932"/>
                    <a:pt x="278" y="1912"/>
                  </a:cubicBezTo>
                  <a:cubicBezTo>
                    <a:pt x="598" y="1698"/>
                    <a:pt x="812" y="1311"/>
                    <a:pt x="1052" y="1004"/>
                  </a:cubicBezTo>
                  <a:cubicBezTo>
                    <a:pt x="1239" y="764"/>
                    <a:pt x="1533" y="510"/>
                    <a:pt x="1480" y="176"/>
                  </a:cubicBezTo>
                  <a:cubicBezTo>
                    <a:pt x="1468" y="66"/>
                    <a:pt x="1377" y="1"/>
                    <a:pt x="12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579119" y="4540476"/>
              <a:ext cx="105953" cy="102165"/>
            </a:xfrm>
            <a:custGeom>
              <a:avLst/>
              <a:gdLst/>
              <a:ahLst/>
              <a:cxnLst/>
              <a:rect l="l" t="t" r="r" b="b"/>
              <a:pathLst>
                <a:path w="2070" h="1996" extrusionOk="0">
                  <a:moveTo>
                    <a:pt x="1703" y="0"/>
                  </a:moveTo>
                  <a:cubicBezTo>
                    <a:pt x="1655" y="0"/>
                    <a:pt x="1607" y="12"/>
                    <a:pt x="1563" y="36"/>
                  </a:cubicBezTo>
                  <a:cubicBezTo>
                    <a:pt x="1175" y="237"/>
                    <a:pt x="828" y="651"/>
                    <a:pt x="548" y="984"/>
                  </a:cubicBezTo>
                  <a:cubicBezTo>
                    <a:pt x="388" y="1198"/>
                    <a:pt x="0" y="1665"/>
                    <a:pt x="214" y="1946"/>
                  </a:cubicBezTo>
                  <a:cubicBezTo>
                    <a:pt x="238" y="1978"/>
                    <a:pt x="272" y="1996"/>
                    <a:pt x="310" y="1996"/>
                  </a:cubicBezTo>
                  <a:cubicBezTo>
                    <a:pt x="335" y="1996"/>
                    <a:pt x="361" y="1988"/>
                    <a:pt x="388" y="1972"/>
                  </a:cubicBezTo>
                  <a:cubicBezTo>
                    <a:pt x="508" y="1906"/>
                    <a:pt x="575" y="1759"/>
                    <a:pt x="668" y="1639"/>
                  </a:cubicBezTo>
                  <a:cubicBezTo>
                    <a:pt x="788" y="1505"/>
                    <a:pt x="908" y="1372"/>
                    <a:pt x="1055" y="1238"/>
                  </a:cubicBezTo>
                  <a:cubicBezTo>
                    <a:pt x="1376" y="958"/>
                    <a:pt x="1736" y="731"/>
                    <a:pt x="1963" y="357"/>
                  </a:cubicBezTo>
                  <a:cubicBezTo>
                    <a:pt x="2069" y="166"/>
                    <a:pt x="1889" y="0"/>
                    <a:pt x="1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718905" y="4478491"/>
              <a:ext cx="93566" cy="107949"/>
            </a:xfrm>
            <a:custGeom>
              <a:avLst/>
              <a:gdLst/>
              <a:ahLst/>
              <a:cxnLst/>
              <a:rect l="l" t="t" r="r" b="b"/>
              <a:pathLst>
                <a:path w="1828" h="2109" extrusionOk="0">
                  <a:moveTo>
                    <a:pt x="1541" y="1"/>
                  </a:moveTo>
                  <a:cubicBezTo>
                    <a:pt x="1498" y="1"/>
                    <a:pt x="1456" y="14"/>
                    <a:pt x="1422" y="46"/>
                  </a:cubicBezTo>
                  <a:cubicBezTo>
                    <a:pt x="1142" y="286"/>
                    <a:pt x="968" y="633"/>
                    <a:pt x="768" y="927"/>
                  </a:cubicBezTo>
                  <a:cubicBezTo>
                    <a:pt x="527" y="1261"/>
                    <a:pt x="287" y="1608"/>
                    <a:pt x="60" y="1955"/>
                  </a:cubicBezTo>
                  <a:cubicBezTo>
                    <a:pt x="0" y="2025"/>
                    <a:pt x="81" y="2109"/>
                    <a:pt x="160" y="2109"/>
                  </a:cubicBezTo>
                  <a:cubicBezTo>
                    <a:pt x="187" y="2109"/>
                    <a:pt x="213" y="2099"/>
                    <a:pt x="234" y="2075"/>
                  </a:cubicBezTo>
                  <a:cubicBezTo>
                    <a:pt x="527" y="1768"/>
                    <a:pt x="808" y="1448"/>
                    <a:pt x="1088" y="1127"/>
                  </a:cubicBezTo>
                  <a:cubicBezTo>
                    <a:pt x="1342" y="873"/>
                    <a:pt x="1569" y="593"/>
                    <a:pt x="1756" y="299"/>
                  </a:cubicBezTo>
                  <a:cubicBezTo>
                    <a:pt x="1827" y="146"/>
                    <a:pt x="1680" y="1"/>
                    <a:pt x="15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709641" y="4629538"/>
              <a:ext cx="70840" cy="86759"/>
            </a:xfrm>
            <a:custGeom>
              <a:avLst/>
              <a:gdLst/>
              <a:ahLst/>
              <a:cxnLst/>
              <a:rect l="l" t="t" r="r" b="b"/>
              <a:pathLst>
                <a:path w="1384" h="1695" extrusionOk="0">
                  <a:moveTo>
                    <a:pt x="935" y="0"/>
                  </a:moveTo>
                  <a:cubicBezTo>
                    <a:pt x="855" y="0"/>
                    <a:pt x="774" y="36"/>
                    <a:pt x="708" y="126"/>
                  </a:cubicBezTo>
                  <a:cubicBezTo>
                    <a:pt x="388" y="566"/>
                    <a:pt x="148" y="1060"/>
                    <a:pt x="1" y="1594"/>
                  </a:cubicBezTo>
                  <a:cubicBezTo>
                    <a:pt x="1" y="1656"/>
                    <a:pt x="47" y="1694"/>
                    <a:pt x="98" y="1694"/>
                  </a:cubicBezTo>
                  <a:cubicBezTo>
                    <a:pt x="124" y="1694"/>
                    <a:pt x="151" y="1684"/>
                    <a:pt x="174" y="1661"/>
                  </a:cubicBezTo>
                  <a:cubicBezTo>
                    <a:pt x="455" y="1247"/>
                    <a:pt x="775" y="860"/>
                    <a:pt x="1136" y="513"/>
                  </a:cubicBezTo>
                  <a:cubicBezTo>
                    <a:pt x="1384" y="304"/>
                    <a:pt x="1167" y="0"/>
                    <a:pt x="9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814212" y="4534539"/>
              <a:ext cx="86861" cy="100886"/>
            </a:xfrm>
            <a:custGeom>
              <a:avLst/>
              <a:gdLst/>
              <a:ahLst/>
              <a:cxnLst/>
              <a:rect l="l" t="t" r="r" b="b"/>
              <a:pathLst>
                <a:path w="1697" h="1971" extrusionOk="0">
                  <a:moveTo>
                    <a:pt x="1431" y="0"/>
                  </a:moveTo>
                  <a:cubicBezTo>
                    <a:pt x="1417" y="0"/>
                    <a:pt x="1403" y="2"/>
                    <a:pt x="1389" y="5"/>
                  </a:cubicBezTo>
                  <a:cubicBezTo>
                    <a:pt x="1296" y="5"/>
                    <a:pt x="1202" y="46"/>
                    <a:pt x="1122" y="99"/>
                  </a:cubicBezTo>
                  <a:cubicBezTo>
                    <a:pt x="935" y="219"/>
                    <a:pt x="788" y="393"/>
                    <a:pt x="682" y="580"/>
                  </a:cubicBezTo>
                  <a:cubicBezTo>
                    <a:pt x="441" y="967"/>
                    <a:pt x="254" y="1394"/>
                    <a:pt x="54" y="1795"/>
                  </a:cubicBezTo>
                  <a:cubicBezTo>
                    <a:pt x="0" y="1891"/>
                    <a:pt x="84" y="1970"/>
                    <a:pt x="168" y="1970"/>
                  </a:cubicBezTo>
                  <a:cubicBezTo>
                    <a:pt x="189" y="1970"/>
                    <a:pt x="209" y="1965"/>
                    <a:pt x="228" y="1955"/>
                  </a:cubicBezTo>
                  <a:cubicBezTo>
                    <a:pt x="521" y="1781"/>
                    <a:pt x="748" y="1447"/>
                    <a:pt x="949" y="1180"/>
                  </a:cubicBezTo>
                  <a:cubicBezTo>
                    <a:pt x="1149" y="913"/>
                    <a:pt x="1456" y="673"/>
                    <a:pt x="1643" y="379"/>
                  </a:cubicBezTo>
                  <a:cubicBezTo>
                    <a:pt x="1696" y="272"/>
                    <a:pt x="1670" y="139"/>
                    <a:pt x="1576" y="59"/>
                  </a:cubicBezTo>
                  <a:lnTo>
                    <a:pt x="1563" y="46"/>
                  </a:lnTo>
                  <a:cubicBezTo>
                    <a:pt x="1523" y="15"/>
                    <a:pt x="1475" y="0"/>
                    <a:pt x="14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835402" y="4673711"/>
              <a:ext cx="73962" cy="97098"/>
            </a:xfrm>
            <a:custGeom>
              <a:avLst/>
              <a:gdLst/>
              <a:ahLst/>
              <a:cxnLst/>
              <a:rect l="l" t="t" r="r" b="b"/>
              <a:pathLst>
                <a:path w="1445" h="1897" extrusionOk="0">
                  <a:moveTo>
                    <a:pt x="1088" y="0"/>
                  </a:moveTo>
                  <a:cubicBezTo>
                    <a:pt x="1007" y="0"/>
                    <a:pt x="927" y="39"/>
                    <a:pt x="868" y="130"/>
                  </a:cubicBezTo>
                  <a:cubicBezTo>
                    <a:pt x="708" y="397"/>
                    <a:pt x="535" y="665"/>
                    <a:pt x="374" y="932"/>
                  </a:cubicBezTo>
                  <a:cubicBezTo>
                    <a:pt x="187" y="1172"/>
                    <a:pt x="54" y="1452"/>
                    <a:pt x="1" y="1746"/>
                  </a:cubicBezTo>
                  <a:cubicBezTo>
                    <a:pt x="1" y="1825"/>
                    <a:pt x="66" y="1896"/>
                    <a:pt x="138" y="1896"/>
                  </a:cubicBezTo>
                  <a:cubicBezTo>
                    <a:pt x="163" y="1896"/>
                    <a:pt x="190" y="1887"/>
                    <a:pt x="214" y="1866"/>
                  </a:cubicBezTo>
                  <a:cubicBezTo>
                    <a:pt x="454" y="1653"/>
                    <a:pt x="681" y="1412"/>
                    <a:pt x="882" y="1159"/>
                  </a:cubicBezTo>
                  <a:cubicBezTo>
                    <a:pt x="1109" y="945"/>
                    <a:pt x="1282" y="678"/>
                    <a:pt x="1389" y="397"/>
                  </a:cubicBezTo>
                  <a:cubicBezTo>
                    <a:pt x="1444" y="186"/>
                    <a:pt x="1266" y="0"/>
                    <a:pt x="1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710460" y="4768506"/>
              <a:ext cx="67564" cy="94283"/>
            </a:xfrm>
            <a:custGeom>
              <a:avLst/>
              <a:gdLst/>
              <a:ahLst/>
              <a:cxnLst/>
              <a:rect l="l" t="t" r="r" b="b"/>
              <a:pathLst>
                <a:path w="1320" h="1842" extrusionOk="0">
                  <a:moveTo>
                    <a:pt x="1106" y="1"/>
                  </a:moveTo>
                  <a:cubicBezTo>
                    <a:pt x="973" y="41"/>
                    <a:pt x="866" y="108"/>
                    <a:pt x="772" y="214"/>
                  </a:cubicBezTo>
                  <a:cubicBezTo>
                    <a:pt x="732" y="281"/>
                    <a:pt x="706" y="335"/>
                    <a:pt x="679" y="401"/>
                  </a:cubicBezTo>
                  <a:cubicBezTo>
                    <a:pt x="612" y="535"/>
                    <a:pt x="532" y="668"/>
                    <a:pt x="452" y="802"/>
                  </a:cubicBezTo>
                  <a:cubicBezTo>
                    <a:pt x="292" y="1082"/>
                    <a:pt x="158" y="1363"/>
                    <a:pt x="38" y="1643"/>
                  </a:cubicBezTo>
                  <a:cubicBezTo>
                    <a:pt x="1" y="1756"/>
                    <a:pt x="81" y="1842"/>
                    <a:pt x="170" y="1842"/>
                  </a:cubicBezTo>
                  <a:cubicBezTo>
                    <a:pt x="207" y="1842"/>
                    <a:pt x="247" y="1826"/>
                    <a:pt x="278" y="1790"/>
                  </a:cubicBezTo>
                  <a:cubicBezTo>
                    <a:pt x="612" y="1309"/>
                    <a:pt x="1106" y="855"/>
                    <a:pt x="1293" y="295"/>
                  </a:cubicBezTo>
                  <a:cubicBezTo>
                    <a:pt x="1320" y="214"/>
                    <a:pt x="1280" y="121"/>
                    <a:pt x="1226" y="68"/>
                  </a:cubicBezTo>
                  <a:lnTo>
                    <a:pt x="1173" y="28"/>
                  </a:lnTo>
                  <a:cubicBezTo>
                    <a:pt x="1160" y="14"/>
                    <a:pt x="1133" y="1"/>
                    <a:pt x="1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567397" y="4717782"/>
              <a:ext cx="83995" cy="104776"/>
            </a:xfrm>
            <a:custGeom>
              <a:avLst/>
              <a:gdLst/>
              <a:ahLst/>
              <a:cxnLst/>
              <a:rect l="l" t="t" r="r" b="b"/>
              <a:pathLst>
                <a:path w="1641" h="2047" extrusionOk="0">
                  <a:moveTo>
                    <a:pt x="1399" y="1"/>
                  </a:moveTo>
                  <a:cubicBezTo>
                    <a:pt x="1388" y="1"/>
                    <a:pt x="1376" y="2"/>
                    <a:pt x="1364" y="4"/>
                  </a:cubicBezTo>
                  <a:cubicBezTo>
                    <a:pt x="977" y="97"/>
                    <a:pt x="697" y="551"/>
                    <a:pt x="470" y="872"/>
                  </a:cubicBezTo>
                  <a:cubicBezTo>
                    <a:pt x="256" y="1179"/>
                    <a:pt x="96" y="1526"/>
                    <a:pt x="16" y="1900"/>
                  </a:cubicBezTo>
                  <a:cubicBezTo>
                    <a:pt x="0" y="1994"/>
                    <a:pt x="77" y="2047"/>
                    <a:pt x="154" y="2047"/>
                  </a:cubicBezTo>
                  <a:cubicBezTo>
                    <a:pt x="207" y="2047"/>
                    <a:pt x="261" y="2021"/>
                    <a:pt x="283" y="1967"/>
                  </a:cubicBezTo>
                  <a:cubicBezTo>
                    <a:pt x="456" y="1619"/>
                    <a:pt x="670" y="1312"/>
                    <a:pt x="937" y="1045"/>
                  </a:cubicBezTo>
                  <a:cubicBezTo>
                    <a:pt x="1151" y="805"/>
                    <a:pt x="1471" y="578"/>
                    <a:pt x="1591" y="284"/>
                  </a:cubicBezTo>
                  <a:cubicBezTo>
                    <a:pt x="1641" y="148"/>
                    <a:pt x="1542" y="1"/>
                    <a:pt x="1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436261" y="4645304"/>
              <a:ext cx="79337" cy="117060"/>
            </a:xfrm>
            <a:custGeom>
              <a:avLst/>
              <a:gdLst/>
              <a:ahLst/>
              <a:cxnLst/>
              <a:rect l="l" t="t" r="r" b="b"/>
              <a:pathLst>
                <a:path w="1550" h="2287" extrusionOk="0">
                  <a:moveTo>
                    <a:pt x="1324" y="0"/>
                  </a:moveTo>
                  <a:cubicBezTo>
                    <a:pt x="1310" y="0"/>
                    <a:pt x="1296" y="2"/>
                    <a:pt x="1283" y="4"/>
                  </a:cubicBezTo>
                  <a:cubicBezTo>
                    <a:pt x="922" y="45"/>
                    <a:pt x="602" y="659"/>
                    <a:pt x="441" y="926"/>
                  </a:cubicBezTo>
                  <a:cubicBezTo>
                    <a:pt x="214" y="1300"/>
                    <a:pt x="1" y="1727"/>
                    <a:pt x="28" y="2181"/>
                  </a:cubicBezTo>
                  <a:cubicBezTo>
                    <a:pt x="34" y="2253"/>
                    <a:pt x="88" y="2286"/>
                    <a:pt x="145" y="2286"/>
                  </a:cubicBezTo>
                  <a:cubicBezTo>
                    <a:pt x="205" y="2286"/>
                    <a:pt x="268" y="2249"/>
                    <a:pt x="281" y="2181"/>
                  </a:cubicBezTo>
                  <a:cubicBezTo>
                    <a:pt x="375" y="1780"/>
                    <a:pt x="708" y="1393"/>
                    <a:pt x="949" y="1073"/>
                  </a:cubicBezTo>
                  <a:cubicBezTo>
                    <a:pt x="1136" y="832"/>
                    <a:pt x="1523" y="552"/>
                    <a:pt x="1550" y="231"/>
                  </a:cubicBezTo>
                  <a:cubicBezTo>
                    <a:pt x="1550" y="100"/>
                    <a:pt x="1442" y="0"/>
                    <a:pt x="1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441073" y="4781251"/>
              <a:ext cx="74269" cy="113068"/>
            </a:xfrm>
            <a:custGeom>
              <a:avLst/>
              <a:gdLst/>
              <a:ahLst/>
              <a:cxnLst/>
              <a:rect l="l" t="t" r="r" b="b"/>
              <a:pathLst>
                <a:path w="1451" h="2209" extrusionOk="0">
                  <a:moveTo>
                    <a:pt x="1222" y="0"/>
                  </a:moveTo>
                  <a:cubicBezTo>
                    <a:pt x="1193" y="0"/>
                    <a:pt x="1164" y="6"/>
                    <a:pt x="1135" y="19"/>
                  </a:cubicBezTo>
                  <a:cubicBezTo>
                    <a:pt x="801" y="112"/>
                    <a:pt x="548" y="646"/>
                    <a:pt x="388" y="927"/>
                  </a:cubicBezTo>
                  <a:cubicBezTo>
                    <a:pt x="147" y="1274"/>
                    <a:pt x="14" y="1675"/>
                    <a:pt x="0" y="2088"/>
                  </a:cubicBezTo>
                  <a:cubicBezTo>
                    <a:pt x="0" y="2172"/>
                    <a:pt x="55" y="2209"/>
                    <a:pt x="116" y="2209"/>
                  </a:cubicBezTo>
                  <a:cubicBezTo>
                    <a:pt x="182" y="2209"/>
                    <a:pt x="253" y="2165"/>
                    <a:pt x="267" y="2088"/>
                  </a:cubicBezTo>
                  <a:cubicBezTo>
                    <a:pt x="361" y="1715"/>
                    <a:pt x="628" y="1367"/>
                    <a:pt x="868" y="1074"/>
                  </a:cubicBezTo>
                  <a:cubicBezTo>
                    <a:pt x="1068" y="820"/>
                    <a:pt x="1416" y="553"/>
                    <a:pt x="1429" y="233"/>
                  </a:cubicBezTo>
                  <a:cubicBezTo>
                    <a:pt x="1451" y="103"/>
                    <a:pt x="1342" y="0"/>
                    <a:pt x="1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473882" y="4928000"/>
              <a:ext cx="64186" cy="85172"/>
            </a:xfrm>
            <a:custGeom>
              <a:avLst/>
              <a:gdLst/>
              <a:ahLst/>
              <a:cxnLst/>
              <a:rect l="l" t="t" r="r" b="b"/>
              <a:pathLst>
                <a:path w="1254" h="1664" extrusionOk="0">
                  <a:moveTo>
                    <a:pt x="967" y="0"/>
                  </a:moveTo>
                  <a:cubicBezTo>
                    <a:pt x="925" y="0"/>
                    <a:pt x="882" y="15"/>
                    <a:pt x="841" y="49"/>
                  </a:cubicBezTo>
                  <a:cubicBezTo>
                    <a:pt x="414" y="410"/>
                    <a:pt x="40" y="944"/>
                    <a:pt x="0" y="1518"/>
                  </a:cubicBezTo>
                  <a:cubicBezTo>
                    <a:pt x="0" y="1596"/>
                    <a:pt x="74" y="1664"/>
                    <a:pt x="140" y="1664"/>
                  </a:cubicBezTo>
                  <a:cubicBezTo>
                    <a:pt x="176" y="1664"/>
                    <a:pt x="209" y="1645"/>
                    <a:pt x="227" y="1598"/>
                  </a:cubicBezTo>
                  <a:cubicBezTo>
                    <a:pt x="427" y="1077"/>
                    <a:pt x="841" y="784"/>
                    <a:pt x="1148" y="343"/>
                  </a:cubicBezTo>
                  <a:cubicBezTo>
                    <a:pt x="1253" y="196"/>
                    <a:pt x="1119" y="0"/>
                    <a:pt x="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611775" y="4822456"/>
              <a:ext cx="59067" cy="79644"/>
            </a:xfrm>
            <a:custGeom>
              <a:avLst/>
              <a:gdLst/>
              <a:ahLst/>
              <a:cxnLst/>
              <a:rect l="l" t="t" r="r" b="b"/>
              <a:pathLst>
                <a:path w="1154" h="1556" extrusionOk="0">
                  <a:moveTo>
                    <a:pt x="918" y="0"/>
                  </a:moveTo>
                  <a:cubicBezTo>
                    <a:pt x="875" y="0"/>
                    <a:pt x="830" y="17"/>
                    <a:pt x="791" y="55"/>
                  </a:cubicBezTo>
                  <a:cubicBezTo>
                    <a:pt x="404" y="416"/>
                    <a:pt x="137" y="896"/>
                    <a:pt x="17" y="1404"/>
                  </a:cubicBezTo>
                  <a:cubicBezTo>
                    <a:pt x="0" y="1495"/>
                    <a:pt x="82" y="1556"/>
                    <a:pt x="159" y="1556"/>
                  </a:cubicBezTo>
                  <a:cubicBezTo>
                    <a:pt x="206" y="1556"/>
                    <a:pt x="250" y="1534"/>
                    <a:pt x="270" y="1484"/>
                  </a:cubicBezTo>
                  <a:cubicBezTo>
                    <a:pt x="417" y="990"/>
                    <a:pt x="845" y="696"/>
                    <a:pt x="1085" y="269"/>
                  </a:cubicBezTo>
                  <a:cubicBezTo>
                    <a:pt x="1154" y="131"/>
                    <a:pt x="1041" y="0"/>
                    <a:pt x="9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643254" y="4925184"/>
              <a:ext cx="62036" cy="84609"/>
            </a:xfrm>
            <a:custGeom>
              <a:avLst/>
              <a:gdLst/>
              <a:ahLst/>
              <a:cxnLst/>
              <a:rect l="l" t="t" r="r" b="b"/>
              <a:pathLst>
                <a:path w="1212" h="1653" extrusionOk="0">
                  <a:moveTo>
                    <a:pt x="1004" y="1"/>
                  </a:moveTo>
                  <a:cubicBezTo>
                    <a:pt x="969" y="1"/>
                    <a:pt x="932" y="12"/>
                    <a:pt x="897" y="38"/>
                  </a:cubicBezTo>
                  <a:cubicBezTo>
                    <a:pt x="684" y="211"/>
                    <a:pt x="563" y="465"/>
                    <a:pt x="430" y="692"/>
                  </a:cubicBezTo>
                  <a:cubicBezTo>
                    <a:pt x="270" y="932"/>
                    <a:pt x="136" y="1186"/>
                    <a:pt x="29" y="1466"/>
                  </a:cubicBezTo>
                  <a:cubicBezTo>
                    <a:pt x="0" y="1553"/>
                    <a:pt x="82" y="1653"/>
                    <a:pt x="165" y="1653"/>
                  </a:cubicBezTo>
                  <a:cubicBezTo>
                    <a:pt x="197" y="1653"/>
                    <a:pt x="230" y="1637"/>
                    <a:pt x="256" y="1600"/>
                  </a:cubicBezTo>
                  <a:cubicBezTo>
                    <a:pt x="403" y="1373"/>
                    <a:pt x="577" y="1146"/>
                    <a:pt x="750" y="932"/>
                  </a:cubicBezTo>
                  <a:cubicBezTo>
                    <a:pt x="924" y="719"/>
                    <a:pt x="1151" y="505"/>
                    <a:pt x="1191" y="224"/>
                  </a:cubicBezTo>
                  <a:cubicBezTo>
                    <a:pt x="1211" y="113"/>
                    <a:pt x="1116" y="1"/>
                    <a:pt x="10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782119" y="4839193"/>
              <a:ext cx="90393" cy="102524"/>
            </a:xfrm>
            <a:custGeom>
              <a:avLst/>
              <a:gdLst/>
              <a:ahLst/>
              <a:cxnLst/>
              <a:rect l="l" t="t" r="r" b="b"/>
              <a:pathLst>
                <a:path w="1766" h="2003" extrusionOk="0">
                  <a:moveTo>
                    <a:pt x="1350" y="0"/>
                  </a:moveTo>
                  <a:cubicBezTo>
                    <a:pt x="1271" y="0"/>
                    <a:pt x="1189" y="31"/>
                    <a:pt x="1122" y="102"/>
                  </a:cubicBezTo>
                  <a:cubicBezTo>
                    <a:pt x="841" y="382"/>
                    <a:pt x="588" y="703"/>
                    <a:pt x="361" y="1023"/>
                  </a:cubicBezTo>
                  <a:cubicBezTo>
                    <a:pt x="200" y="1277"/>
                    <a:pt x="0" y="1611"/>
                    <a:pt x="120" y="1918"/>
                  </a:cubicBezTo>
                  <a:cubicBezTo>
                    <a:pt x="139" y="1973"/>
                    <a:pt x="189" y="2003"/>
                    <a:pt x="240" y="2003"/>
                  </a:cubicBezTo>
                  <a:cubicBezTo>
                    <a:pt x="263" y="2003"/>
                    <a:pt x="286" y="1997"/>
                    <a:pt x="307" y="1985"/>
                  </a:cubicBezTo>
                  <a:cubicBezTo>
                    <a:pt x="561" y="1784"/>
                    <a:pt x="748" y="1477"/>
                    <a:pt x="961" y="1250"/>
                  </a:cubicBezTo>
                  <a:cubicBezTo>
                    <a:pt x="1215" y="1010"/>
                    <a:pt x="1442" y="756"/>
                    <a:pt x="1629" y="462"/>
                  </a:cubicBezTo>
                  <a:cubicBezTo>
                    <a:pt x="1766" y="228"/>
                    <a:pt x="1566" y="0"/>
                    <a:pt x="1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7927689" y="4706982"/>
              <a:ext cx="68741" cy="85940"/>
            </a:xfrm>
            <a:custGeom>
              <a:avLst/>
              <a:gdLst/>
              <a:ahLst/>
              <a:cxnLst/>
              <a:rect l="l" t="t" r="r" b="b"/>
              <a:pathLst>
                <a:path w="1343" h="1679" extrusionOk="0">
                  <a:moveTo>
                    <a:pt x="986" y="1"/>
                  </a:moveTo>
                  <a:cubicBezTo>
                    <a:pt x="920" y="1"/>
                    <a:pt x="854" y="25"/>
                    <a:pt x="801" y="81"/>
                  </a:cubicBezTo>
                  <a:cubicBezTo>
                    <a:pt x="467" y="455"/>
                    <a:pt x="0" y="1083"/>
                    <a:pt x="94" y="1603"/>
                  </a:cubicBezTo>
                  <a:cubicBezTo>
                    <a:pt x="111" y="1655"/>
                    <a:pt x="150" y="1679"/>
                    <a:pt x="193" y="1679"/>
                  </a:cubicBezTo>
                  <a:cubicBezTo>
                    <a:pt x="217" y="1679"/>
                    <a:pt x="243" y="1671"/>
                    <a:pt x="267" y="1657"/>
                  </a:cubicBezTo>
                  <a:cubicBezTo>
                    <a:pt x="427" y="1443"/>
                    <a:pt x="547" y="1190"/>
                    <a:pt x="721" y="989"/>
                  </a:cubicBezTo>
                  <a:cubicBezTo>
                    <a:pt x="895" y="789"/>
                    <a:pt x="1055" y="575"/>
                    <a:pt x="1215" y="362"/>
                  </a:cubicBezTo>
                  <a:cubicBezTo>
                    <a:pt x="1343" y="185"/>
                    <a:pt x="1167" y="1"/>
                    <a:pt x="9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2"/>
          <p:cNvSpPr/>
          <p:nvPr/>
        </p:nvSpPr>
        <p:spPr>
          <a:xfrm>
            <a:off x="6391983" y="3786927"/>
            <a:ext cx="2819730" cy="1553516"/>
          </a:xfrm>
          <a:custGeom>
            <a:avLst/>
            <a:gdLst/>
            <a:ahLst/>
            <a:cxnLst/>
            <a:rect l="l" t="t" r="r" b="b"/>
            <a:pathLst>
              <a:path w="55089" h="30351" extrusionOk="0">
                <a:moveTo>
                  <a:pt x="38167" y="7979"/>
                </a:moveTo>
                <a:cubicBezTo>
                  <a:pt x="38974" y="7979"/>
                  <a:pt x="39495" y="9771"/>
                  <a:pt x="39683" y="10619"/>
                </a:cubicBezTo>
                <a:cubicBezTo>
                  <a:pt x="39617" y="10630"/>
                  <a:pt x="39550" y="10635"/>
                  <a:pt x="39482" y="10635"/>
                </a:cubicBezTo>
                <a:cubicBezTo>
                  <a:pt x="39292" y="10635"/>
                  <a:pt x="39100" y="10595"/>
                  <a:pt x="38922" y="10526"/>
                </a:cubicBezTo>
                <a:cubicBezTo>
                  <a:pt x="38255" y="10245"/>
                  <a:pt x="36786" y="8710"/>
                  <a:pt x="37827" y="8082"/>
                </a:cubicBezTo>
                <a:cubicBezTo>
                  <a:pt x="37946" y="8011"/>
                  <a:pt x="38059" y="7979"/>
                  <a:pt x="38167" y="7979"/>
                </a:cubicBezTo>
                <a:close/>
                <a:moveTo>
                  <a:pt x="15983" y="11834"/>
                </a:moveTo>
                <a:cubicBezTo>
                  <a:pt x="16264" y="11834"/>
                  <a:pt x="16531" y="11861"/>
                  <a:pt x="16798" y="11901"/>
                </a:cubicBezTo>
                <a:cubicBezTo>
                  <a:pt x="17813" y="12034"/>
                  <a:pt x="19134" y="12902"/>
                  <a:pt x="18200" y="14051"/>
                </a:cubicBezTo>
                <a:cubicBezTo>
                  <a:pt x="17938" y="14372"/>
                  <a:pt x="17585" y="14514"/>
                  <a:pt x="17229" y="14514"/>
                </a:cubicBezTo>
                <a:cubicBezTo>
                  <a:pt x="16624" y="14514"/>
                  <a:pt x="16013" y="14102"/>
                  <a:pt x="15836" y="13463"/>
                </a:cubicBezTo>
                <a:cubicBezTo>
                  <a:pt x="15703" y="12942"/>
                  <a:pt x="15796" y="12368"/>
                  <a:pt x="15983" y="11834"/>
                </a:cubicBezTo>
                <a:close/>
                <a:moveTo>
                  <a:pt x="52128" y="0"/>
                </a:moveTo>
                <a:cubicBezTo>
                  <a:pt x="49429" y="0"/>
                  <a:pt x="46532" y="1938"/>
                  <a:pt x="44917" y="3796"/>
                </a:cubicBezTo>
                <a:cubicBezTo>
                  <a:pt x="43582" y="5318"/>
                  <a:pt x="42674" y="7134"/>
                  <a:pt x="41579" y="8817"/>
                </a:cubicBezTo>
                <a:cubicBezTo>
                  <a:pt x="41206" y="9377"/>
                  <a:pt x="40778" y="10085"/>
                  <a:pt x="40204" y="10432"/>
                </a:cubicBezTo>
                <a:cubicBezTo>
                  <a:pt x="40017" y="9564"/>
                  <a:pt x="39697" y="8683"/>
                  <a:pt x="39149" y="8029"/>
                </a:cubicBezTo>
                <a:cubicBezTo>
                  <a:pt x="38860" y="7691"/>
                  <a:pt x="38464" y="7493"/>
                  <a:pt x="38079" y="7493"/>
                </a:cubicBezTo>
                <a:cubicBezTo>
                  <a:pt x="37718" y="7493"/>
                  <a:pt x="37365" y="7668"/>
                  <a:pt x="37120" y="8069"/>
                </a:cubicBezTo>
                <a:cubicBezTo>
                  <a:pt x="36385" y="9297"/>
                  <a:pt x="38094" y="10953"/>
                  <a:pt x="39203" y="11153"/>
                </a:cubicBezTo>
                <a:cubicBezTo>
                  <a:pt x="39303" y="11167"/>
                  <a:pt x="39403" y="11173"/>
                  <a:pt x="39503" y="11173"/>
                </a:cubicBezTo>
                <a:cubicBezTo>
                  <a:pt x="39603" y="11173"/>
                  <a:pt x="39703" y="11167"/>
                  <a:pt x="39804" y="11153"/>
                </a:cubicBezTo>
                <a:lnTo>
                  <a:pt x="39804" y="11153"/>
                </a:lnTo>
                <a:cubicBezTo>
                  <a:pt x="39977" y="12302"/>
                  <a:pt x="39657" y="13463"/>
                  <a:pt x="38922" y="14358"/>
                </a:cubicBezTo>
                <a:cubicBezTo>
                  <a:pt x="38269" y="15183"/>
                  <a:pt x="37407" y="15483"/>
                  <a:pt x="36487" y="15483"/>
                </a:cubicBezTo>
                <a:cubicBezTo>
                  <a:pt x="35130" y="15483"/>
                  <a:pt x="33648" y="14832"/>
                  <a:pt x="32527" y="14251"/>
                </a:cubicBezTo>
                <a:cubicBezTo>
                  <a:pt x="30097" y="12996"/>
                  <a:pt x="27920" y="11313"/>
                  <a:pt x="25664" y="9751"/>
                </a:cubicBezTo>
                <a:cubicBezTo>
                  <a:pt x="24916" y="9231"/>
                  <a:pt x="24141" y="8656"/>
                  <a:pt x="23287" y="8323"/>
                </a:cubicBezTo>
                <a:cubicBezTo>
                  <a:pt x="22507" y="8018"/>
                  <a:pt x="21652" y="7850"/>
                  <a:pt x="20800" y="7850"/>
                </a:cubicBezTo>
                <a:cubicBezTo>
                  <a:pt x="19973" y="7850"/>
                  <a:pt x="19149" y="8008"/>
                  <a:pt x="18400" y="8349"/>
                </a:cubicBezTo>
                <a:cubicBezTo>
                  <a:pt x="17158" y="8950"/>
                  <a:pt x="16184" y="10005"/>
                  <a:pt x="15676" y="11287"/>
                </a:cubicBezTo>
                <a:cubicBezTo>
                  <a:pt x="11417" y="11367"/>
                  <a:pt x="7545" y="13436"/>
                  <a:pt x="4701" y="16561"/>
                </a:cubicBezTo>
                <a:cubicBezTo>
                  <a:pt x="3138" y="18283"/>
                  <a:pt x="1670" y="20366"/>
                  <a:pt x="882" y="22569"/>
                </a:cubicBezTo>
                <a:cubicBezTo>
                  <a:pt x="1" y="25053"/>
                  <a:pt x="335" y="27670"/>
                  <a:pt x="268" y="30247"/>
                </a:cubicBezTo>
                <a:cubicBezTo>
                  <a:pt x="268" y="30317"/>
                  <a:pt x="316" y="30350"/>
                  <a:pt x="369" y="30350"/>
                </a:cubicBezTo>
                <a:cubicBezTo>
                  <a:pt x="426" y="30350"/>
                  <a:pt x="488" y="30310"/>
                  <a:pt x="495" y="30233"/>
                </a:cubicBezTo>
                <a:cubicBezTo>
                  <a:pt x="682" y="27990"/>
                  <a:pt x="495" y="25667"/>
                  <a:pt x="1109" y="23477"/>
                </a:cubicBezTo>
                <a:cubicBezTo>
                  <a:pt x="1683" y="21408"/>
                  <a:pt x="2952" y="19498"/>
                  <a:pt x="4300" y="17856"/>
                </a:cubicBezTo>
                <a:cubicBezTo>
                  <a:pt x="6890" y="14665"/>
                  <a:pt x="10335" y="12422"/>
                  <a:pt x="14474" y="11928"/>
                </a:cubicBezTo>
                <a:cubicBezTo>
                  <a:pt x="14808" y="11888"/>
                  <a:pt x="15142" y="11861"/>
                  <a:pt x="15476" y="11848"/>
                </a:cubicBezTo>
                <a:lnTo>
                  <a:pt x="15476" y="11848"/>
                </a:lnTo>
                <a:cubicBezTo>
                  <a:pt x="15129" y="12996"/>
                  <a:pt x="15249" y="14344"/>
                  <a:pt x="16504" y="14878"/>
                </a:cubicBezTo>
                <a:cubicBezTo>
                  <a:pt x="16730" y="14977"/>
                  <a:pt x="16964" y="15022"/>
                  <a:pt x="17194" y="15022"/>
                </a:cubicBezTo>
                <a:cubicBezTo>
                  <a:pt x="18244" y="15022"/>
                  <a:pt x="19220" y="14079"/>
                  <a:pt x="19001" y="12929"/>
                </a:cubicBezTo>
                <a:cubicBezTo>
                  <a:pt x="18761" y="11634"/>
                  <a:pt x="17372" y="11340"/>
                  <a:pt x="16224" y="11300"/>
                </a:cubicBezTo>
                <a:cubicBezTo>
                  <a:pt x="16290" y="11167"/>
                  <a:pt x="16344" y="11046"/>
                  <a:pt x="16411" y="10926"/>
                </a:cubicBezTo>
                <a:cubicBezTo>
                  <a:pt x="17315" y="9250"/>
                  <a:pt x="18981" y="8358"/>
                  <a:pt x="20820" y="8358"/>
                </a:cubicBezTo>
                <a:cubicBezTo>
                  <a:pt x="21017" y="8358"/>
                  <a:pt x="21217" y="8369"/>
                  <a:pt x="21418" y="8389"/>
                </a:cubicBezTo>
                <a:cubicBezTo>
                  <a:pt x="22659" y="8523"/>
                  <a:pt x="23634" y="9004"/>
                  <a:pt x="24662" y="9671"/>
                </a:cubicBezTo>
                <a:cubicBezTo>
                  <a:pt x="26785" y="11073"/>
                  <a:pt x="28788" y="12662"/>
                  <a:pt x="30991" y="13971"/>
                </a:cubicBezTo>
                <a:cubicBezTo>
                  <a:pt x="32530" y="14898"/>
                  <a:pt x="34501" y="16009"/>
                  <a:pt x="36415" y="16009"/>
                </a:cubicBezTo>
                <a:cubicBezTo>
                  <a:pt x="36760" y="16009"/>
                  <a:pt x="37102" y="15973"/>
                  <a:pt x="37440" y="15893"/>
                </a:cubicBezTo>
                <a:cubicBezTo>
                  <a:pt x="39376" y="15453"/>
                  <a:pt x="40618" y="13209"/>
                  <a:pt x="40364" y="11313"/>
                </a:cubicBezTo>
                <a:cubicBezTo>
                  <a:pt x="40351" y="11207"/>
                  <a:pt x="40324" y="11100"/>
                  <a:pt x="40311" y="10980"/>
                </a:cubicBezTo>
                <a:cubicBezTo>
                  <a:pt x="41486" y="10419"/>
                  <a:pt x="42287" y="8670"/>
                  <a:pt x="42875" y="7708"/>
                </a:cubicBezTo>
                <a:cubicBezTo>
                  <a:pt x="44130" y="5652"/>
                  <a:pt x="45371" y="3649"/>
                  <a:pt x="47414" y="2261"/>
                </a:cubicBezTo>
                <a:cubicBezTo>
                  <a:pt x="48796" y="1316"/>
                  <a:pt x="50558" y="526"/>
                  <a:pt x="52268" y="526"/>
                </a:cubicBezTo>
                <a:cubicBezTo>
                  <a:pt x="53120" y="526"/>
                  <a:pt x="53959" y="722"/>
                  <a:pt x="54731" y="1193"/>
                </a:cubicBezTo>
                <a:cubicBezTo>
                  <a:pt x="54762" y="1214"/>
                  <a:pt x="54792" y="1224"/>
                  <a:pt x="54821" y="1224"/>
                </a:cubicBezTo>
                <a:cubicBezTo>
                  <a:pt x="54973" y="1224"/>
                  <a:pt x="55088" y="973"/>
                  <a:pt x="54932" y="872"/>
                </a:cubicBezTo>
                <a:cubicBezTo>
                  <a:pt x="54071" y="258"/>
                  <a:pt x="53113" y="0"/>
                  <a:pt x="521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533362" y="4482125"/>
            <a:ext cx="539695" cy="224344"/>
          </a:xfrm>
          <a:custGeom>
            <a:avLst/>
            <a:gdLst/>
            <a:ahLst/>
            <a:cxnLst/>
            <a:rect l="l" t="t" r="r" b="b"/>
            <a:pathLst>
              <a:path w="10544" h="4383" extrusionOk="0">
                <a:moveTo>
                  <a:pt x="5884" y="0"/>
                </a:moveTo>
                <a:cubicBezTo>
                  <a:pt x="5485" y="0"/>
                  <a:pt x="5054" y="34"/>
                  <a:pt x="4590" y="108"/>
                </a:cubicBezTo>
                <a:cubicBezTo>
                  <a:pt x="161" y="815"/>
                  <a:pt x="1" y="4382"/>
                  <a:pt x="4617" y="4382"/>
                </a:cubicBezTo>
                <a:cubicBezTo>
                  <a:pt x="5317" y="4382"/>
                  <a:pt x="6126" y="4300"/>
                  <a:pt x="7047" y="4114"/>
                </a:cubicBezTo>
                <a:cubicBezTo>
                  <a:pt x="10544" y="3410"/>
                  <a:pt x="9878" y="0"/>
                  <a:pt x="588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395060" y="4542984"/>
            <a:ext cx="146696" cy="146491"/>
          </a:xfrm>
          <a:custGeom>
            <a:avLst/>
            <a:gdLst/>
            <a:ahLst/>
            <a:cxnLst/>
            <a:rect l="l" t="t" r="r" b="b"/>
            <a:pathLst>
              <a:path w="2866" h="2862" extrusionOk="0">
                <a:moveTo>
                  <a:pt x="2191" y="0"/>
                </a:moveTo>
                <a:cubicBezTo>
                  <a:pt x="1762" y="0"/>
                  <a:pt x="1109" y="421"/>
                  <a:pt x="589" y="1296"/>
                </a:cubicBezTo>
                <a:cubicBezTo>
                  <a:pt x="0" y="2288"/>
                  <a:pt x="212" y="2862"/>
                  <a:pt x="712" y="2862"/>
                </a:cubicBezTo>
                <a:cubicBezTo>
                  <a:pt x="1140" y="2862"/>
                  <a:pt x="1782" y="2439"/>
                  <a:pt x="2312" y="1496"/>
                </a:cubicBezTo>
                <a:cubicBezTo>
                  <a:pt x="2866" y="514"/>
                  <a:pt x="2665" y="0"/>
                  <a:pt x="21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8411746" y="4738461"/>
            <a:ext cx="390849" cy="145314"/>
          </a:xfrm>
          <a:custGeom>
            <a:avLst/>
            <a:gdLst/>
            <a:ahLst/>
            <a:cxnLst/>
            <a:rect l="l" t="t" r="r" b="b"/>
            <a:pathLst>
              <a:path w="7636" h="2839" extrusionOk="0">
                <a:moveTo>
                  <a:pt x="3644" y="1"/>
                </a:moveTo>
                <a:cubicBezTo>
                  <a:pt x="3530" y="1"/>
                  <a:pt x="3413" y="5"/>
                  <a:pt x="3294" y="14"/>
                </a:cubicBezTo>
                <a:cubicBezTo>
                  <a:pt x="526" y="215"/>
                  <a:pt x="1" y="2838"/>
                  <a:pt x="2890" y="2838"/>
                </a:cubicBezTo>
                <a:cubicBezTo>
                  <a:pt x="3262" y="2838"/>
                  <a:pt x="3689" y="2795"/>
                  <a:pt x="4176" y="2697"/>
                </a:cubicBezTo>
                <a:cubicBezTo>
                  <a:pt x="7635" y="2008"/>
                  <a:pt x="6139" y="1"/>
                  <a:pt x="364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 flipH="1">
            <a:off x="-35450" y="4282310"/>
            <a:ext cx="3516963" cy="892238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2694376" y="4561087"/>
            <a:ext cx="605089" cy="334689"/>
          </a:xfrm>
          <a:custGeom>
            <a:avLst/>
            <a:gdLst/>
            <a:ahLst/>
            <a:cxnLst/>
            <a:rect l="l" t="t" r="r" b="b"/>
            <a:pathLst>
              <a:path w="14946" h="8267" extrusionOk="0">
                <a:moveTo>
                  <a:pt x="5109" y="0"/>
                </a:moveTo>
                <a:cubicBezTo>
                  <a:pt x="3949" y="0"/>
                  <a:pt x="2967" y="282"/>
                  <a:pt x="2417" y="914"/>
                </a:cubicBezTo>
                <a:cubicBezTo>
                  <a:pt x="1" y="3678"/>
                  <a:pt x="4487" y="6335"/>
                  <a:pt x="6196" y="7096"/>
                </a:cubicBezTo>
                <a:cubicBezTo>
                  <a:pt x="8034" y="7896"/>
                  <a:pt x="9523" y="8266"/>
                  <a:pt x="10665" y="8266"/>
                </a:cubicBezTo>
                <a:cubicBezTo>
                  <a:pt x="11961" y="8266"/>
                  <a:pt x="12808" y="7789"/>
                  <a:pt x="13206" y="6923"/>
                </a:cubicBezTo>
                <a:cubicBezTo>
                  <a:pt x="14946" y="3195"/>
                  <a:pt x="9016" y="0"/>
                  <a:pt x="51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485325" y="4938750"/>
            <a:ext cx="2603692" cy="283626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655875" y="4167414"/>
            <a:ext cx="315473" cy="186454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2818188" y="2018938"/>
            <a:ext cx="55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786313" y="2176850"/>
            <a:ext cx="2132100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 txBox="1">
            <a:spLocks noGrp="1"/>
          </p:cNvSpPr>
          <p:nvPr>
            <p:ph type="subTitle" idx="1"/>
          </p:nvPr>
        </p:nvSpPr>
        <p:spPr>
          <a:xfrm>
            <a:off x="2818188" y="2861263"/>
            <a:ext cx="5539500" cy="2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3"/>
          <p:cNvGrpSpPr/>
          <p:nvPr/>
        </p:nvGrpSpPr>
        <p:grpSpPr>
          <a:xfrm flipH="1">
            <a:off x="1462750" y="-565828"/>
            <a:ext cx="1780035" cy="1850605"/>
            <a:chOff x="6020575" y="2836750"/>
            <a:chExt cx="309900" cy="322175"/>
          </a:xfrm>
        </p:grpSpPr>
        <p:sp>
          <p:nvSpPr>
            <p:cNvPr id="69" name="Google Shape;69;p3"/>
            <p:cNvSpPr/>
            <p:nvPr/>
          </p:nvSpPr>
          <p:spPr>
            <a:xfrm>
              <a:off x="6120250" y="2922925"/>
              <a:ext cx="71200" cy="77425"/>
            </a:xfrm>
            <a:custGeom>
              <a:avLst/>
              <a:gdLst/>
              <a:ahLst/>
              <a:cxnLst/>
              <a:rect l="l" t="t" r="r" b="b"/>
              <a:pathLst>
                <a:path w="2848" h="3097" extrusionOk="0">
                  <a:moveTo>
                    <a:pt x="1250" y="0"/>
                  </a:moveTo>
                  <a:cubicBezTo>
                    <a:pt x="1173" y="0"/>
                    <a:pt x="1101" y="30"/>
                    <a:pt x="1035" y="93"/>
                  </a:cubicBezTo>
                  <a:cubicBezTo>
                    <a:pt x="0" y="1072"/>
                    <a:pt x="1301" y="3097"/>
                    <a:pt x="2047" y="3097"/>
                  </a:cubicBezTo>
                  <a:cubicBezTo>
                    <a:pt x="2177" y="3097"/>
                    <a:pt x="2289" y="3036"/>
                    <a:pt x="2370" y="2897"/>
                  </a:cubicBezTo>
                  <a:cubicBezTo>
                    <a:pt x="2848" y="2062"/>
                    <a:pt x="1896" y="0"/>
                    <a:pt x="12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6201150" y="2956200"/>
              <a:ext cx="66825" cy="71750"/>
            </a:xfrm>
            <a:custGeom>
              <a:avLst/>
              <a:gdLst/>
              <a:ahLst/>
              <a:cxnLst/>
              <a:rect l="l" t="t" r="r" b="b"/>
              <a:pathLst>
                <a:path w="2673" h="2870" extrusionOk="0">
                  <a:moveTo>
                    <a:pt x="1115" y="0"/>
                  </a:moveTo>
                  <a:cubicBezTo>
                    <a:pt x="970" y="0"/>
                    <a:pt x="828" y="70"/>
                    <a:pt x="697" y="231"/>
                  </a:cubicBezTo>
                  <a:cubicBezTo>
                    <a:pt x="1" y="1087"/>
                    <a:pt x="1118" y="2869"/>
                    <a:pt x="1808" y="2869"/>
                  </a:cubicBezTo>
                  <a:cubicBezTo>
                    <a:pt x="1926" y="2869"/>
                    <a:pt x="2030" y="2818"/>
                    <a:pt x="2112" y="2701"/>
                  </a:cubicBezTo>
                  <a:cubicBezTo>
                    <a:pt x="2672" y="1906"/>
                    <a:pt x="1869" y="0"/>
                    <a:pt x="11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6169475" y="3033450"/>
              <a:ext cx="77125" cy="79025"/>
            </a:xfrm>
            <a:custGeom>
              <a:avLst/>
              <a:gdLst/>
              <a:ahLst/>
              <a:cxnLst/>
              <a:rect l="l" t="t" r="r" b="b"/>
              <a:pathLst>
                <a:path w="3085" h="3161" extrusionOk="0">
                  <a:moveTo>
                    <a:pt x="1248" y="0"/>
                  </a:moveTo>
                  <a:cubicBezTo>
                    <a:pt x="1109" y="0"/>
                    <a:pt x="971" y="61"/>
                    <a:pt x="842" y="199"/>
                  </a:cubicBezTo>
                  <a:cubicBezTo>
                    <a:pt x="0" y="1100"/>
                    <a:pt x="1318" y="3160"/>
                    <a:pt x="2128" y="3160"/>
                  </a:cubicBezTo>
                  <a:cubicBezTo>
                    <a:pt x="2230" y="3160"/>
                    <a:pt x="2324" y="3128"/>
                    <a:pt x="2404" y="3056"/>
                  </a:cubicBezTo>
                  <a:cubicBezTo>
                    <a:pt x="3085" y="2445"/>
                    <a:pt x="2131" y="0"/>
                    <a:pt x="12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6094625" y="2998725"/>
              <a:ext cx="60275" cy="43050"/>
            </a:xfrm>
            <a:custGeom>
              <a:avLst/>
              <a:gdLst/>
              <a:ahLst/>
              <a:cxnLst/>
              <a:rect l="l" t="t" r="r" b="b"/>
              <a:pathLst>
                <a:path w="2411" h="1722" extrusionOk="0">
                  <a:moveTo>
                    <a:pt x="807" y="1"/>
                  </a:moveTo>
                  <a:cubicBezTo>
                    <a:pt x="692" y="1"/>
                    <a:pt x="586" y="41"/>
                    <a:pt x="498" y="132"/>
                  </a:cubicBezTo>
                  <a:cubicBezTo>
                    <a:pt x="1" y="676"/>
                    <a:pt x="1217" y="1721"/>
                    <a:pt x="1820" y="1721"/>
                  </a:cubicBezTo>
                  <a:cubicBezTo>
                    <a:pt x="1913" y="1721"/>
                    <a:pt x="1992" y="1696"/>
                    <a:pt x="2047" y="1641"/>
                  </a:cubicBezTo>
                  <a:cubicBezTo>
                    <a:pt x="2410" y="1289"/>
                    <a:pt x="1460" y="1"/>
                    <a:pt x="8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6260575" y="3056025"/>
              <a:ext cx="48000" cy="48700"/>
            </a:xfrm>
            <a:custGeom>
              <a:avLst/>
              <a:gdLst/>
              <a:ahLst/>
              <a:cxnLst/>
              <a:rect l="l" t="t" r="r" b="b"/>
              <a:pathLst>
                <a:path w="1920" h="1948" extrusionOk="0">
                  <a:moveTo>
                    <a:pt x="511" y="1"/>
                  </a:moveTo>
                  <a:cubicBezTo>
                    <a:pt x="444" y="1"/>
                    <a:pt x="384" y="19"/>
                    <a:pt x="336" y="57"/>
                  </a:cubicBezTo>
                  <a:cubicBezTo>
                    <a:pt x="1" y="325"/>
                    <a:pt x="684" y="1948"/>
                    <a:pt x="1206" y="1948"/>
                  </a:cubicBezTo>
                  <a:cubicBezTo>
                    <a:pt x="1308" y="1948"/>
                    <a:pt x="1403" y="1886"/>
                    <a:pt x="1484" y="1739"/>
                  </a:cubicBezTo>
                  <a:cubicBezTo>
                    <a:pt x="1919" y="963"/>
                    <a:pt x="1008" y="1"/>
                    <a:pt x="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6101550" y="3077775"/>
              <a:ext cx="79175" cy="81150"/>
            </a:xfrm>
            <a:custGeom>
              <a:avLst/>
              <a:gdLst/>
              <a:ahLst/>
              <a:cxnLst/>
              <a:rect l="l" t="t" r="r" b="b"/>
              <a:pathLst>
                <a:path w="3167" h="3246" extrusionOk="0">
                  <a:moveTo>
                    <a:pt x="1444" y="1"/>
                  </a:moveTo>
                  <a:cubicBezTo>
                    <a:pt x="1334" y="1"/>
                    <a:pt x="1220" y="30"/>
                    <a:pt x="1102" y="95"/>
                  </a:cubicBezTo>
                  <a:cubicBezTo>
                    <a:pt x="1" y="699"/>
                    <a:pt x="1473" y="3246"/>
                    <a:pt x="2407" y="3246"/>
                  </a:cubicBezTo>
                  <a:cubicBezTo>
                    <a:pt x="2526" y="3246"/>
                    <a:pt x="2636" y="3205"/>
                    <a:pt x="2731" y="3112"/>
                  </a:cubicBezTo>
                  <a:cubicBezTo>
                    <a:pt x="3166" y="2689"/>
                    <a:pt x="2496" y="1"/>
                    <a:pt x="14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060700" y="2898150"/>
              <a:ext cx="54900" cy="63000"/>
            </a:xfrm>
            <a:custGeom>
              <a:avLst/>
              <a:gdLst/>
              <a:ahLst/>
              <a:cxnLst/>
              <a:rect l="l" t="t" r="r" b="b"/>
              <a:pathLst>
                <a:path w="2196" h="2520" extrusionOk="0">
                  <a:moveTo>
                    <a:pt x="985" y="0"/>
                  </a:moveTo>
                  <a:cubicBezTo>
                    <a:pt x="908" y="0"/>
                    <a:pt x="828" y="26"/>
                    <a:pt x="747" y="83"/>
                  </a:cubicBezTo>
                  <a:cubicBezTo>
                    <a:pt x="1" y="613"/>
                    <a:pt x="903" y="2519"/>
                    <a:pt x="1646" y="2519"/>
                  </a:cubicBezTo>
                  <a:cubicBezTo>
                    <a:pt x="1727" y="2519"/>
                    <a:pt x="1807" y="2496"/>
                    <a:pt x="1882" y="2446"/>
                  </a:cubicBezTo>
                  <a:cubicBezTo>
                    <a:pt x="2195" y="2241"/>
                    <a:pt x="1703" y="0"/>
                    <a:pt x="9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170925" y="2876275"/>
              <a:ext cx="48625" cy="47200"/>
            </a:xfrm>
            <a:custGeom>
              <a:avLst/>
              <a:gdLst/>
              <a:ahLst/>
              <a:cxnLst/>
              <a:rect l="l" t="t" r="r" b="b"/>
              <a:pathLst>
                <a:path w="1945" h="1888" extrusionOk="0">
                  <a:moveTo>
                    <a:pt x="908" y="1"/>
                  </a:moveTo>
                  <a:cubicBezTo>
                    <a:pt x="842" y="1"/>
                    <a:pt x="774" y="20"/>
                    <a:pt x="704" y="63"/>
                  </a:cubicBezTo>
                  <a:cubicBezTo>
                    <a:pt x="1" y="498"/>
                    <a:pt x="767" y="1888"/>
                    <a:pt x="1349" y="1888"/>
                  </a:cubicBezTo>
                  <a:cubicBezTo>
                    <a:pt x="1375" y="1888"/>
                    <a:pt x="1400" y="1885"/>
                    <a:pt x="1425" y="1879"/>
                  </a:cubicBezTo>
                  <a:cubicBezTo>
                    <a:pt x="1944" y="1771"/>
                    <a:pt x="1535" y="1"/>
                    <a:pt x="9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242850" y="2909825"/>
              <a:ext cx="46350" cy="40975"/>
            </a:xfrm>
            <a:custGeom>
              <a:avLst/>
              <a:gdLst/>
              <a:ahLst/>
              <a:cxnLst/>
              <a:rect l="l" t="t" r="r" b="b"/>
              <a:pathLst>
                <a:path w="1854" h="1639" extrusionOk="0">
                  <a:moveTo>
                    <a:pt x="735" y="1"/>
                  </a:moveTo>
                  <a:cubicBezTo>
                    <a:pt x="677" y="1"/>
                    <a:pt x="620" y="18"/>
                    <a:pt x="564" y="57"/>
                  </a:cubicBezTo>
                  <a:cubicBezTo>
                    <a:pt x="0" y="441"/>
                    <a:pt x="618" y="1639"/>
                    <a:pt x="1223" y="1639"/>
                  </a:cubicBezTo>
                  <a:cubicBezTo>
                    <a:pt x="1249" y="1639"/>
                    <a:pt x="1274" y="1636"/>
                    <a:pt x="1299" y="1632"/>
                  </a:cubicBezTo>
                  <a:cubicBezTo>
                    <a:pt x="1853" y="1536"/>
                    <a:pt x="1275" y="1"/>
                    <a:pt x="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271125" y="2995700"/>
              <a:ext cx="59350" cy="56675"/>
            </a:xfrm>
            <a:custGeom>
              <a:avLst/>
              <a:gdLst/>
              <a:ahLst/>
              <a:cxnLst/>
              <a:rect l="l" t="t" r="r" b="b"/>
              <a:pathLst>
                <a:path w="2374" h="2267" extrusionOk="0">
                  <a:moveTo>
                    <a:pt x="957" y="0"/>
                  </a:moveTo>
                  <a:cubicBezTo>
                    <a:pt x="876" y="0"/>
                    <a:pt x="794" y="29"/>
                    <a:pt x="715" y="93"/>
                  </a:cubicBezTo>
                  <a:cubicBezTo>
                    <a:pt x="1" y="693"/>
                    <a:pt x="1041" y="2267"/>
                    <a:pt x="1729" y="2267"/>
                  </a:cubicBezTo>
                  <a:cubicBezTo>
                    <a:pt x="1761" y="2267"/>
                    <a:pt x="1793" y="2263"/>
                    <a:pt x="1823" y="2256"/>
                  </a:cubicBezTo>
                  <a:cubicBezTo>
                    <a:pt x="2373" y="2125"/>
                    <a:pt x="1659" y="0"/>
                    <a:pt x="9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6062800" y="3042800"/>
              <a:ext cx="40400" cy="42200"/>
            </a:xfrm>
            <a:custGeom>
              <a:avLst/>
              <a:gdLst/>
              <a:ahLst/>
              <a:cxnLst/>
              <a:rect l="l" t="t" r="r" b="b"/>
              <a:pathLst>
                <a:path w="1616" h="1688" extrusionOk="0">
                  <a:moveTo>
                    <a:pt x="659" y="0"/>
                  </a:moveTo>
                  <a:cubicBezTo>
                    <a:pt x="611" y="0"/>
                    <a:pt x="564" y="12"/>
                    <a:pt x="516" y="38"/>
                  </a:cubicBezTo>
                  <a:cubicBezTo>
                    <a:pt x="0" y="321"/>
                    <a:pt x="173" y="1687"/>
                    <a:pt x="775" y="1687"/>
                  </a:cubicBezTo>
                  <a:cubicBezTo>
                    <a:pt x="828" y="1687"/>
                    <a:pt x="884" y="1677"/>
                    <a:pt x="943" y="1654"/>
                  </a:cubicBezTo>
                  <a:cubicBezTo>
                    <a:pt x="1615" y="1397"/>
                    <a:pt x="1169" y="0"/>
                    <a:pt x="6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6020575" y="2952800"/>
              <a:ext cx="58675" cy="57250"/>
            </a:xfrm>
            <a:custGeom>
              <a:avLst/>
              <a:gdLst/>
              <a:ahLst/>
              <a:cxnLst/>
              <a:rect l="l" t="t" r="r" b="b"/>
              <a:pathLst>
                <a:path w="2347" h="2290" extrusionOk="0">
                  <a:moveTo>
                    <a:pt x="868" y="0"/>
                  </a:moveTo>
                  <a:cubicBezTo>
                    <a:pt x="815" y="0"/>
                    <a:pt x="762" y="11"/>
                    <a:pt x="709" y="33"/>
                  </a:cubicBezTo>
                  <a:cubicBezTo>
                    <a:pt x="0" y="327"/>
                    <a:pt x="881" y="2289"/>
                    <a:pt x="1681" y="2289"/>
                  </a:cubicBezTo>
                  <a:cubicBezTo>
                    <a:pt x="1754" y="2289"/>
                    <a:pt x="1827" y="2272"/>
                    <a:pt x="1898" y="2237"/>
                  </a:cubicBezTo>
                  <a:cubicBezTo>
                    <a:pt x="2346" y="2012"/>
                    <a:pt x="1598" y="0"/>
                    <a:pt x="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6098000" y="2836750"/>
              <a:ext cx="55175" cy="55350"/>
            </a:xfrm>
            <a:custGeom>
              <a:avLst/>
              <a:gdLst/>
              <a:ahLst/>
              <a:cxnLst/>
              <a:rect l="l" t="t" r="r" b="b"/>
              <a:pathLst>
                <a:path w="2207" h="2214" extrusionOk="0">
                  <a:moveTo>
                    <a:pt x="1018" y="0"/>
                  </a:moveTo>
                  <a:cubicBezTo>
                    <a:pt x="945" y="0"/>
                    <a:pt x="868" y="22"/>
                    <a:pt x="790" y="69"/>
                  </a:cubicBezTo>
                  <a:cubicBezTo>
                    <a:pt x="0" y="558"/>
                    <a:pt x="800" y="2213"/>
                    <a:pt x="1553" y="2213"/>
                  </a:cubicBezTo>
                  <a:cubicBezTo>
                    <a:pt x="1602" y="2213"/>
                    <a:pt x="1650" y="2207"/>
                    <a:pt x="1698" y="2192"/>
                  </a:cubicBezTo>
                  <a:cubicBezTo>
                    <a:pt x="2207" y="2047"/>
                    <a:pt x="1738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Google Shape;82;p3"/>
          <p:cNvSpPr/>
          <p:nvPr/>
        </p:nvSpPr>
        <p:spPr>
          <a:xfrm rot="10800000">
            <a:off x="5953416" y="-53627"/>
            <a:ext cx="3285379" cy="1904152"/>
          </a:xfrm>
          <a:custGeom>
            <a:avLst/>
            <a:gdLst/>
            <a:ahLst/>
            <a:cxnLst/>
            <a:rect l="l" t="t" r="r" b="b"/>
            <a:pathLst>
              <a:path w="40325" h="23371" extrusionOk="0">
                <a:moveTo>
                  <a:pt x="7637" y="1"/>
                </a:moveTo>
                <a:cubicBezTo>
                  <a:pt x="5234" y="1"/>
                  <a:pt x="2550" y="1311"/>
                  <a:pt x="1" y="4811"/>
                </a:cubicBezTo>
                <a:lnTo>
                  <a:pt x="1" y="23371"/>
                </a:lnTo>
                <a:lnTo>
                  <a:pt x="40324" y="23371"/>
                </a:lnTo>
                <a:cubicBezTo>
                  <a:pt x="40324" y="23371"/>
                  <a:pt x="40324" y="18083"/>
                  <a:pt x="30617" y="15880"/>
                </a:cubicBezTo>
                <a:cubicBezTo>
                  <a:pt x="24075" y="14398"/>
                  <a:pt x="16558" y="11260"/>
                  <a:pt x="15262" y="6267"/>
                </a:cubicBezTo>
                <a:cubicBezTo>
                  <a:pt x="14480" y="3218"/>
                  <a:pt x="11404" y="1"/>
                  <a:pt x="763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 rot="10800000">
            <a:off x="8252845" y="479595"/>
            <a:ext cx="445003" cy="565599"/>
          </a:xfrm>
          <a:custGeom>
            <a:avLst/>
            <a:gdLst/>
            <a:ahLst/>
            <a:cxnLst/>
            <a:rect l="l" t="t" r="r" b="b"/>
            <a:pathLst>
              <a:path w="5462" h="6942" extrusionOk="0">
                <a:moveTo>
                  <a:pt x="3565" y="0"/>
                </a:moveTo>
                <a:cubicBezTo>
                  <a:pt x="2779" y="0"/>
                  <a:pt x="1800" y="834"/>
                  <a:pt x="1012" y="2977"/>
                </a:cubicBezTo>
                <a:cubicBezTo>
                  <a:pt x="0" y="5710"/>
                  <a:pt x="517" y="6941"/>
                  <a:pt x="1492" y="6941"/>
                </a:cubicBezTo>
                <a:cubicBezTo>
                  <a:pt x="2408" y="6941"/>
                  <a:pt x="3729" y="5853"/>
                  <a:pt x="4563" y="3899"/>
                </a:cubicBezTo>
                <a:cubicBezTo>
                  <a:pt x="5462" y="1807"/>
                  <a:pt x="4722" y="0"/>
                  <a:pt x="35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 rot="10800000">
            <a:off x="8618818" y="782761"/>
            <a:ext cx="286376" cy="315716"/>
          </a:xfrm>
          <a:custGeom>
            <a:avLst/>
            <a:gdLst/>
            <a:ahLst/>
            <a:cxnLst/>
            <a:rect l="l" t="t" r="r" b="b"/>
            <a:pathLst>
              <a:path w="3515" h="3875" extrusionOk="0">
                <a:moveTo>
                  <a:pt x="2339" y="0"/>
                </a:moveTo>
                <a:cubicBezTo>
                  <a:pt x="1843" y="0"/>
                  <a:pt x="1209" y="458"/>
                  <a:pt x="713" y="1535"/>
                </a:cubicBezTo>
                <a:cubicBezTo>
                  <a:pt x="0" y="3083"/>
                  <a:pt x="382" y="3874"/>
                  <a:pt x="1052" y="3874"/>
                </a:cubicBezTo>
                <a:cubicBezTo>
                  <a:pt x="1549" y="3874"/>
                  <a:pt x="2205" y="3438"/>
                  <a:pt x="2689" y="2550"/>
                </a:cubicBezTo>
                <a:cubicBezTo>
                  <a:pt x="3515" y="1034"/>
                  <a:pt x="3084" y="0"/>
                  <a:pt x="2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 rot="10800000">
            <a:off x="8764247" y="458342"/>
            <a:ext cx="137526" cy="226012"/>
          </a:xfrm>
          <a:custGeom>
            <a:avLst/>
            <a:gdLst/>
            <a:ahLst/>
            <a:cxnLst/>
            <a:rect l="l" t="t" r="r" b="b"/>
            <a:pathLst>
              <a:path w="1688" h="2774" extrusionOk="0">
                <a:moveTo>
                  <a:pt x="1024" y="1"/>
                </a:moveTo>
                <a:cubicBezTo>
                  <a:pt x="552" y="1"/>
                  <a:pt x="1" y="595"/>
                  <a:pt x="177" y="1566"/>
                </a:cubicBezTo>
                <a:cubicBezTo>
                  <a:pt x="314" y="2358"/>
                  <a:pt x="596" y="2774"/>
                  <a:pt x="878" y="2774"/>
                </a:cubicBezTo>
                <a:cubicBezTo>
                  <a:pt x="1199" y="2774"/>
                  <a:pt x="1519" y="2231"/>
                  <a:pt x="1619" y="1085"/>
                </a:cubicBezTo>
                <a:cubicBezTo>
                  <a:pt x="1687" y="332"/>
                  <a:pt x="1378" y="1"/>
                  <a:pt x="102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3"/>
          <p:cNvGrpSpPr/>
          <p:nvPr/>
        </p:nvGrpSpPr>
        <p:grpSpPr>
          <a:xfrm flipH="1">
            <a:off x="6784980" y="310799"/>
            <a:ext cx="1082197" cy="734392"/>
            <a:chOff x="1203668" y="337749"/>
            <a:chExt cx="1082197" cy="734392"/>
          </a:xfrm>
        </p:grpSpPr>
        <p:sp>
          <p:nvSpPr>
            <p:cNvPr id="87" name="Google Shape;87;p3"/>
            <p:cNvSpPr/>
            <p:nvPr/>
          </p:nvSpPr>
          <p:spPr>
            <a:xfrm rot="10800000" flipH="1">
              <a:off x="1414437" y="882308"/>
              <a:ext cx="186083" cy="84653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 rot="10800000" flipH="1">
              <a:off x="1631235" y="1025456"/>
              <a:ext cx="165145" cy="46685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 rot="10800000" flipH="1">
              <a:off x="1669038" y="892819"/>
              <a:ext cx="177366" cy="50433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 rot="10800000" flipH="1">
              <a:off x="1886569" y="988548"/>
              <a:ext cx="170848" cy="62165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 rot="10800000" flipH="1">
              <a:off x="1963805" y="859415"/>
              <a:ext cx="194882" cy="53936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 rot="10800000" flipH="1">
              <a:off x="1805015" y="766618"/>
              <a:ext cx="150154" cy="54344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 rot="10800000" flipH="1">
              <a:off x="1505849" y="734030"/>
              <a:ext cx="165389" cy="55322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 rot="10800000" flipH="1">
              <a:off x="1634086" y="605140"/>
              <a:ext cx="168811" cy="62410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 rot="10800000" flipH="1">
              <a:off x="1942052" y="668770"/>
              <a:ext cx="155612" cy="52470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 rot="10800000" flipH="1">
              <a:off x="1900990" y="540208"/>
              <a:ext cx="169544" cy="48722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 rot="10800000" flipH="1">
              <a:off x="1637671" y="492383"/>
              <a:ext cx="155531" cy="71046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 rot="10800000" flipH="1">
              <a:off x="1342660" y="589661"/>
              <a:ext cx="157812" cy="67298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 rot="10800000" flipH="1">
              <a:off x="1203668" y="749183"/>
              <a:ext cx="172803" cy="59477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 rot="10800000" flipH="1">
              <a:off x="1357895" y="429894"/>
              <a:ext cx="156753" cy="61269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 rot="10800000" flipH="1">
              <a:off x="1615674" y="337749"/>
              <a:ext cx="176306" cy="61188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 rot="10800000" flipH="1">
              <a:off x="1867504" y="393313"/>
              <a:ext cx="169300" cy="59558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 rot="10800000" flipH="1">
              <a:off x="2147688" y="520329"/>
              <a:ext cx="138177" cy="46767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3"/>
          <p:cNvSpPr/>
          <p:nvPr/>
        </p:nvSpPr>
        <p:spPr>
          <a:xfrm>
            <a:off x="138276" y="4728562"/>
            <a:ext cx="4167477" cy="454026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" name="Google Shape;105;p3"/>
          <p:cNvGrpSpPr/>
          <p:nvPr/>
        </p:nvGrpSpPr>
        <p:grpSpPr>
          <a:xfrm>
            <a:off x="1513574" y="3931569"/>
            <a:ext cx="1166556" cy="1123543"/>
            <a:chOff x="2560800" y="4304955"/>
            <a:chExt cx="961394" cy="925946"/>
          </a:xfrm>
        </p:grpSpPr>
        <p:sp>
          <p:nvSpPr>
            <p:cNvPr id="106" name="Google Shape;106;p3"/>
            <p:cNvSpPr/>
            <p:nvPr/>
          </p:nvSpPr>
          <p:spPr>
            <a:xfrm rot="-3122830">
              <a:off x="2672015" y="4699763"/>
              <a:ext cx="101891" cy="188206"/>
            </a:xfrm>
            <a:custGeom>
              <a:avLst/>
              <a:gdLst/>
              <a:ahLst/>
              <a:cxnLst/>
              <a:rect l="l" t="t" r="r" b="b"/>
              <a:pathLst>
                <a:path w="1400" h="2586" extrusionOk="0">
                  <a:moveTo>
                    <a:pt x="124" y="0"/>
                  </a:moveTo>
                  <a:cubicBezTo>
                    <a:pt x="60" y="0"/>
                    <a:pt x="1" y="54"/>
                    <a:pt x="11" y="121"/>
                  </a:cubicBezTo>
                  <a:cubicBezTo>
                    <a:pt x="104" y="575"/>
                    <a:pt x="237" y="1002"/>
                    <a:pt x="411" y="1429"/>
                  </a:cubicBezTo>
                  <a:cubicBezTo>
                    <a:pt x="545" y="1803"/>
                    <a:pt x="598" y="2404"/>
                    <a:pt x="1012" y="2578"/>
                  </a:cubicBezTo>
                  <a:cubicBezTo>
                    <a:pt x="1029" y="2583"/>
                    <a:pt x="1045" y="2586"/>
                    <a:pt x="1062" y="2586"/>
                  </a:cubicBezTo>
                  <a:cubicBezTo>
                    <a:pt x="1124" y="2586"/>
                    <a:pt x="1183" y="2548"/>
                    <a:pt x="1226" y="2484"/>
                  </a:cubicBezTo>
                  <a:cubicBezTo>
                    <a:pt x="1399" y="2097"/>
                    <a:pt x="1039" y="1616"/>
                    <a:pt x="878" y="1256"/>
                  </a:cubicBezTo>
                  <a:cubicBezTo>
                    <a:pt x="718" y="815"/>
                    <a:pt x="491" y="401"/>
                    <a:pt x="197" y="27"/>
                  </a:cubicBezTo>
                  <a:cubicBezTo>
                    <a:pt x="175" y="9"/>
                    <a:pt x="149" y="0"/>
                    <a:pt x="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 rot="-3122830">
              <a:off x="2613090" y="4564633"/>
              <a:ext cx="104292" cy="183549"/>
            </a:xfrm>
            <a:custGeom>
              <a:avLst/>
              <a:gdLst/>
              <a:ahLst/>
              <a:cxnLst/>
              <a:rect l="l" t="t" r="r" b="b"/>
              <a:pathLst>
                <a:path w="1433" h="2522" extrusionOk="0">
                  <a:moveTo>
                    <a:pt x="150" y="0"/>
                  </a:moveTo>
                  <a:cubicBezTo>
                    <a:pt x="98" y="0"/>
                    <a:pt x="49" y="38"/>
                    <a:pt x="40" y="100"/>
                  </a:cubicBezTo>
                  <a:cubicBezTo>
                    <a:pt x="0" y="527"/>
                    <a:pt x="334" y="928"/>
                    <a:pt x="454" y="1342"/>
                  </a:cubicBezTo>
                  <a:cubicBezTo>
                    <a:pt x="574" y="1702"/>
                    <a:pt x="641" y="2130"/>
                    <a:pt x="895" y="2437"/>
                  </a:cubicBezTo>
                  <a:cubicBezTo>
                    <a:pt x="948" y="2496"/>
                    <a:pt x="1010" y="2521"/>
                    <a:pt x="1071" y="2521"/>
                  </a:cubicBezTo>
                  <a:cubicBezTo>
                    <a:pt x="1256" y="2521"/>
                    <a:pt x="1433" y="2290"/>
                    <a:pt x="1322" y="2089"/>
                  </a:cubicBezTo>
                  <a:cubicBezTo>
                    <a:pt x="962" y="1422"/>
                    <a:pt x="735" y="621"/>
                    <a:pt x="227" y="33"/>
                  </a:cubicBezTo>
                  <a:cubicBezTo>
                    <a:pt x="204" y="10"/>
                    <a:pt x="177" y="0"/>
                    <a:pt x="1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 rot="-3122830">
              <a:off x="2806822" y="4535730"/>
              <a:ext cx="60334" cy="131221"/>
            </a:xfrm>
            <a:custGeom>
              <a:avLst/>
              <a:gdLst/>
              <a:ahLst/>
              <a:cxnLst/>
              <a:rect l="l" t="t" r="r" b="b"/>
              <a:pathLst>
                <a:path w="829" h="1803" extrusionOk="0">
                  <a:moveTo>
                    <a:pt x="94" y="1"/>
                  </a:moveTo>
                  <a:cubicBezTo>
                    <a:pt x="54" y="1"/>
                    <a:pt x="14" y="27"/>
                    <a:pt x="14" y="67"/>
                  </a:cubicBezTo>
                  <a:cubicBezTo>
                    <a:pt x="0" y="188"/>
                    <a:pt x="27" y="308"/>
                    <a:pt x="67" y="415"/>
                  </a:cubicBezTo>
                  <a:cubicBezTo>
                    <a:pt x="107" y="602"/>
                    <a:pt x="134" y="775"/>
                    <a:pt x="160" y="949"/>
                  </a:cubicBezTo>
                  <a:cubicBezTo>
                    <a:pt x="214" y="1242"/>
                    <a:pt x="227" y="1670"/>
                    <a:pt x="548" y="1790"/>
                  </a:cubicBezTo>
                  <a:cubicBezTo>
                    <a:pt x="571" y="1798"/>
                    <a:pt x="592" y="1802"/>
                    <a:pt x="611" y="1802"/>
                  </a:cubicBezTo>
                  <a:cubicBezTo>
                    <a:pt x="714" y="1802"/>
                    <a:pt x="765" y="1693"/>
                    <a:pt x="788" y="1603"/>
                  </a:cubicBezTo>
                  <a:cubicBezTo>
                    <a:pt x="828" y="1456"/>
                    <a:pt x="668" y="1176"/>
                    <a:pt x="628" y="1029"/>
                  </a:cubicBezTo>
                  <a:cubicBezTo>
                    <a:pt x="574" y="882"/>
                    <a:pt x="548" y="748"/>
                    <a:pt x="508" y="602"/>
                  </a:cubicBezTo>
                  <a:cubicBezTo>
                    <a:pt x="454" y="388"/>
                    <a:pt x="347" y="41"/>
                    <a:pt x="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 rot="-3122830">
              <a:off x="2775098" y="4405378"/>
              <a:ext cx="67248" cy="127145"/>
            </a:xfrm>
            <a:custGeom>
              <a:avLst/>
              <a:gdLst/>
              <a:ahLst/>
              <a:cxnLst/>
              <a:rect l="l" t="t" r="r" b="b"/>
              <a:pathLst>
                <a:path w="924" h="1747" extrusionOk="0">
                  <a:moveTo>
                    <a:pt x="111" y="1"/>
                  </a:moveTo>
                  <a:cubicBezTo>
                    <a:pt x="68" y="1"/>
                    <a:pt x="27" y="34"/>
                    <a:pt x="27" y="76"/>
                  </a:cubicBezTo>
                  <a:cubicBezTo>
                    <a:pt x="0" y="330"/>
                    <a:pt x="121" y="597"/>
                    <a:pt x="174" y="850"/>
                  </a:cubicBezTo>
                  <a:cubicBezTo>
                    <a:pt x="214" y="1091"/>
                    <a:pt x="268" y="1331"/>
                    <a:pt x="334" y="1558"/>
                  </a:cubicBezTo>
                  <a:cubicBezTo>
                    <a:pt x="383" y="1689"/>
                    <a:pt x="498" y="1746"/>
                    <a:pt x="609" y="1746"/>
                  </a:cubicBezTo>
                  <a:cubicBezTo>
                    <a:pt x="769" y="1746"/>
                    <a:pt x="924" y="1627"/>
                    <a:pt x="868" y="1438"/>
                  </a:cubicBezTo>
                  <a:cubicBezTo>
                    <a:pt x="855" y="1424"/>
                    <a:pt x="855" y="1411"/>
                    <a:pt x="842" y="1398"/>
                  </a:cubicBezTo>
                  <a:cubicBezTo>
                    <a:pt x="815" y="1264"/>
                    <a:pt x="762" y="1144"/>
                    <a:pt x="708" y="1024"/>
                  </a:cubicBezTo>
                  <a:cubicBezTo>
                    <a:pt x="668" y="904"/>
                    <a:pt x="628" y="783"/>
                    <a:pt x="588" y="677"/>
                  </a:cubicBezTo>
                  <a:cubicBezTo>
                    <a:pt x="495" y="436"/>
                    <a:pt x="374" y="143"/>
                    <a:pt x="147" y="9"/>
                  </a:cubicBezTo>
                  <a:cubicBezTo>
                    <a:pt x="136" y="3"/>
                    <a:pt x="123" y="1"/>
                    <a:pt x="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 rot="-3122830">
              <a:off x="2859492" y="4469339"/>
              <a:ext cx="1892" cy="4949"/>
            </a:xfrm>
            <a:custGeom>
              <a:avLst/>
              <a:gdLst/>
              <a:ahLst/>
              <a:cxnLst/>
              <a:rect l="l" t="t" r="r" b="b"/>
              <a:pathLst>
                <a:path w="26" h="68" extrusionOk="0">
                  <a:moveTo>
                    <a:pt x="0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14" y="43"/>
                    <a:pt x="25" y="68"/>
                    <a:pt x="25" y="68"/>
                  </a:cubicBezTo>
                  <a:cubicBezTo>
                    <a:pt x="26" y="68"/>
                    <a:pt x="18" y="49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 rot="-3122830">
              <a:off x="2895780" y="4683985"/>
              <a:ext cx="72488" cy="149925"/>
            </a:xfrm>
            <a:custGeom>
              <a:avLst/>
              <a:gdLst/>
              <a:ahLst/>
              <a:cxnLst/>
              <a:rect l="l" t="t" r="r" b="b"/>
              <a:pathLst>
                <a:path w="996" h="2060" extrusionOk="0">
                  <a:moveTo>
                    <a:pt x="58" y="0"/>
                  </a:moveTo>
                  <a:cubicBezTo>
                    <a:pt x="28" y="0"/>
                    <a:pt x="0" y="22"/>
                    <a:pt x="0" y="51"/>
                  </a:cubicBezTo>
                  <a:cubicBezTo>
                    <a:pt x="0" y="345"/>
                    <a:pt x="174" y="638"/>
                    <a:pt x="281" y="905"/>
                  </a:cubicBezTo>
                  <a:cubicBezTo>
                    <a:pt x="414" y="1239"/>
                    <a:pt x="481" y="1573"/>
                    <a:pt x="588" y="1920"/>
                  </a:cubicBezTo>
                  <a:cubicBezTo>
                    <a:pt x="617" y="2015"/>
                    <a:pt x="701" y="2059"/>
                    <a:pt x="785" y="2059"/>
                  </a:cubicBezTo>
                  <a:cubicBezTo>
                    <a:pt x="891" y="2059"/>
                    <a:pt x="996" y="1988"/>
                    <a:pt x="988" y="1853"/>
                  </a:cubicBezTo>
                  <a:cubicBezTo>
                    <a:pt x="921" y="1506"/>
                    <a:pt x="801" y="1172"/>
                    <a:pt x="601" y="879"/>
                  </a:cubicBezTo>
                  <a:cubicBezTo>
                    <a:pt x="467" y="572"/>
                    <a:pt x="294" y="278"/>
                    <a:pt x="94" y="11"/>
                  </a:cubicBezTo>
                  <a:cubicBezTo>
                    <a:pt x="82" y="3"/>
                    <a:pt x="70" y="0"/>
                    <a:pt x="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 rot="-3122830">
              <a:off x="2715509" y="4912133"/>
              <a:ext cx="72925" cy="144321"/>
            </a:xfrm>
            <a:custGeom>
              <a:avLst/>
              <a:gdLst/>
              <a:ahLst/>
              <a:cxnLst/>
              <a:rect l="l" t="t" r="r" b="b"/>
              <a:pathLst>
                <a:path w="1002" h="1983" extrusionOk="0">
                  <a:moveTo>
                    <a:pt x="89" y="0"/>
                  </a:moveTo>
                  <a:cubicBezTo>
                    <a:pt x="57" y="0"/>
                    <a:pt x="27" y="15"/>
                    <a:pt x="27" y="46"/>
                  </a:cubicBezTo>
                  <a:cubicBezTo>
                    <a:pt x="1" y="366"/>
                    <a:pt x="174" y="686"/>
                    <a:pt x="268" y="980"/>
                  </a:cubicBezTo>
                  <a:cubicBezTo>
                    <a:pt x="361" y="1274"/>
                    <a:pt x="428" y="1674"/>
                    <a:pt x="668" y="1928"/>
                  </a:cubicBezTo>
                  <a:cubicBezTo>
                    <a:pt x="706" y="1966"/>
                    <a:pt x="752" y="1982"/>
                    <a:pt x="798" y="1982"/>
                  </a:cubicBezTo>
                  <a:cubicBezTo>
                    <a:pt x="901" y="1982"/>
                    <a:pt x="1002" y="1901"/>
                    <a:pt x="1002" y="1781"/>
                  </a:cubicBezTo>
                  <a:cubicBezTo>
                    <a:pt x="989" y="1448"/>
                    <a:pt x="788" y="1114"/>
                    <a:pt x="655" y="820"/>
                  </a:cubicBezTo>
                  <a:cubicBezTo>
                    <a:pt x="521" y="540"/>
                    <a:pt x="388" y="166"/>
                    <a:pt x="121" y="5"/>
                  </a:cubicBezTo>
                  <a:cubicBezTo>
                    <a:pt x="111" y="2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 rot="-3122830">
              <a:off x="2859737" y="5003290"/>
              <a:ext cx="112807" cy="204436"/>
            </a:xfrm>
            <a:custGeom>
              <a:avLst/>
              <a:gdLst/>
              <a:ahLst/>
              <a:cxnLst/>
              <a:rect l="l" t="t" r="r" b="b"/>
              <a:pathLst>
                <a:path w="1550" h="2809" extrusionOk="0">
                  <a:moveTo>
                    <a:pt x="135" y="0"/>
                  </a:moveTo>
                  <a:cubicBezTo>
                    <a:pt x="99" y="0"/>
                    <a:pt x="62" y="24"/>
                    <a:pt x="54" y="72"/>
                  </a:cubicBezTo>
                  <a:cubicBezTo>
                    <a:pt x="0" y="446"/>
                    <a:pt x="254" y="807"/>
                    <a:pt x="414" y="1127"/>
                  </a:cubicBezTo>
                  <a:cubicBezTo>
                    <a:pt x="668" y="1634"/>
                    <a:pt x="775" y="2262"/>
                    <a:pt x="1095" y="2716"/>
                  </a:cubicBezTo>
                  <a:cubicBezTo>
                    <a:pt x="1143" y="2781"/>
                    <a:pt x="1203" y="2808"/>
                    <a:pt x="1264" y="2808"/>
                  </a:cubicBezTo>
                  <a:cubicBezTo>
                    <a:pt x="1390" y="2808"/>
                    <a:pt x="1518" y="2691"/>
                    <a:pt x="1536" y="2556"/>
                  </a:cubicBezTo>
                  <a:lnTo>
                    <a:pt x="1549" y="2569"/>
                  </a:lnTo>
                  <a:cubicBezTo>
                    <a:pt x="1509" y="2142"/>
                    <a:pt x="1255" y="1715"/>
                    <a:pt x="1042" y="1354"/>
                  </a:cubicBezTo>
                  <a:cubicBezTo>
                    <a:pt x="788" y="900"/>
                    <a:pt x="481" y="473"/>
                    <a:pt x="201" y="32"/>
                  </a:cubicBezTo>
                  <a:cubicBezTo>
                    <a:pt x="185" y="11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 rot="-3122830">
              <a:off x="2895023" y="4842464"/>
              <a:ext cx="98252" cy="152035"/>
            </a:xfrm>
            <a:custGeom>
              <a:avLst/>
              <a:gdLst/>
              <a:ahLst/>
              <a:cxnLst/>
              <a:rect l="l" t="t" r="r" b="b"/>
              <a:pathLst>
                <a:path w="1350" h="2089" extrusionOk="0">
                  <a:moveTo>
                    <a:pt x="154" y="0"/>
                  </a:moveTo>
                  <a:cubicBezTo>
                    <a:pt x="75" y="0"/>
                    <a:pt x="0" y="84"/>
                    <a:pt x="41" y="175"/>
                  </a:cubicBezTo>
                  <a:cubicBezTo>
                    <a:pt x="175" y="432"/>
                    <a:pt x="444" y="2088"/>
                    <a:pt x="919" y="2088"/>
                  </a:cubicBezTo>
                  <a:cubicBezTo>
                    <a:pt x="963" y="2088"/>
                    <a:pt x="1008" y="2074"/>
                    <a:pt x="1055" y="2044"/>
                  </a:cubicBezTo>
                  <a:cubicBezTo>
                    <a:pt x="1349" y="1857"/>
                    <a:pt x="909" y="1296"/>
                    <a:pt x="815" y="1083"/>
                  </a:cubicBezTo>
                  <a:cubicBezTo>
                    <a:pt x="642" y="722"/>
                    <a:pt x="508" y="322"/>
                    <a:pt x="228" y="28"/>
                  </a:cubicBezTo>
                  <a:cubicBezTo>
                    <a:pt x="205" y="9"/>
                    <a:pt x="179" y="0"/>
                    <a:pt x="1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 rot="-3122830">
              <a:off x="3085058" y="4766210"/>
              <a:ext cx="88208" cy="139226"/>
            </a:xfrm>
            <a:custGeom>
              <a:avLst/>
              <a:gdLst/>
              <a:ahLst/>
              <a:cxnLst/>
              <a:rect l="l" t="t" r="r" b="b"/>
              <a:pathLst>
                <a:path w="1212" h="1913" extrusionOk="0">
                  <a:moveTo>
                    <a:pt x="116" y="1"/>
                  </a:moveTo>
                  <a:cubicBezTo>
                    <a:pt x="55" y="1"/>
                    <a:pt x="0" y="55"/>
                    <a:pt x="10" y="129"/>
                  </a:cubicBezTo>
                  <a:cubicBezTo>
                    <a:pt x="50" y="370"/>
                    <a:pt x="130" y="597"/>
                    <a:pt x="236" y="824"/>
                  </a:cubicBezTo>
                  <a:cubicBezTo>
                    <a:pt x="303" y="997"/>
                    <a:pt x="383" y="1171"/>
                    <a:pt x="437" y="1344"/>
                  </a:cubicBezTo>
                  <a:cubicBezTo>
                    <a:pt x="477" y="1518"/>
                    <a:pt x="544" y="1692"/>
                    <a:pt x="650" y="1825"/>
                  </a:cubicBezTo>
                  <a:cubicBezTo>
                    <a:pt x="705" y="1885"/>
                    <a:pt x="778" y="1913"/>
                    <a:pt x="850" y="1913"/>
                  </a:cubicBezTo>
                  <a:cubicBezTo>
                    <a:pt x="939" y="1913"/>
                    <a:pt x="1026" y="1872"/>
                    <a:pt x="1078" y="1798"/>
                  </a:cubicBezTo>
                  <a:cubicBezTo>
                    <a:pt x="1211" y="1598"/>
                    <a:pt x="958" y="1291"/>
                    <a:pt x="864" y="1117"/>
                  </a:cubicBezTo>
                  <a:cubicBezTo>
                    <a:pt x="757" y="944"/>
                    <a:pt x="664" y="770"/>
                    <a:pt x="557" y="597"/>
                  </a:cubicBezTo>
                  <a:cubicBezTo>
                    <a:pt x="463" y="383"/>
                    <a:pt x="343" y="196"/>
                    <a:pt x="196" y="36"/>
                  </a:cubicBezTo>
                  <a:cubicBezTo>
                    <a:pt x="172" y="11"/>
                    <a:pt x="143" y="1"/>
                    <a:pt x="1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 rot="-3122830">
              <a:off x="3073315" y="4641680"/>
              <a:ext cx="75108" cy="128819"/>
            </a:xfrm>
            <a:custGeom>
              <a:avLst/>
              <a:gdLst/>
              <a:ahLst/>
              <a:cxnLst/>
              <a:rect l="l" t="t" r="r" b="b"/>
              <a:pathLst>
                <a:path w="1032" h="1770" extrusionOk="0">
                  <a:moveTo>
                    <a:pt x="134" y="0"/>
                  </a:moveTo>
                  <a:cubicBezTo>
                    <a:pt x="66" y="0"/>
                    <a:pt x="1" y="72"/>
                    <a:pt x="30" y="151"/>
                  </a:cubicBezTo>
                  <a:cubicBezTo>
                    <a:pt x="137" y="391"/>
                    <a:pt x="257" y="631"/>
                    <a:pt x="351" y="872"/>
                  </a:cubicBezTo>
                  <a:cubicBezTo>
                    <a:pt x="471" y="1152"/>
                    <a:pt x="538" y="1499"/>
                    <a:pt x="738" y="1726"/>
                  </a:cubicBezTo>
                  <a:cubicBezTo>
                    <a:pt x="772" y="1756"/>
                    <a:pt x="812" y="1769"/>
                    <a:pt x="852" y="1769"/>
                  </a:cubicBezTo>
                  <a:cubicBezTo>
                    <a:pt x="939" y="1769"/>
                    <a:pt x="1023" y="1706"/>
                    <a:pt x="1032" y="1606"/>
                  </a:cubicBezTo>
                  <a:cubicBezTo>
                    <a:pt x="1018" y="1326"/>
                    <a:pt x="832" y="1045"/>
                    <a:pt x="698" y="792"/>
                  </a:cubicBezTo>
                  <a:cubicBezTo>
                    <a:pt x="565" y="525"/>
                    <a:pt x="404" y="257"/>
                    <a:pt x="204" y="30"/>
                  </a:cubicBezTo>
                  <a:cubicBezTo>
                    <a:pt x="183" y="9"/>
                    <a:pt x="158" y="0"/>
                    <a:pt x="1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 rot="-3122830">
              <a:off x="3016813" y="4489329"/>
              <a:ext cx="68048" cy="148542"/>
            </a:xfrm>
            <a:custGeom>
              <a:avLst/>
              <a:gdLst/>
              <a:ahLst/>
              <a:cxnLst/>
              <a:rect l="l" t="t" r="r" b="b"/>
              <a:pathLst>
                <a:path w="935" h="2041" extrusionOk="0">
                  <a:moveTo>
                    <a:pt x="93" y="1"/>
                  </a:moveTo>
                  <a:cubicBezTo>
                    <a:pt x="50" y="1"/>
                    <a:pt x="11" y="27"/>
                    <a:pt x="0" y="71"/>
                  </a:cubicBezTo>
                  <a:cubicBezTo>
                    <a:pt x="0" y="165"/>
                    <a:pt x="14" y="271"/>
                    <a:pt x="67" y="365"/>
                  </a:cubicBezTo>
                  <a:cubicBezTo>
                    <a:pt x="134" y="565"/>
                    <a:pt x="187" y="752"/>
                    <a:pt x="241" y="952"/>
                  </a:cubicBezTo>
                  <a:cubicBezTo>
                    <a:pt x="321" y="1273"/>
                    <a:pt x="347" y="1727"/>
                    <a:pt x="561" y="1980"/>
                  </a:cubicBezTo>
                  <a:cubicBezTo>
                    <a:pt x="597" y="2021"/>
                    <a:pt x="645" y="2041"/>
                    <a:pt x="692" y="2041"/>
                  </a:cubicBezTo>
                  <a:cubicBezTo>
                    <a:pt x="768" y="2041"/>
                    <a:pt x="843" y="1991"/>
                    <a:pt x="868" y="1900"/>
                  </a:cubicBezTo>
                  <a:cubicBezTo>
                    <a:pt x="935" y="1567"/>
                    <a:pt x="708" y="1139"/>
                    <a:pt x="588" y="846"/>
                  </a:cubicBezTo>
                  <a:cubicBezTo>
                    <a:pt x="508" y="605"/>
                    <a:pt x="374" y="84"/>
                    <a:pt x="120" y="4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 rot="-3122830">
              <a:off x="2981579" y="4311513"/>
              <a:ext cx="98397" cy="167464"/>
            </a:xfrm>
            <a:custGeom>
              <a:avLst/>
              <a:gdLst/>
              <a:ahLst/>
              <a:cxnLst/>
              <a:rect l="l" t="t" r="r" b="b"/>
              <a:pathLst>
                <a:path w="1352" h="2301" extrusionOk="0">
                  <a:moveTo>
                    <a:pt x="27" y="1"/>
                  </a:moveTo>
                  <a:cubicBezTo>
                    <a:pt x="11" y="1"/>
                    <a:pt x="0" y="20"/>
                    <a:pt x="10" y="39"/>
                  </a:cubicBezTo>
                  <a:cubicBezTo>
                    <a:pt x="143" y="372"/>
                    <a:pt x="317" y="693"/>
                    <a:pt x="437" y="1040"/>
                  </a:cubicBezTo>
                  <a:cubicBezTo>
                    <a:pt x="570" y="1441"/>
                    <a:pt x="664" y="1921"/>
                    <a:pt x="944" y="2242"/>
                  </a:cubicBezTo>
                  <a:cubicBezTo>
                    <a:pt x="982" y="2283"/>
                    <a:pt x="1028" y="2300"/>
                    <a:pt x="1075" y="2300"/>
                  </a:cubicBezTo>
                  <a:cubicBezTo>
                    <a:pt x="1211" y="2300"/>
                    <a:pt x="1351" y="2154"/>
                    <a:pt x="1291" y="2015"/>
                  </a:cubicBezTo>
                  <a:cubicBezTo>
                    <a:pt x="1131" y="1641"/>
                    <a:pt x="904" y="1294"/>
                    <a:pt x="731" y="920"/>
                  </a:cubicBezTo>
                  <a:cubicBezTo>
                    <a:pt x="570" y="586"/>
                    <a:pt x="384" y="185"/>
                    <a:pt x="50" y="12"/>
                  </a:cubicBezTo>
                  <a:cubicBezTo>
                    <a:pt x="42" y="4"/>
                    <a:pt x="34" y="1"/>
                    <a:pt x="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 rot="-3122830">
              <a:off x="3221661" y="4435529"/>
              <a:ext cx="87335" cy="159604"/>
            </a:xfrm>
            <a:custGeom>
              <a:avLst/>
              <a:gdLst/>
              <a:ahLst/>
              <a:cxnLst/>
              <a:rect l="l" t="t" r="r" b="b"/>
              <a:pathLst>
                <a:path w="1200" h="2193" extrusionOk="0">
                  <a:moveTo>
                    <a:pt x="52" y="1"/>
                  </a:moveTo>
                  <a:cubicBezTo>
                    <a:pt x="24" y="1"/>
                    <a:pt x="0" y="25"/>
                    <a:pt x="0" y="60"/>
                  </a:cubicBezTo>
                  <a:cubicBezTo>
                    <a:pt x="14" y="448"/>
                    <a:pt x="174" y="861"/>
                    <a:pt x="267" y="1235"/>
                  </a:cubicBezTo>
                  <a:cubicBezTo>
                    <a:pt x="348" y="1529"/>
                    <a:pt x="441" y="2090"/>
                    <a:pt x="788" y="2183"/>
                  </a:cubicBezTo>
                  <a:cubicBezTo>
                    <a:pt x="812" y="2190"/>
                    <a:pt x="835" y="2193"/>
                    <a:pt x="858" y="2193"/>
                  </a:cubicBezTo>
                  <a:cubicBezTo>
                    <a:pt x="1062" y="2193"/>
                    <a:pt x="1200" y="1938"/>
                    <a:pt x="1055" y="1769"/>
                  </a:cubicBezTo>
                  <a:cubicBezTo>
                    <a:pt x="842" y="1529"/>
                    <a:pt x="668" y="1249"/>
                    <a:pt x="534" y="955"/>
                  </a:cubicBezTo>
                  <a:cubicBezTo>
                    <a:pt x="414" y="675"/>
                    <a:pt x="334" y="234"/>
                    <a:pt x="94" y="20"/>
                  </a:cubicBezTo>
                  <a:cubicBezTo>
                    <a:pt x="80" y="7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 rot="-3122830">
              <a:off x="3295104" y="4597997"/>
              <a:ext cx="94322" cy="135587"/>
            </a:xfrm>
            <a:custGeom>
              <a:avLst/>
              <a:gdLst/>
              <a:ahLst/>
              <a:cxnLst/>
              <a:rect l="l" t="t" r="r" b="b"/>
              <a:pathLst>
                <a:path w="1296" h="1863" extrusionOk="0">
                  <a:moveTo>
                    <a:pt x="171" y="1"/>
                  </a:moveTo>
                  <a:cubicBezTo>
                    <a:pt x="143" y="1"/>
                    <a:pt x="116" y="25"/>
                    <a:pt x="107" y="60"/>
                  </a:cubicBezTo>
                  <a:cubicBezTo>
                    <a:pt x="0" y="381"/>
                    <a:pt x="201" y="768"/>
                    <a:pt x="347" y="1062"/>
                  </a:cubicBezTo>
                  <a:cubicBezTo>
                    <a:pt x="468" y="1315"/>
                    <a:pt x="628" y="1849"/>
                    <a:pt x="962" y="1863"/>
                  </a:cubicBezTo>
                  <a:cubicBezTo>
                    <a:pt x="1028" y="1863"/>
                    <a:pt x="1095" y="1823"/>
                    <a:pt x="1135" y="1769"/>
                  </a:cubicBezTo>
                  <a:cubicBezTo>
                    <a:pt x="1295" y="1502"/>
                    <a:pt x="962" y="1155"/>
                    <a:pt x="828" y="941"/>
                  </a:cubicBezTo>
                  <a:cubicBezTo>
                    <a:pt x="641" y="648"/>
                    <a:pt x="468" y="274"/>
                    <a:pt x="214" y="20"/>
                  </a:cubicBezTo>
                  <a:cubicBezTo>
                    <a:pt x="201" y="7"/>
                    <a:pt x="186" y="1"/>
                    <a:pt x="1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 rot="-3122830">
              <a:off x="3312626" y="4741792"/>
              <a:ext cx="68703" cy="131876"/>
            </a:xfrm>
            <a:custGeom>
              <a:avLst/>
              <a:gdLst/>
              <a:ahLst/>
              <a:cxnLst/>
              <a:rect l="l" t="t" r="r" b="b"/>
              <a:pathLst>
                <a:path w="944" h="1812" extrusionOk="0">
                  <a:moveTo>
                    <a:pt x="190" y="0"/>
                  </a:moveTo>
                  <a:cubicBezTo>
                    <a:pt x="143" y="0"/>
                    <a:pt x="95" y="27"/>
                    <a:pt x="80" y="79"/>
                  </a:cubicBezTo>
                  <a:cubicBezTo>
                    <a:pt x="0" y="320"/>
                    <a:pt x="107" y="600"/>
                    <a:pt x="187" y="840"/>
                  </a:cubicBezTo>
                  <a:cubicBezTo>
                    <a:pt x="307" y="1134"/>
                    <a:pt x="428" y="1428"/>
                    <a:pt x="561" y="1708"/>
                  </a:cubicBezTo>
                  <a:cubicBezTo>
                    <a:pt x="595" y="1781"/>
                    <a:pt x="656" y="1812"/>
                    <a:pt x="719" y="1812"/>
                  </a:cubicBezTo>
                  <a:cubicBezTo>
                    <a:pt x="828" y="1812"/>
                    <a:pt x="944" y="1720"/>
                    <a:pt x="935" y="1601"/>
                  </a:cubicBezTo>
                  <a:cubicBezTo>
                    <a:pt x="922" y="1281"/>
                    <a:pt x="748" y="987"/>
                    <a:pt x="601" y="720"/>
                  </a:cubicBezTo>
                  <a:cubicBezTo>
                    <a:pt x="494" y="507"/>
                    <a:pt x="401" y="280"/>
                    <a:pt x="281" y="53"/>
                  </a:cubicBezTo>
                  <a:cubicBezTo>
                    <a:pt x="263" y="17"/>
                    <a:pt x="227" y="0"/>
                    <a:pt x="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 rot="-3122830">
              <a:off x="3164478" y="4923143"/>
              <a:ext cx="93375" cy="154583"/>
            </a:xfrm>
            <a:custGeom>
              <a:avLst/>
              <a:gdLst/>
              <a:ahLst/>
              <a:cxnLst/>
              <a:rect l="l" t="t" r="r" b="b"/>
              <a:pathLst>
                <a:path w="1283" h="2124" extrusionOk="0">
                  <a:moveTo>
                    <a:pt x="94" y="0"/>
                  </a:moveTo>
                  <a:cubicBezTo>
                    <a:pt x="44" y="0"/>
                    <a:pt x="1" y="59"/>
                    <a:pt x="1" y="118"/>
                  </a:cubicBezTo>
                  <a:cubicBezTo>
                    <a:pt x="14" y="519"/>
                    <a:pt x="281" y="960"/>
                    <a:pt x="441" y="1320"/>
                  </a:cubicBezTo>
                  <a:cubicBezTo>
                    <a:pt x="575" y="1600"/>
                    <a:pt x="668" y="2041"/>
                    <a:pt x="1002" y="2121"/>
                  </a:cubicBezTo>
                  <a:cubicBezTo>
                    <a:pt x="1011" y="2123"/>
                    <a:pt x="1019" y="2124"/>
                    <a:pt x="1028" y="2124"/>
                  </a:cubicBezTo>
                  <a:cubicBezTo>
                    <a:pt x="1083" y="2124"/>
                    <a:pt x="1127" y="2087"/>
                    <a:pt x="1162" y="2041"/>
                  </a:cubicBezTo>
                  <a:cubicBezTo>
                    <a:pt x="1282" y="1721"/>
                    <a:pt x="922" y="1280"/>
                    <a:pt x="775" y="986"/>
                  </a:cubicBezTo>
                  <a:cubicBezTo>
                    <a:pt x="601" y="666"/>
                    <a:pt x="441" y="252"/>
                    <a:pt x="147" y="25"/>
                  </a:cubicBezTo>
                  <a:cubicBezTo>
                    <a:pt x="130" y="7"/>
                    <a:pt x="112" y="0"/>
                    <a:pt x="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 rot="-3122830">
              <a:off x="3173712" y="5057123"/>
              <a:ext cx="96287" cy="168192"/>
            </a:xfrm>
            <a:custGeom>
              <a:avLst/>
              <a:gdLst/>
              <a:ahLst/>
              <a:cxnLst/>
              <a:rect l="l" t="t" r="r" b="b"/>
              <a:pathLst>
                <a:path w="1323" h="2311" extrusionOk="0">
                  <a:moveTo>
                    <a:pt x="217" y="1"/>
                  </a:moveTo>
                  <a:cubicBezTo>
                    <a:pt x="184" y="1"/>
                    <a:pt x="152" y="18"/>
                    <a:pt x="134" y="55"/>
                  </a:cubicBezTo>
                  <a:cubicBezTo>
                    <a:pt x="0" y="442"/>
                    <a:pt x="214" y="869"/>
                    <a:pt x="387" y="1216"/>
                  </a:cubicBezTo>
                  <a:cubicBezTo>
                    <a:pt x="494" y="1430"/>
                    <a:pt x="614" y="1644"/>
                    <a:pt x="735" y="1844"/>
                  </a:cubicBezTo>
                  <a:cubicBezTo>
                    <a:pt x="801" y="2017"/>
                    <a:pt x="908" y="2164"/>
                    <a:pt x="1042" y="2284"/>
                  </a:cubicBezTo>
                  <a:cubicBezTo>
                    <a:pt x="1071" y="2303"/>
                    <a:pt x="1102" y="2311"/>
                    <a:pt x="1132" y="2311"/>
                  </a:cubicBezTo>
                  <a:cubicBezTo>
                    <a:pt x="1212" y="2311"/>
                    <a:pt x="1286" y="2252"/>
                    <a:pt x="1295" y="2164"/>
                  </a:cubicBezTo>
                  <a:cubicBezTo>
                    <a:pt x="1322" y="1804"/>
                    <a:pt x="921" y="1417"/>
                    <a:pt x="748" y="1123"/>
                  </a:cubicBezTo>
                  <a:cubicBezTo>
                    <a:pt x="534" y="802"/>
                    <a:pt x="387" y="442"/>
                    <a:pt x="307" y="68"/>
                  </a:cubicBezTo>
                  <a:cubicBezTo>
                    <a:pt x="293" y="25"/>
                    <a:pt x="255" y="1"/>
                    <a:pt x="2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 rot="-3122830">
              <a:off x="3398033" y="4865313"/>
              <a:ext cx="78747" cy="153636"/>
            </a:xfrm>
            <a:custGeom>
              <a:avLst/>
              <a:gdLst/>
              <a:ahLst/>
              <a:cxnLst/>
              <a:rect l="l" t="t" r="r" b="b"/>
              <a:pathLst>
                <a:path w="1082" h="2111" extrusionOk="0">
                  <a:moveTo>
                    <a:pt x="110" y="1"/>
                  </a:moveTo>
                  <a:cubicBezTo>
                    <a:pt x="53" y="1"/>
                    <a:pt x="0" y="44"/>
                    <a:pt x="0" y="116"/>
                  </a:cubicBezTo>
                  <a:cubicBezTo>
                    <a:pt x="40" y="490"/>
                    <a:pt x="161" y="851"/>
                    <a:pt x="321" y="1184"/>
                  </a:cubicBezTo>
                  <a:cubicBezTo>
                    <a:pt x="388" y="1331"/>
                    <a:pt x="441" y="1491"/>
                    <a:pt x="494" y="1638"/>
                  </a:cubicBezTo>
                  <a:cubicBezTo>
                    <a:pt x="561" y="1785"/>
                    <a:pt x="574" y="1972"/>
                    <a:pt x="735" y="2079"/>
                  </a:cubicBezTo>
                  <a:cubicBezTo>
                    <a:pt x="761" y="2100"/>
                    <a:pt x="794" y="2111"/>
                    <a:pt x="827" y="2111"/>
                  </a:cubicBezTo>
                  <a:cubicBezTo>
                    <a:pt x="876" y="2111"/>
                    <a:pt x="924" y="2087"/>
                    <a:pt x="948" y="2039"/>
                  </a:cubicBezTo>
                  <a:cubicBezTo>
                    <a:pt x="1082" y="1758"/>
                    <a:pt x="855" y="1438"/>
                    <a:pt x="748" y="1184"/>
                  </a:cubicBezTo>
                  <a:cubicBezTo>
                    <a:pt x="574" y="810"/>
                    <a:pt x="388" y="437"/>
                    <a:pt x="214" y="63"/>
                  </a:cubicBezTo>
                  <a:cubicBezTo>
                    <a:pt x="187" y="20"/>
                    <a:pt x="148" y="1"/>
                    <a:pt x="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3"/>
          <p:cNvSpPr/>
          <p:nvPr/>
        </p:nvSpPr>
        <p:spPr>
          <a:xfrm>
            <a:off x="5741600" y="4241650"/>
            <a:ext cx="3709030" cy="940940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266215" y="4103252"/>
            <a:ext cx="4428718" cy="1123518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"/>
          <p:cNvSpPr txBox="1">
            <a:spLocks noGrp="1"/>
          </p:cNvSpPr>
          <p:nvPr>
            <p:ph type="body" idx="1"/>
          </p:nvPr>
        </p:nvSpPr>
        <p:spPr>
          <a:xfrm>
            <a:off x="621100" y="1081925"/>
            <a:ext cx="79017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1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771950" y="-38050"/>
            <a:ext cx="2424427" cy="2454204"/>
          </a:xfrm>
          <a:custGeom>
            <a:avLst/>
            <a:gdLst/>
            <a:ahLst/>
            <a:cxnLst/>
            <a:rect l="l" t="t" r="r" b="b"/>
            <a:pathLst>
              <a:path w="53249" h="53903" extrusionOk="0">
                <a:moveTo>
                  <a:pt x="0" y="0"/>
                </a:moveTo>
                <a:cubicBezTo>
                  <a:pt x="2308" y="5208"/>
                  <a:pt x="9821" y="8471"/>
                  <a:pt x="19055" y="8471"/>
                </a:cubicBezTo>
                <a:cubicBezTo>
                  <a:pt x="22535" y="8471"/>
                  <a:pt x="26260" y="8008"/>
                  <a:pt x="30043" y="7010"/>
                </a:cubicBezTo>
                <a:cubicBezTo>
                  <a:pt x="32740" y="6298"/>
                  <a:pt x="35091" y="5973"/>
                  <a:pt x="37145" y="5973"/>
                </a:cubicBezTo>
                <a:cubicBezTo>
                  <a:pt x="48562" y="5973"/>
                  <a:pt x="50755" y="16006"/>
                  <a:pt x="51740" y="25196"/>
                </a:cubicBezTo>
                <a:cubicBezTo>
                  <a:pt x="52875" y="35744"/>
                  <a:pt x="43568" y="47560"/>
                  <a:pt x="53249" y="53903"/>
                </a:cubicBezTo>
                <a:lnTo>
                  <a:pt x="532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-96775" y="4107825"/>
            <a:ext cx="2063241" cy="1129625"/>
          </a:xfrm>
          <a:custGeom>
            <a:avLst/>
            <a:gdLst/>
            <a:ahLst/>
            <a:cxnLst/>
            <a:rect l="l" t="t" r="r" b="b"/>
            <a:pathLst>
              <a:path w="44221" h="24211" extrusionOk="0">
                <a:moveTo>
                  <a:pt x="335" y="1"/>
                </a:moveTo>
                <a:lnTo>
                  <a:pt x="1" y="22699"/>
                </a:lnTo>
                <a:cubicBezTo>
                  <a:pt x="1" y="22699"/>
                  <a:pt x="15259" y="24211"/>
                  <a:pt x="27722" y="24211"/>
                </a:cubicBezTo>
                <a:cubicBezTo>
                  <a:pt x="35951" y="24211"/>
                  <a:pt x="42961" y="23552"/>
                  <a:pt x="43556" y="21364"/>
                </a:cubicBezTo>
                <a:cubicBezTo>
                  <a:pt x="44221" y="18926"/>
                  <a:pt x="38118" y="15127"/>
                  <a:pt x="28012" y="15127"/>
                </a:cubicBezTo>
                <a:cubicBezTo>
                  <a:pt x="25335" y="15127"/>
                  <a:pt x="22376" y="15394"/>
                  <a:pt x="19188" y="16023"/>
                </a:cubicBezTo>
                <a:cubicBezTo>
                  <a:pt x="17850" y="16288"/>
                  <a:pt x="16627" y="16409"/>
                  <a:pt x="15508" y="16409"/>
                </a:cubicBezTo>
                <a:cubicBezTo>
                  <a:pt x="3229" y="16409"/>
                  <a:pt x="3431" y="1751"/>
                  <a:pt x="3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477875" y="4742750"/>
            <a:ext cx="1747621" cy="443352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199026" y="4627300"/>
            <a:ext cx="2202687" cy="558798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309076" y="4627312"/>
            <a:ext cx="605089" cy="334689"/>
          </a:xfrm>
          <a:custGeom>
            <a:avLst/>
            <a:gdLst/>
            <a:ahLst/>
            <a:cxnLst/>
            <a:rect l="l" t="t" r="r" b="b"/>
            <a:pathLst>
              <a:path w="14946" h="8267" extrusionOk="0">
                <a:moveTo>
                  <a:pt x="5109" y="0"/>
                </a:moveTo>
                <a:cubicBezTo>
                  <a:pt x="3949" y="0"/>
                  <a:pt x="2967" y="282"/>
                  <a:pt x="2417" y="914"/>
                </a:cubicBezTo>
                <a:cubicBezTo>
                  <a:pt x="1" y="3678"/>
                  <a:pt x="4487" y="6335"/>
                  <a:pt x="6196" y="7096"/>
                </a:cubicBezTo>
                <a:cubicBezTo>
                  <a:pt x="8034" y="7896"/>
                  <a:pt x="9523" y="8266"/>
                  <a:pt x="10665" y="8266"/>
                </a:cubicBezTo>
                <a:cubicBezTo>
                  <a:pt x="11961" y="8266"/>
                  <a:pt x="12808" y="7789"/>
                  <a:pt x="13206" y="6923"/>
                </a:cubicBezTo>
                <a:cubicBezTo>
                  <a:pt x="14946" y="3195"/>
                  <a:pt x="9016" y="0"/>
                  <a:pt x="51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2053025" y="4813464"/>
            <a:ext cx="315473" cy="186454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subTitle" idx="1"/>
          </p:nvPr>
        </p:nvSpPr>
        <p:spPr>
          <a:xfrm>
            <a:off x="1422969" y="2485188"/>
            <a:ext cx="2852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ubTitle" idx="2"/>
          </p:nvPr>
        </p:nvSpPr>
        <p:spPr>
          <a:xfrm>
            <a:off x="1422937" y="2798213"/>
            <a:ext cx="2852700" cy="9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subTitle" idx="3"/>
          </p:nvPr>
        </p:nvSpPr>
        <p:spPr>
          <a:xfrm>
            <a:off x="4868382" y="2485188"/>
            <a:ext cx="2852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4"/>
          </p:nvPr>
        </p:nvSpPr>
        <p:spPr>
          <a:xfrm>
            <a:off x="4868350" y="2798213"/>
            <a:ext cx="2852700" cy="9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2" name="Google Shape;142;p5"/>
          <p:cNvSpPr/>
          <p:nvPr/>
        </p:nvSpPr>
        <p:spPr>
          <a:xfrm flipH="1">
            <a:off x="3670781" y="4742100"/>
            <a:ext cx="3975844" cy="433098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 rot="5400000">
            <a:off x="-833110" y="3619258"/>
            <a:ext cx="2133918" cy="541352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" name="Google Shape;144;p5"/>
          <p:cNvGrpSpPr/>
          <p:nvPr/>
        </p:nvGrpSpPr>
        <p:grpSpPr>
          <a:xfrm rot="-9548236">
            <a:off x="4786579" y="4289792"/>
            <a:ext cx="769374" cy="741006"/>
            <a:chOff x="2560800" y="4304955"/>
            <a:chExt cx="961394" cy="925946"/>
          </a:xfrm>
        </p:grpSpPr>
        <p:sp>
          <p:nvSpPr>
            <p:cNvPr id="145" name="Google Shape;145;p5"/>
            <p:cNvSpPr/>
            <p:nvPr/>
          </p:nvSpPr>
          <p:spPr>
            <a:xfrm rot="-3122830">
              <a:off x="2672015" y="4699763"/>
              <a:ext cx="101891" cy="188206"/>
            </a:xfrm>
            <a:custGeom>
              <a:avLst/>
              <a:gdLst/>
              <a:ahLst/>
              <a:cxnLst/>
              <a:rect l="l" t="t" r="r" b="b"/>
              <a:pathLst>
                <a:path w="1400" h="2586" extrusionOk="0">
                  <a:moveTo>
                    <a:pt x="124" y="0"/>
                  </a:moveTo>
                  <a:cubicBezTo>
                    <a:pt x="60" y="0"/>
                    <a:pt x="1" y="54"/>
                    <a:pt x="11" y="121"/>
                  </a:cubicBezTo>
                  <a:cubicBezTo>
                    <a:pt x="104" y="575"/>
                    <a:pt x="237" y="1002"/>
                    <a:pt x="411" y="1429"/>
                  </a:cubicBezTo>
                  <a:cubicBezTo>
                    <a:pt x="545" y="1803"/>
                    <a:pt x="598" y="2404"/>
                    <a:pt x="1012" y="2578"/>
                  </a:cubicBezTo>
                  <a:cubicBezTo>
                    <a:pt x="1029" y="2583"/>
                    <a:pt x="1045" y="2586"/>
                    <a:pt x="1062" y="2586"/>
                  </a:cubicBezTo>
                  <a:cubicBezTo>
                    <a:pt x="1124" y="2586"/>
                    <a:pt x="1183" y="2548"/>
                    <a:pt x="1226" y="2484"/>
                  </a:cubicBezTo>
                  <a:cubicBezTo>
                    <a:pt x="1399" y="2097"/>
                    <a:pt x="1039" y="1616"/>
                    <a:pt x="878" y="1256"/>
                  </a:cubicBezTo>
                  <a:cubicBezTo>
                    <a:pt x="718" y="815"/>
                    <a:pt x="491" y="401"/>
                    <a:pt x="197" y="27"/>
                  </a:cubicBezTo>
                  <a:cubicBezTo>
                    <a:pt x="175" y="9"/>
                    <a:pt x="149" y="0"/>
                    <a:pt x="1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 rot="-3122830">
              <a:off x="2613090" y="4564633"/>
              <a:ext cx="104292" cy="183549"/>
            </a:xfrm>
            <a:custGeom>
              <a:avLst/>
              <a:gdLst/>
              <a:ahLst/>
              <a:cxnLst/>
              <a:rect l="l" t="t" r="r" b="b"/>
              <a:pathLst>
                <a:path w="1433" h="2522" extrusionOk="0">
                  <a:moveTo>
                    <a:pt x="150" y="0"/>
                  </a:moveTo>
                  <a:cubicBezTo>
                    <a:pt x="98" y="0"/>
                    <a:pt x="49" y="38"/>
                    <a:pt x="40" y="100"/>
                  </a:cubicBezTo>
                  <a:cubicBezTo>
                    <a:pt x="0" y="527"/>
                    <a:pt x="334" y="928"/>
                    <a:pt x="454" y="1342"/>
                  </a:cubicBezTo>
                  <a:cubicBezTo>
                    <a:pt x="574" y="1702"/>
                    <a:pt x="641" y="2130"/>
                    <a:pt x="895" y="2437"/>
                  </a:cubicBezTo>
                  <a:cubicBezTo>
                    <a:pt x="948" y="2496"/>
                    <a:pt x="1010" y="2521"/>
                    <a:pt x="1071" y="2521"/>
                  </a:cubicBezTo>
                  <a:cubicBezTo>
                    <a:pt x="1256" y="2521"/>
                    <a:pt x="1433" y="2290"/>
                    <a:pt x="1322" y="2089"/>
                  </a:cubicBezTo>
                  <a:cubicBezTo>
                    <a:pt x="962" y="1422"/>
                    <a:pt x="735" y="621"/>
                    <a:pt x="227" y="33"/>
                  </a:cubicBezTo>
                  <a:cubicBezTo>
                    <a:pt x="204" y="10"/>
                    <a:pt x="177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 rot="-3122830">
              <a:off x="2806822" y="4535730"/>
              <a:ext cx="60334" cy="131221"/>
            </a:xfrm>
            <a:custGeom>
              <a:avLst/>
              <a:gdLst/>
              <a:ahLst/>
              <a:cxnLst/>
              <a:rect l="l" t="t" r="r" b="b"/>
              <a:pathLst>
                <a:path w="829" h="1803" extrusionOk="0">
                  <a:moveTo>
                    <a:pt x="94" y="1"/>
                  </a:moveTo>
                  <a:cubicBezTo>
                    <a:pt x="54" y="1"/>
                    <a:pt x="14" y="27"/>
                    <a:pt x="14" y="67"/>
                  </a:cubicBezTo>
                  <a:cubicBezTo>
                    <a:pt x="0" y="188"/>
                    <a:pt x="27" y="308"/>
                    <a:pt x="67" y="415"/>
                  </a:cubicBezTo>
                  <a:cubicBezTo>
                    <a:pt x="107" y="602"/>
                    <a:pt x="134" y="775"/>
                    <a:pt x="160" y="949"/>
                  </a:cubicBezTo>
                  <a:cubicBezTo>
                    <a:pt x="214" y="1242"/>
                    <a:pt x="227" y="1670"/>
                    <a:pt x="548" y="1790"/>
                  </a:cubicBezTo>
                  <a:cubicBezTo>
                    <a:pt x="571" y="1798"/>
                    <a:pt x="592" y="1802"/>
                    <a:pt x="611" y="1802"/>
                  </a:cubicBezTo>
                  <a:cubicBezTo>
                    <a:pt x="714" y="1802"/>
                    <a:pt x="765" y="1693"/>
                    <a:pt x="788" y="1603"/>
                  </a:cubicBezTo>
                  <a:cubicBezTo>
                    <a:pt x="828" y="1456"/>
                    <a:pt x="668" y="1176"/>
                    <a:pt x="628" y="1029"/>
                  </a:cubicBezTo>
                  <a:cubicBezTo>
                    <a:pt x="574" y="882"/>
                    <a:pt x="548" y="748"/>
                    <a:pt x="508" y="602"/>
                  </a:cubicBezTo>
                  <a:cubicBezTo>
                    <a:pt x="454" y="388"/>
                    <a:pt x="347" y="41"/>
                    <a:pt x="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 rot="-3122830">
              <a:off x="2775098" y="4405378"/>
              <a:ext cx="67248" cy="127145"/>
            </a:xfrm>
            <a:custGeom>
              <a:avLst/>
              <a:gdLst/>
              <a:ahLst/>
              <a:cxnLst/>
              <a:rect l="l" t="t" r="r" b="b"/>
              <a:pathLst>
                <a:path w="924" h="1747" extrusionOk="0">
                  <a:moveTo>
                    <a:pt x="111" y="1"/>
                  </a:moveTo>
                  <a:cubicBezTo>
                    <a:pt x="68" y="1"/>
                    <a:pt x="27" y="34"/>
                    <a:pt x="27" y="76"/>
                  </a:cubicBezTo>
                  <a:cubicBezTo>
                    <a:pt x="0" y="330"/>
                    <a:pt x="121" y="597"/>
                    <a:pt x="174" y="850"/>
                  </a:cubicBezTo>
                  <a:cubicBezTo>
                    <a:pt x="214" y="1091"/>
                    <a:pt x="268" y="1331"/>
                    <a:pt x="334" y="1558"/>
                  </a:cubicBezTo>
                  <a:cubicBezTo>
                    <a:pt x="383" y="1689"/>
                    <a:pt x="498" y="1746"/>
                    <a:pt x="609" y="1746"/>
                  </a:cubicBezTo>
                  <a:cubicBezTo>
                    <a:pt x="769" y="1746"/>
                    <a:pt x="924" y="1627"/>
                    <a:pt x="868" y="1438"/>
                  </a:cubicBezTo>
                  <a:cubicBezTo>
                    <a:pt x="855" y="1424"/>
                    <a:pt x="855" y="1411"/>
                    <a:pt x="842" y="1398"/>
                  </a:cubicBezTo>
                  <a:cubicBezTo>
                    <a:pt x="815" y="1264"/>
                    <a:pt x="762" y="1144"/>
                    <a:pt x="708" y="1024"/>
                  </a:cubicBezTo>
                  <a:cubicBezTo>
                    <a:pt x="668" y="904"/>
                    <a:pt x="628" y="783"/>
                    <a:pt x="588" y="677"/>
                  </a:cubicBezTo>
                  <a:cubicBezTo>
                    <a:pt x="495" y="436"/>
                    <a:pt x="374" y="143"/>
                    <a:pt x="147" y="9"/>
                  </a:cubicBezTo>
                  <a:cubicBezTo>
                    <a:pt x="136" y="3"/>
                    <a:pt x="123" y="1"/>
                    <a:pt x="1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 rot="-3122830">
              <a:off x="2859492" y="4469339"/>
              <a:ext cx="1892" cy="4949"/>
            </a:xfrm>
            <a:custGeom>
              <a:avLst/>
              <a:gdLst/>
              <a:ahLst/>
              <a:cxnLst/>
              <a:rect l="l" t="t" r="r" b="b"/>
              <a:pathLst>
                <a:path w="26" h="68" extrusionOk="0">
                  <a:moveTo>
                    <a:pt x="0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14" y="43"/>
                    <a:pt x="25" y="68"/>
                    <a:pt x="25" y="68"/>
                  </a:cubicBezTo>
                  <a:cubicBezTo>
                    <a:pt x="26" y="68"/>
                    <a:pt x="18" y="4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 rot="-3122830">
              <a:off x="2895780" y="4683985"/>
              <a:ext cx="72488" cy="149925"/>
            </a:xfrm>
            <a:custGeom>
              <a:avLst/>
              <a:gdLst/>
              <a:ahLst/>
              <a:cxnLst/>
              <a:rect l="l" t="t" r="r" b="b"/>
              <a:pathLst>
                <a:path w="996" h="2060" extrusionOk="0">
                  <a:moveTo>
                    <a:pt x="58" y="0"/>
                  </a:moveTo>
                  <a:cubicBezTo>
                    <a:pt x="28" y="0"/>
                    <a:pt x="0" y="22"/>
                    <a:pt x="0" y="51"/>
                  </a:cubicBezTo>
                  <a:cubicBezTo>
                    <a:pt x="0" y="345"/>
                    <a:pt x="174" y="638"/>
                    <a:pt x="281" y="905"/>
                  </a:cubicBezTo>
                  <a:cubicBezTo>
                    <a:pt x="414" y="1239"/>
                    <a:pt x="481" y="1573"/>
                    <a:pt x="588" y="1920"/>
                  </a:cubicBezTo>
                  <a:cubicBezTo>
                    <a:pt x="617" y="2015"/>
                    <a:pt x="701" y="2059"/>
                    <a:pt x="785" y="2059"/>
                  </a:cubicBezTo>
                  <a:cubicBezTo>
                    <a:pt x="891" y="2059"/>
                    <a:pt x="996" y="1988"/>
                    <a:pt x="988" y="1853"/>
                  </a:cubicBezTo>
                  <a:cubicBezTo>
                    <a:pt x="921" y="1506"/>
                    <a:pt x="801" y="1172"/>
                    <a:pt x="601" y="879"/>
                  </a:cubicBezTo>
                  <a:cubicBezTo>
                    <a:pt x="467" y="572"/>
                    <a:pt x="294" y="278"/>
                    <a:pt x="94" y="11"/>
                  </a:cubicBezTo>
                  <a:cubicBezTo>
                    <a:pt x="82" y="3"/>
                    <a:pt x="7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 rot="-3122830">
              <a:off x="2715509" y="4912133"/>
              <a:ext cx="72925" cy="144321"/>
            </a:xfrm>
            <a:custGeom>
              <a:avLst/>
              <a:gdLst/>
              <a:ahLst/>
              <a:cxnLst/>
              <a:rect l="l" t="t" r="r" b="b"/>
              <a:pathLst>
                <a:path w="1002" h="1983" extrusionOk="0">
                  <a:moveTo>
                    <a:pt x="89" y="0"/>
                  </a:moveTo>
                  <a:cubicBezTo>
                    <a:pt x="57" y="0"/>
                    <a:pt x="27" y="15"/>
                    <a:pt x="27" y="46"/>
                  </a:cubicBezTo>
                  <a:cubicBezTo>
                    <a:pt x="1" y="366"/>
                    <a:pt x="174" y="686"/>
                    <a:pt x="268" y="980"/>
                  </a:cubicBezTo>
                  <a:cubicBezTo>
                    <a:pt x="361" y="1274"/>
                    <a:pt x="428" y="1674"/>
                    <a:pt x="668" y="1928"/>
                  </a:cubicBezTo>
                  <a:cubicBezTo>
                    <a:pt x="706" y="1966"/>
                    <a:pt x="752" y="1982"/>
                    <a:pt x="798" y="1982"/>
                  </a:cubicBezTo>
                  <a:cubicBezTo>
                    <a:pt x="901" y="1982"/>
                    <a:pt x="1002" y="1901"/>
                    <a:pt x="1002" y="1781"/>
                  </a:cubicBezTo>
                  <a:cubicBezTo>
                    <a:pt x="989" y="1448"/>
                    <a:pt x="788" y="1114"/>
                    <a:pt x="655" y="820"/>
                  </a:cubicBezTo>
                  <a:cubicBezTo>
                    <a:pt x="521" y="540"/>
                    <a:pt x="388" y="166"/>
                    <a:pt x="121" y="5"/>
                  </a:cubicBezTo>
                  <a:cubicBezTo>
                    <a:pt x="111" y="2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 rot="-3122830">
              <a:off x="2859737" y="5003290"/>
              <a:ext cx="112807" cy="204436"/>
            </a:xfrm>
            <a:custGeom>
              <a:avLst/>
              <a:gdLst/>
              <a:ahLst/>
              <a:cxnLst/>
              <a:rect l="l" t="t" r="r" b="b"/>
              <a:pathLst>
                <a:path w="1550" h="2809" extrusionOk="0">
                  <a:moveTo>
                    <a:pt x="135" y="0"/>
                  </a:moveTo>
                  <a:cubicBezTo>
                    <a:pt x="99" y="0"/>
                    <a:pt x="62" y="24"/>
                    <a:pt x="54" y="72"/>
                  </a:cubicBezTo>
                  <a:cubicBezTo>
                    <a:pt x="0" y="446"/>
                    <a:pt x="254" y="807"/>
                    <a:pt x="414" y="1127"/>
                  </a:cubicBezTo>
                  <a:cubicBezTo>
                    <a:pt x="668" y="1634"/>
                    <a:pt x="775" y="2262"/>
                    <a:pt x="1095" y="2716"/>
                  </a:cubicBezTo>
                  <a:cubicBezTo>
                    <a:pt x="1143" y="2781"/>
                    <a:pt x="1203" y="2808"/>
                    <a:pt x="1264" y="2808"/>
                  </a:cubicBezTo>
                  <a:cubicBezTo>
                    <a:pt x="1390" y="2808"/>
                    <a:pt x="1518" y="2691"/>
                    <a:pt x="1536" y="2556"/>
                  </a:cubicBezTo>
                  <a:lnTo>
                    <a:pt x="1549" y="2569"/>
                  </a:lnTo>
                  <a:cubicBezTo>
                    <a:pt x="1509" y="2142"/>
                    <a:pt x="1255" y="1715"/>
                    <a:pt x="1042" y="1354"/>
                  </a:cubicBezTo>
                  <a:cubicBezTo>
                    <a:pt x="788" y="900"/>
                    <a:pt x="481" y="473"/>
                    <a:pt x="201" y="32"/>
                  </a:cubicBezTo>
                  <a:cubicBezTo>
                    <a:pt x="185" y="11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 rot="-3122830">
              <a:off x="2895023" y="4842464"/>
              <a:ext cx="98252" cy="152035"/>
            </a:xfrm>
            <a:custGeom>
              <a:avLst/>
              <a:gdLst/>
              <a:ahLst/>
              <a:cxnLst/>
              <a:rect l="l" t="t" r="r" b="b"/>
              <a:pathLst>
                <a:path w="1350" h="2089" extrusionOk="0">
                  <a:moveTo>
                    <a:pt x="154" y="0"/>
                  </a:moveTo>
                  <a:cubicBezTo>
                    <a:pt x="75" y="0"/>
                    <a:pt x="0" y="84"/>
                    <a:pt x="41" y="175"/>
                  </a:cubicBezTo>
                  <a:cubicBezTo>
                    <a:pt x="175" y="432"/>
                    <a:pt x="444" y="2088"/>
                    <a:pt x="919" y="2088"/>
                  </a:cubicBezTo>
                  <a:cubicBezTo>
                    <a:pt x="963" y="2088"/>
                    <a:pt x="1008" y="2074"/>
                    <a:pt x="1055" y="2044"/>
                  </a:cubicBezTo>
                  <a:cubicBezTo>
                    <a:pt x="1349" y="1857"/>
                    <a:pt x="909" y="1296"/>
                    <a:pt x="815" y="1083"/>
                  </a:cubicBezTo>
                  <a:cubicBezTo>
                    <a:pt x="642" y="722"/>
                    <a:pt x="508" y="322"/>
                    <a:pt x="228" y="28"/>
                  </a:cubicBezTo>
                  <a:cubicBezTo>
                    <a:pt x="205" y="9"/>
                    <a:pt x="179" y="0"/>
                    <a:pt x="1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 rot="-3122830">
              <a:off x="3085058" y="4766210"/>
              <a:ext cx="88208" cy="139226"/>
            </a:xfrm>
            <a:custGeom>
              <a:avLst/>
              <a:gdLst/>
              <a:ahLst/>
              <a:cxnLst/>
              <a:rect l="l" t="t" r="r" b="b"/>
              <a:pathLst>
                <a:path w="1212" h="1913" extrusionOk="0">
                  <a:moveTo>
                    <a:pt x="116" y="1"/>
                  </a:moveTo>
                  <a:cubicBezTo>
                    <a:pt x="55" y="1"/>
                    <a:pt x="0" y="55"/>
                    <a:pt x="10" y="129"/>
                  </a:cubicBezTo>
                  <a:cubicBezTo>
                    <a:pt x="50" y="370"/>
                    <a:pt x="130" y="597"/>
                    <a:pt x="236" y="824"/>
                  </a:cubicBezTo>
                  <a:cubicBezTo>
                    <a:pt x="303" y="997"/>
                    <a:pt x="383" y="1171"/>
                    <a:pt x="437" y="1344"/>
                  </a:cubicBezTo>
                  <a:cubicBezTo>
                    <a:pt x="477" y="1518"/>
                    <a:pt x="544" y="1692"/>
                    <a:pt x="650" y="1825"/>
                  </a:cubicBezTo>
                  <a:cubicBezTo>
                    <a:pt x="705" y="1885"/>
                    <a:pt x="778" y="1913"/>
                    <a:pt x="850" y="1913"/>
                  </a:cubicBezTo>
                  <a:cubicBezTo>
                    <a:pt x="939" y="1913"/>
                    <a:pt x="1026" y="1872"/>
                    <a:pt x="1078" y="1798"/>
                  </a:cubicBezTo>
                  <a:cubicBezTo>
                    <a:pt x="1211" y="1598"/>
                    <a:pt x="958" y="1291"/>
                    <a:pt x="864" y="1117"/>
                  </a:cubicBezTo>
                  <a:cubicBezTo>
                    <a:pt x="757" y="944"/>
                    <a:pt x="664" y="770"/>
                    <a:pt x="557" y="597"/>
                  </a:cubicBezTo>
                  <a:cubicBezTo>
                    <a:pt x="463" y="383"/>
                    <a:pt x="343" y="196"/>
                    <a:pt x="196" y="36"/>
                  </a:cubicBezTo>
                  <a:cubicBezTo>
                    <a:pt x="172" y="11"/>
                    <a:pt x="143" y="1"/>
                    <a:pt x="1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 rot="-3122830">
              <a:off x="3073315" y="4641680"/>
              <a:ext cx="75108" cy="128819"/>
            </a:xfrm>
            <a:custGeom>
              <a:avLst/>
              <a:gdLst/>
              <a:ahLst/>
              <a:cxnLst/>
              <a:rect l="l" t="t" r="r" b="b"/>
              <a:pathLst>
                <a:path w="1032" h="1770" extrusionOk="0">
                  <a:moveTo>
                    <a:pt x="134" y="0"/>
                  </a:moveTo>
                  <a:cubicBezTo>
                    <a:pt x="66" y="0"/>
                    <a:pt x="1" y="72"/>
                    <a:pt x="30" y="151"/>
                  </a:cubicBezTo>
                  <a:cubicBezTo>
                    <a:pt x="137" y="391"/>
                    <a:pt x="257" y="631"/>
                    <a:pt x="351" y="872"/>
                  </a:cubicBezTo>
                  <a:cubicBezTo>
                    <a:pt x="471" y="1152"/>
                    <a:pt x="538" y="1499"/>
                    <a:pt x="738" y="1726"/>
                  </a:cubicBezTo>
                  <a:cubicBezTo>
                    <a:pt x="772" y="1756"/>
                    <a:pt x="812" y="1769"/>
                    <a:pt x="852" y="1769"/>
                  </a:cubicBezTo>
                  <a:cubicBezTo>
                    <a:pt x="939" y="1769"/>
                    <a:pt x="1023" y="1706"/>
                    <a:pt x="1032" y="1606"/>
                  </a:cubicBezTo>
                  <a:cubicBezTo>
                    <a:pt x="1018" y="1326"/>
                    <a:pt x="832" y="1045"/>
                    <a:pt x="698" y="792"/>
                  </a:cubicBezTo>
                  <a:cubicBezTo>
                    <a:pt x="565" y="525"/>
                    <a:pt x="404" y="257"/>
                    <a:pt x="204" y="30"/>
                  </a:cubicBezTo>
                  <a:cubicBezTo>
                    <a:pt x="183" y="9"/>
                    <a:pt x="158" y="0"/>
                    <a:pt x="1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 rot="-3122830">
              <a:off x="3016813" y="4489329"/>
              <a:ext cx="68048" cy="148542"/>
            </a:xfrm>
            <a:custGeom>
              <a:avLst/>
              <a:gdLst/>
              <a:ahLst/>
              <a:cxnLst/>
              <a:rect l="l" t="t" r="r" b="b"/>
              <a:pathLst>
                <a:path w="935" h="2041" extrusionOk="0">
                  <a:moveTo>
                    <a:pt x="93" y="1"/>
                  </a:moveTo>
                  <a:cubicBezTo>
                    <a:pt x="50" y="1"/>
                    <a:pt x="11" y="27"/>
                    <a:pt x="0" y="71"/>
                  </a:cubicBezTo>
                  <a:cubicBezTo>
                    <a:pt x="0" y="165"/>
                    <a:pt x="14" y="271"/>
                    <a:pt x="67" y="365"/>
                  </a:cubicBezTo>
                  <a:cubicBezTo>
                    <a:pt x="134" y="565"/>
                    <a:pt x="187" y="752"/>
                    <a:pt x="241" y="952"/>
                  </a:cubicBezTo>
                  <a:cubicBezTo>
                    <a:pt x="321" y="1273"/>
                    <a:pt x="347" y="1727"/>
                    <a:pt x="561" y="1980"/>
                  </a:cubicBezTo>
                  <a:cubicBezTo>
                    <a:pt x="597" y="2021"/>
                    <a:pt x="645" y="2041"/>
                    <a:pt x="692" y="2041"/>
                  </a:cubicBezTo>
                  <a:cubicBezTo>
                    <a:pt x="768" y="2041"/>
                    <a:pt x="843" y="1991"/>
                    <a:pt x="868" y="1900"/>
                  </a:cubicBezTo>
                  <a:cubicBezTo>
                    <a:pt x="935" y="1567"/>
                    <a:pt x="708" y="1139"/>
                    <a:pt x="588" y="846"/>
                  </a:cubicBezTo>
                  <a:cubicBezTo>
                    <a:pt x="508" y="605"/>
                    <a:pt x="374" y="84"/>
                    <a:pt x="120" y="4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 rot="-3122830">
              <a:off x="2981579" y="4311513"/>
              <a:ext cx="98397" cy="167464"/>
            </a:xfrm>
            <a:custGeom>
              <a:avLst/>
              <a:gdLst/>
              <a:ahLst/>
              <a:cxnLst/>
              <a:rect l="l" t="t" r="r" b="b"/>
              <a:pathLst>
                <a:path w="1352" h="2301" extrusionOk="0">
                  <a:moveTo>
                    <a:pt x="27" y="1"/>
                  </a:moveTo>
                  <a:cubicBezTo>
                    <a:pt x="11" y="1"/>
                    <a:pt x="0" y="20"/>
                    <a:pt x="10" y="39"/>
                  </a:cubicBezTo>
                  <a:cubicBezTo>
                    <a:pt x="143" y="372"/>
                    <a:pt x="317" y="693"/>
                    <a:pt x="437" y="1040"/>
                  </a:cubicBezTo>
                  <a:cubicBezTo>
                    <a:pt x="570" y="1441"/>
                    <a:pt x="664" y="1921"/>
                    <a:pt x="944" y="2242"/>
                  </a:cubicBezTo>
                  <a:cubicBezTo>
                    <a:pt x="982" y="2283"/>
                    <a:pt x="1028" y="2300"/>
                    <a:pt x="1075" y="2300"/>
                  </a:cubicBezTo>
                  <a:cubicBezTo>
                    <a:pt x="1211" y="2300"/>
                    <a:pt x="1351" y="2154"/>
                    <a:pt x="1291" y="2015"/>
                  </a:cubicBezTo>
                  <a:cubicBezTo>
                    <a:pt x="1131" y="1641"/>
                    <a:pt x="904" y="1294"/>
                    <a:pt x="731" y="920"/>
                  </a:cubicBezTo>
                  <a:cubicBezTo>
                    <a:pt x="570" y="586"/>
                    <a:pt x="384" y="185"/>
                    <a:pt x="50" y="12"/>
                  </a:cubicBezTo>
                  <a:cubicBezTo>
                    <a:pt x="42" y="4"/>
                    <a:pt x="34" y="1"/>
                    <a:pt x="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 rot="-3122830">
              <a:off x="3221661" y="4435529"/>
              <a:ext cx="87335" cy="159604"/>
            </a:xfrm>
            <a:custGeom>
              <a:avLst/>
              <a:gdLst/>
              <a:ahLst/>
              <a:cxnLst/>
              <a:rect l="l" t="t" r="r" b="b"/>
              <a:pathLst>
                <a:path w="1200" h="2193" extrusionOk="0">
                  <a:moveTo>
                    <a:pt x="52" y="1"/>
                  </a:moveTo>
                  <a:cubicBezTo>
                    <a:pt x="24" y="1"/>
                    <a:pt x="0" y="25"/>
                    <a:pt x="0" y="60"/>
                  </a:cubicBezTo>
                  <a:cubicBezTo>
                    <a:pt x="14" y="448"/>
                    <a:pt x="174" y="861"/>
                    <a:pt x="267" y="1235"/>
                  </a:cubicBezTo>
                  <a:cubicBezTo>
                    <a:pt x="348" y="1529"/>
                    <a:pt x="441" y="2090"/>
                    <a:pt x="788" y="2183"/>
                  </a:cubicBezTo>
                  <a:cubicBezTo>
                    <a:pt x="812" y="2190"/>
                    <a:pt x="835" y="2193"/>
                    <a:pt x="858" y="2193"/>
                  </a:cubicBezTo>
                  <a:cubicBezTo>
                    <a:pt x="1062" y="2193"/>
                    <a:pt x="1200" y="1938"/>
                    <a:pt x="1055" y="1769"/>
                  </a:cubicBezTo>
                  <a:cubicBezTo>
                    <a:pt x="842" y="1529"/>
                    <a:pt x="668" y="1249"/>
                    <a:pt x="534" y="955"/>
                  </a:cubicBezTo>
                  <a:cubicBezTo>
                    <a:pt x="414" y="675"/>
                    <a:pt x="334" y="234"/>
                    <a:pt x="94" y="20"/>
                  </a:cubicBezTo>
                  <a:cubicBezTo>
                    <a:pt x="80" y="7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 rot="-3122830">
              <a:off x="3295104" y="4597997"/>
              <a:ext cx="94322" cy="135587"/>
            </a:xfrm>
            <a:custGeom>
              <a:avLst/>
              <a:gdLst/>
              <a:ahLst/>
              <a:cxnLst/>
              <a:rect l="l" t="t" r="r" b="b"/>
              <a:pathLst>
                <a:path w="1296" h="1863" extrusionOk="0">
                  <a:moveTo>
                    <a:pt x="171" y="1"/>
                  </a:moveTo>
                  <a:cubicBezTo>
                    <a:pt x="143" y="1"/>
                    <a:pt x="116" y="25"/>
                    <a:pt x="107" y="60"/>
                  </a:cubicBezTo>
                  <a:cubicBezTo>
                    <a:pt x="0" y="381"/>
                    <a:pt x="201" y="768"/>
                    <a:pt x="347" y="1062"/>
                  </a:cubicBezTo>
                  <a:cubicBezTo>
                    <a:pt x="468" y="1315"/>
                    <a:pt x="628" y="1849"/>
                    <a:pt x="962" y="1863"/>
                  </a:cubicBezTo>
                  <a:cubicBezTo>
                    <a:pt x="1028" y="1863"/>
                    <a:pt x="1095" y="1823"/>
                    <a:pt x="1135" y="1769"/>
                  </a:cubicBezTo>
                  <a:cubicBezTo>
                    <a:pt x="1295" y="1502"/>
                    <a:pt x="962" y="1155"/>
                    <a:pt x="828" y="941"/>
                  </a:cubicBezTo>
                  <a:cubicBezTo>
                    <a:pt x="641" y="648"/>
                    <a:pt x="468" y="274"/>
                    <a:pt x="214" y="20"/>
                  </a:cubicBezTo>
                  <a:cubicBezTo>
                    <a:pt x="201" y="7"/>
                    <a:pt x="186" y="1"/>
                    <a:pt x="1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 rot="-3122830">
              <a:off x="3312626" y="4741792"/>
              <a:ext cx="68703" cy="131876"/>
            </a:xfrm>
            <a:custGeom>
              <a:avLst/>
              <a:gdLst/>
              <a:ahLst/>
              <a:cxnLst/>
              <a:rect l="l" t="t" r="r" b="b"/>
              <a:pathLst>
                <a:path w="944" h="1812" extrusionOk="0">
                  <a:moveTo>
                    <a:pt x="190" y="0"/>
                  </a:moveTo>
                  <a:cubicBezTo>
                    <a:pt x="143" y="0"/>
                    <a:pt x="95" y="27"/>
                    <a:pt x="80" y="79"/>
                  </a:cubicBezTo>
                  <a:cubicBezTo>
                    <a:pt x="0" y="320"/>
                    <a:pt x="107" y="600"/>
                    <a:pt x="187" y="840"/>
                  </a:cubicBezTo>
                  <a:cubicBezTo>
                    <a:pt x="307" y="1134"/>
                    <a:pt x="428" y="1428"/>
                    <a:pt x="561" y="1708"/>
                  </a:cubicBezTo>
                  <a:cubicBezTo>
                    <a:pt x="595" y="1781"/>
                    <a:pt x="656" y="1812"/>
                    <a:pt x="719" y="1812"/>
                  </a:cubicBezTo>
                  <a:cubicBezTo>
                    <a:pt x="828" y="1812"/>
                    <a:pt x="944" y="1720"/>
                    <a:pt x="935" y="1601"/>
                  </a:cubicBezTo>
                  <a:cubicBezTo>
                    <a:pt x="922" y="1281"/>
                    <a:pt x="748" y="987"/>
                    <a:pt x="601" y="720"/>
                  </a:cubicBezTo>
                  <a:cubicBezTo>
                    <a:pt x="494" y="507"/>
                    <a:pt x="401" y="280"/>
                    <a:pt x="281" y="53"/>
                  </a:cubicBezTo>
                  <a:cubicBezTo>
                    <a:pt x="263" y="17"/>
                    <a:pt x="227" y="0"/>
                    <a:pt x="1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 rot="-3122830">
              <a:off x="3164478" y="4923143"/>
              <a:ext cx="93375" cy="154583"/>
            </a:xfrm>
            <a:custGeom>
              <a:avLst/>
              <a:gdLst/>
              <a:ahLst/>
              <a:cxnLst/>
              <a:rect l="l" t="t" r="r" b="b"/>
              <a:pathLst>
                <a:path w="1283" h="2124" extrusionOk="0">
                  <a:moveTo>
                    <a:pt x="94" y="0"/>
                  </a:moveTo>
                  <a:cubicBezTo>
                    <a:pt x="44" y="0"/>
                    <a:pt x="1" y="59"/>
                    <a:pt x="1" y="118"/>
                  </a:cubicBezTo>
                  <a:cubicBezTo>
                    <a:pt x="14" y="519"/>
                    <a:pt x="281" y="960"/>
                    <a:pt x="441" y="1320"/>
                  </a:cubicBezTo>
                  <a:cubicBezTo>
                    <a:pt x="575" y="1600"/>
                    <a:pt x="668" y="2041"/>
                    <a:pt x="1002" y="2121"/>
                  </a:cubicBezTo>
                  <a:cubicBezTo>
                    <a:pt x="1011" y="2123"/>
                    <a:pt x="1019" y="2124"/>
                    <a:pt x="1028" y="2124"/>
                  </a:cubicBezTo>
                  <a:cubicBezTo>
                    <a:pt x="1083" y="2124"/>
                    <a:pt x="1127" y="2087"/>
                    <a:pt x="1162" y="2041"/>
                  </a:cubicBezTo>
                  <a:cubicBezTo>
                    <a:pt x="1282" y="1721"/>
                    <a:pt x="922" y="1280"/>
                    <a:pt x="775" y="986"/>
                  </a:cubicBezTo>
                  <a:cubicBezTo>
                    <a:pt x="601" y="666"/>
                    <a:pt x="441" y="252"/>
                    <a:pt x="147" y="25"/>
                  </a:cubicBezTo>
                  <a:cubicBezTo>
                    <a:pt x="130" y="7"/>
                    <a:pt x="112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 rot="-3122830">
              <a:off x="3173712" y="5057123"/>
              <a:ext cx="96287" cy="168192"/>
            </a:xfrm>
            <a:custGeom>
              <a:avLst/>
              <a:gdLst/>
              <a:ahLst/>
              <a:cxnLst/>
              <a:rect l="l" t="t" r="r" b="b"/>
              <a:pathLst>
                <a:path w="1323" h="2311" extrusionOk="0">
                  <a:moveTo>
                    <a:pt x="217" y="1"/>
                  </a:moveTo>
                  <a:cubicBezTo>
                    <a:pt x="184" y="1"/>
                    <a:pt x="152" y="18"/>
                    <a:pt x="134" y="55"/>
                  </a:cubicBezTo>
                  <a:cubicBezTo>
                    <a:pt x="0" y="442"/>
                    <a:pt x="214" y="869"/>
                    <a:pt x="387" y="1216"/>
                  </a:cubicBezTo>
                  <a:cubicBezTo>
                    <a:pt x="494" y="1430"/>
                    <a:pt x="614" y="1644"/>
                    <a:pt x="735" y="1844"/>
                  </a:cubicBezTo>
                  <a:cubicBezTo>
                    <a:pt x="801" y="2017"/>
                    <a:pt x="908" y="2164"/>
                    <a:pt x="1042" y="2284"/>
                  </a:cubicBezTo>
                  <a:cubicBezTo>
                    <a:pt x="1071" y="2303"/>
                    <a:pt x="1102" y="2311"/>
                    <a:pt x="1132" y="2311"/>
                  </a:cubicBezTo>
                  <a:cubicBezTo>
                    <a:pt x="1212" y="2311"/>
                    <a:pt x="1286" y="2252"/>
                    <a:pt x="1295" y="2164"/>
                  </a:cubicBezTo>
                  <a:cubicBezTo>
                    <a:pt x="1322" y="1804"/>
                    <a:pt x="921" y="1417"/>
                    <a:pt x="748" y="1123"/>
                  </a:cubicBezTo>
                  <a:cubicBezTo>
                    <a:pt x="534" y="802"/>
                    <a:pt x="387" y="442"/>
                    <a:pt x="307" y="68"/>
                  </a:cubicBezTo>
                  <a:cubicBezTo>
                    <a:pt x="293" y="25"/>
                    <a:pt x="255" y="1"/>
                    <a:pt x="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 rot="-3122830">
              <a:off x="3398033" y="4865313"/>
              <a:ext cx="78747" cy="153636"/>
            </a:xfrm>
            <a:custGeom>
              <a:avLst/>
              <a:gdLst/>
              <a:ahLst/>
              <a:cxnLst/>
              <a:rect l="l" t="t" r="r" b="b"/>
              <a:pathLst>
                <a:path w="1082" h="2111" extrusionOk="0">
                  <a:moveTo>
                    <a:pt x="110" y="1"/>
                  </a:moveTo>
                  <a:cubicBezTo>
                    <a:pt x="53" y="1"/>
                    <a:pt x="0" y="44"/>
                    <a:pt x="0" y="116"/>
                  </a:cubicBezTo>
                  <a:cubicBezTo>
                    <a:pt x="40" y="490"/>
                    <a:pt x="161" y="851"/>
                    <a:pt x="321" y="1184"/>
                  </a:cubicBezTo>
                  <a:cubicBezTo>
                    <a:pt x="388" y="1331"/>
                    <a:pt x="441" y="1491"/>
                    <a:pt x="494" y="1638"/>
                  </a:cubicBezTo>
                  <a:cubicBezTo>
                    <a:pt x="561" y="1785"/>
                    <a:pt x="574" y="1972"/>
                    <a:pt x="735" y="2079"/>
                  </a:cubicBezTo>
                  <a:cubicBezTo>
                    <a:pt x="761" y="2100"/>
                    <a:pt x="794" y="2111"/>
                    <a:pt x="827" y="2111"/>
                  </a:cubicBezTo>
                  <a:cubicBezTo>
                    <a:pt x="876" y="2111"/>
                    <a:pt x="924" y="2087"/>
                    <a:pt x="948" y="2039"/>
                  </a:cubicBezTo>
                  <a:cubicBezTo>
                    <a:pt x="1082" y="1758"/>
                    <a:pt x="855" y="1438"/>
                    <a:pt x="748" y="1184"/>
                  </a:cubicBezTo>
                  <a:cubicBezTo>
                    <a:pt x="574" y="810"/>
                    <a:pt x="388" y="437"/>
                    <a:pt x="214" y="63"/>
                  </a:cubicBezTo>
                  <a:cubicBezTo>
                    <a:pt x="187" y="20"/>
                    <a:pt x="148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5"/>
          <p:cNvSpPr/>
          <p:nvPr/>
        </p:nvSpPr>
        <p:spPr>
          <a:xfrm rot="-5400000" flipH="1">
            <a:off x="7218590" y="515586"/>
            <a:ext cx="2498235" cy="1447892"/>
          </a:xfrm>
          <a:custGeom>
            <a:avLst/>
            <a:gdLst/>
            <a:ahLst/>
            <a:cxnLst/>
            <a:rect l="l" t="t" r="r" b="b"/>
            <a:pathLst>
              <a:path w="40325" h="23371" extrusionOk="0">
                <a:moveTo>
                  <a:pt x="7637" y="1"/>
                </a:moveTo>
                <a:cubicBezTo>
                  <a:pt x="5234" y="1"/>
                  <a:pt x="2550" y="1311"/>
                  <a:pt x="1" y="4811"/>
                </a:cubicBezTo>
                <a:lnTo>
                  <a:pt x="1" y="23371"/>
                </a:lnTo>
                <a:lnTo>
                  <a:pt x="40324" y="23371"/>
                </a:lnTo>
                <a:cubicBezTo>
                  <a:pt x="40324" y="23371"/>
                  <a:pt x="40324" y="18083"/>
                  <a:pt x="30617" y="15880"/>
                </a:cubicBezTo>
                <a:cubicBezTo>
                  <a:pt x="24075" y="14398"/>
                  <a:pt x="16558" y="11260"/>
                  <a:pt x="15262" y="6267"/>
                </a:cubicBezTo>
                <a:cubicBezTo>
                  <a:pt x="14480" y="3218"/>
                  <a:pt x="11404" y="1"/>
                  <a:pt x="763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5"/>
          <p:cNvGrpSpPr/>
          <p:nvPr/>
        </p:nvGrpSpPr>
        <p:grpSpPr>
          <a:xfrm rot="-5400000">
            <a:off x="8168851" y="667685"/>
            <a:ext cx="797711" cy="541358"/>
            <a:chOff x="4605400" y="3668375"/>
            <a:chExt cx="332075" cy="225350"/>
          </a:xfrm>
        </p:grpSpPr>
        <p:sp>
          <p:nvSpPr>
            <p:cNvPr id="166" name="Google Shape;166;p5"/>
            <p:cNvSpPr/>
            <p:nvPr/>
          </p:nvSpPr>
          <p:spPr>
            <a:xfrm flipH="1">
              <a:off x="4815700" y="3700650"/>
              <a:ext cx="57100" cy="25975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 flipH="1">
              <a:off x="4755600" y="3668375"/>
              <a:ext cx="50675" cy="14325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 flipH="1">
              <a:off x="4740250" y="3707925"/>
              <a:ext cx="54425" cy="15475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 flipH="1">
              <a:off x="4675500" y="3674950"/>
              <a:ext cx="52425" cy="19075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 flipH="1">
              <a:off x="4644425" y="3717100"/>
              <a:ext cx="59800" cy="16550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 flipH="1">
              <a:off x="4706875" y="3745450"/>
              <a:ext cx="46075" cy="16675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 flipH="1">
              <a:off x="4794000" y="3755150"/>
              <a:ext cx="50750" cy="16975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 flipH="1">
              <a:off x="4753600" y="3792525"/>
              <a:ext cx="51800" cy="19150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 flipH="1">
              <a:off x="4663150" y="3776050"/>
              <a:ext cx="47750" cy="16100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 flipH="1">
              <a:off x="4671475" y="3816650"/>
              <a:ext cx="52025" cy="14950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 flipH="1">
              <a:off x="4756575" y="3824475"/>
              <a:ext cx="47725" cy="21800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 flipH="1">
              <a:off x="4846400" y="3795775"/>
              <a:ext cx="48425" cy="20650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 flipH="1">
              <a:off x="4884450" y="3749225"/>
              <a:ext cx="53025" cy="18250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 flipH="1">
              <a:off x="4842050" y="3846650"/>
              <a:ext cx="48100" cy="18800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 flipH="1">
              <a:off x="4756950" y="3874950"/>
              <a:ext cx="54100" cy="18775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 flipH="1">
              <a:off x="4681825" y="3858400"/>
              <a:ext cx="51950" cy="18275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 flipH="1">
              <a:off x="4605400" y="3823350"/>
              <a:ext cx="42400" cy="14350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5"/>
          <p:cNvSpPr/>
          <p:nvPr/>
        </p:nvSpPr>
        <p:spPr>
          <a:xfrm rot="5400000">
            <a:off x="6996376" y="312003"/>
            <a:ext cx="2796249" cy="2046622"/>
          </a:xfrm>
          <a:custGeom>
            <a:avLst/>
            <a:gdLst/>
            <a:ahLst/>
            <a:cxnLst/>
            <a:rect l="l" t="t" r="r" b="b"/>
            <a:pathLst>
              <a:path w="60015" h="43926" extrusionOk="0">
                <a:moveTo>
                  <a:pt x="28085" y="26255"/>
                </a:moveTo>
                <a:cubicBezTo>
                  <a:pt x="28410" y="26255"/>
                  <a:pt x="28731" y="26401"/>
                  <a:pt x="29010" y="26760"/>
                </a:cubicBezTo>
                <a:cubicBezTo>
                  <a:pt x="29745" y="27682"/>
                  <a:pt x="29638" y="29230"/>
                  <a:pt x="29545" y="30339"/>
                </a:cubicBezTo>
                <a:cubicBezTo>
                  <a:pt x="29478" y="31113"/>
                  <a:pt x="29304" y="31874"/>
                  <a:pt x="29024" y="32609"/>
                </a:cubicBezTo>
                <a:cubicBezTo>
                  <a:pt x="28912" y="32628"/>
                  <a:pt x="28800" y="32638"/>
                  <a:pt x="28689" y="32638"/>
                </a:cubicBezTo>
                <a:cubicBezTo>
                  <a:pt x="28201" y="32638"/>
                  <a:pt x="27727" y="32452"/>
                  <a:pt x="27368" y="32115"/>
                </a:cubicBezTo>
                <a:lnTo>
                  <a:pt x="27355" y="32115"/>
                </a:lnTo>
                <a:cubicBezTo>
                  <a:pt x="26300" y="31207"/>
                  <a:pt x="25873" y="29471"/>
                  <a:pt x="26153" y="28136"/>
                </a:cubicBezTo>
                <a:cubicBezTo>
                  <a:pt x="26318" y="27309"/>
                  <a:pt x="27214" y="26255"/>
                  <a:pt x="28085" y="26255"/>
                </a:cubicBezTo>
                <a:close/>
                <a:moveTo>
                  <a:pt x="58486" y="0"/>
                </a:moveTo>
                <a:cubicBezTo>
                  <a:pt x="58354" y="0"/>
                  <a:pt x="58228" y="116"/>
                  <a:pt x="58305" y="270"/>
                </a:cubicBezTo>
                <a:cubicBezTo>
                  <a:pt x="59427" y="2593"/>
                  <a:pt x="59453" y="5183"/>
                  <a:pt x="59173" y="7694"/>
                </a:cubicBezTo>
                <a:cubicBezTo>
                  <a:pt x="58946" y="9883"/>
                  <a:pt x="58652" y="12126"/>
                  <a:pt x="58145" y="14263"/>
                </a:cubicBezTo>
                <a:cubicBezTo>
                  <a:pt x="57611" y="16519"/>
                  <a:pt x="56703" y="18629"/>
                  <a:pt x="54994" y="20245"/>
                </a:cubicBezTo>
                <a:cubicBezTo>
                  <a:pt x="53392" y="21753"/>
                  <a:pt x="51242" y="22982"/>
                  <a:pt x="49025" y="23249"/>
                </a:cubicBezTo>
                <a:cubicBezTo>
                  <a:pt x="48763" y="23279"/>
                  <a:pt x="48504" y="23293"/>
                  <a:pt x="48247" y="23293"/>
                </a:cubicBezTo>
                <a:cubicBezTo>
                  <a:pt x="44819" y="23293"/>
                  <a:pt x="41808" y="20769"/>
                  <a:pt x="38395" y="20769"/>
                </a:cubicBezTo>
                <a:cubicBezTo>
                  <a:pt x="38036" y="20769"/>
                  <a:pt x="37672" y="20797"/>
                  <a:pt x="37302" y="20859"/>
                </a:cubicBezTo>
                <a:cubicBezTo>
                  <a:pt x="34124" y="21393"/>
                  <a:pt x="33510" y="24437"/>
                  <a:pt x="32762" y="27081"/>
                </a:cubicBezTo>
                <a:cubicBezTo>
                  <a:pt x="32362" y="28469"/>
                  <a:pt x="31881" y="29885"/>
                  <a:pt x="31080" y="31086"/>
                </a:cubicBezTo>
                <a:cubicBezTo>
                  <a:pt x="30706" y="31647"/>
                  <a:pt x="30199" y="32115"/>
                  <a:pt x="29598" y="32422"/>
                </a:cubicBezTo>
                <a:cubicBezTo>
                  <a:pt x="30159" y="30819"/>
                  <a:pt x="30346" y="29097"/>
                  <a:pt x="29865" y="27428"/>
                </a:cubicBezTo>
                <a:cubicBezTo>
                  <a:pt x="29600" y="26505"/>
                  <a:pt x="28996" y="25812"/>
                  <a:pt x="28079" y="25812"/>
                </a:cubicBezTo>
                <a:cubicBezTo>
                  <a:pt x="27935" y="25812"/>
                  <a:pt x="27782" y="25829"/>
                  <a:pt x="27622" y="25866"/>
                </a:cubicBezTo>
                <a:cubicBezTo>
                  <a:pt x="26287" y="26173"/>
                  <a:pt x="25646" y="27441"/>
                  <a:pt x="25592" y="28723"/>
                </a:cubicBezTo>
                <a:cubicBezTo>
                  <a:pt x="25539" y="30085"/>
                  <a:pt x="26033" y="31687"/>
                  <a:pt x="27128" y="32568"/>
                </a:cubicBezTo>
                <a:cubicBezTo>
                  <a:pt x="27593" y="32931"/>
                  <a:pt x="28172" y="33130"/>
                  <a:pt x="28754" y="33130"/>
                </a:cubicBezTo>
                <a:cubicBezTo>
                  <a:pt x="28773" y="33130"/>
                  <a:pt x="28791" y="33130"/>
                  <a:pt x="28810" y="33129"/>
                </a:cubicBezTo>
                <a:lnTo>
                  <a:pt x="28810" y="33129"/>
                </a:lnTo>
                <a:cubicBezTo>
                  <a:pt x="28650" y="33490"/>
                  <a:pt x="28476" y="33837"/>
                  <a:pt x="28276" y="34184"/>
                </a:cubicBezTo>
                <a:cubicBezTo>
                  <a:pt x="26393" y="37455"/>
                  <a:pt x="23322" y="40046"/>
                  <a:pt x="19944" y="41701"/>
                </a:cubicBezTo>
                <a:cubicBezTo>
                  <a:pt x="17695" y="42795"/>
                  <a:pt x="15259" y="43449"/>
                  <a:pt x="12828" y="43449"/>
                </a:cubicBezTo>
                <a:cubicBezTo>
                  <a:pt x="11102" y="43449"/>
                  <a:pt x="9379" y="43119"/>
                  <a:pt x="7727" y="42382"/>
                </a:cubicBezTo>
                <a:cubicBezTo>
                  <a:pt x="5738" y="41488"/>
                  <a:pt x="4162" y="40059"/>
                  <a:pt x="2880" y="38310"/>
                </a:cubicBezTo>
                <a:cubicBezTo>
                  <a:pt x="2092" y="37242"/>
                  <a:pt x="1438" y="36147"/>
                  <a:pt x="1078" y="34852"/>
                </a:cubicBezTo>
                <a:cubicBezTo>
                  <a:pt x="757" y="33677"/>
                  <a:pt x="597" y="32462"/>
                  <a:pt x="76" y="31340"/>
                </a:cubicBezTo>
                <a:cubicBezTo>
                  <a:pt x="67" y="31326"/>
                  <a:pt x="54" y="31320"/>
                  <a:pt x="43" y="31320"/>
                </a:cubicBezTo>
                <a:cubicBezTo>
                  <a:pt x="20" y="31320"/>
                  <a:pt x="1" y="31341"/>
                  <a:pt x="10" y="31367"/>
                </a:cubicBezTo>
                <a:cubicBezTo>
                  <a:pt x="464" y="32595"/>
                  <a:pt x="517" y="33917"/>
                  <a:pt x="837" y="35185"/>
                </a:cubicBezTo>
                <a:cubicBezTo>
                  <a:pt x="1144" y="36360"/>
                  <a:pt x="1745" y="37349"/>
                  <a:pt x="2426" y="38337"/>
                </a:cubicBezTo>
                <a:cubicBezTo>
                  <a:pt x="3535" y="39939"/>
                  <a:pt x="4896" y="41368"/>
                  <a:pt x="6619" y="42329"/>
                </a:cubicBezTo>
                <a:cubicBezTo>
                  <a:pt x="8593" y="43426"/>
                  <a:pt x="10732" y="43926"/>
                  <a:pt x="12892" y="43926"/>
                </a:cubicBezTo>
                <a:cubicBezTo>
                  <a:pt x="14676" y="43926"/>
                  <a:pt x="16475" y="43585"/>
                  <a:pt x="18209" y="42956"/>
                </a:cubicBezTo>
                <a:cubicBezTo>
                  <a:pt x="22027" y="41568"/>
                  <a:pt x="25566" y="38977"/>
                  <a:pt x="27929" y="35626"/>
                </a:cubicBezTo>
                <a:cubicBezTo>
                  <a:pt x="28503" y="34825"/>
                  <a:pt x="28984" y="33957"/>
                  <a:pt x="29358" y="33049"/>
                </a:cubicBezTo>
                <a:cubicBezTo>
                  <a:pt x="29772" y="32956"/>
                  <a:pt x="30145" y="32769"/>
                  <a:pt x="30479" y="32502"/>
                </a:cubicBezTo>
                <a:cubicBezTo>
                  <a:pt x="33043" y="30432"/>
                  <a:pt x="33003" y="26613"/>
                  <a:pt x="34285" y="23836"/>
                </a:cubicBezTo>
                <a:cubicBezTo>
                  <a:pt x="35163" y="21922"/>
                  <a:pt x="36555" y="21290"/>
                  <a:pt x="38142" y="21290"/>
                </a:cubicBezTo>
                <a:cubicBezTo>
                  <a:pt x="40730" y="21290"/>
                  <a:pt x="43837" y="22970"/>
                  <a:pt x="46088" y="23516"/>
                </a:cubicBezTo>
                <a:cubicBezTo>
                  <a:pt x="46739" y="23675"/>
                  <a:pt x="47400" y="23750"/>
                  <a:pt x="48060" y="23750"/>
                </a:cubicBezTo>
                <a:cubicBezTo>
                  <a:pt x="51778" y="23750"/>
                  <a:pt x="55482" y="21366"/>
                  <a:pt x="57250" y="18135"/>
                </a:cubicBezTo>
                <a:cubicBezTo>
                  <a:pt x="58465" y="15932"/>
                  <a:pt x="58879" y="13395"/>
                  <a:pt x="59226" y="10938"/>
                </a:cubicBezTo>
                <a:cubicBezTo>
                  <a:pt x="59587" y="8508"/>
                  <a:pt x="60014" y="6025"/>
                  <a:pt x="59734" y="3581"/>
                </a:cubicBezTo>
                <a:cubicBezTo>
                  <a:pt x="59600" y="2366"/>
                  <a:pt x="59253" y="1191"/>
                  <a:pt x="58679" y="123"/>
                </a:cubicBezTo>
                <a:cubicBezTo>
                  <a:pt x="58636" y="37"/>
                  <a:pt x="58560" y="0"/>
                  <a:pt x="584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5"/>
          <p:cNvGrpSpPr/>
          <p:nvPr/>
        </p:nvGrpSpPr>
        <p:grpSpPr>
          <a:xfrm>
            <a:off x="269177" y="4047653"/>
            <a:ext cx="970762" cy="1009213"/>
            <a:chOff x="6020575" y="2836750"/>
            <a:chExt cx="309900" cy="322175"/>
          </a:xfrm>
        </p:grpSpPr>
        <p:sp>
          <p:nvSpPr>
            <p:cNvPr id="185" name="Google Shape;185;p5"/>
            <p:cNvSpPr/>
            <p:nvPr/>
          </p:nvSpPr>
          <p:spPr>
            <a:xfrm>
              <a:off x="6120250" y="2922925"/>
              <a:ext cx="71200" cy="77425"/>
            </a:xfrm>
            <a:custGeom>
              <a:avLst/>
              <a:gdLst/>
              <a:ahLst/>
              <a:cxnLst/>
              <a:rect l="l" t="t" r="r" b="b"/>
              <a:pathLst>
                <a:path w="2848" h="3097" extrusionOk="0">
                  <a:moveTo>
                    <a:pt x="1250" y="0"/>
                  </a:moveTo>
                  <a:cubicBezTo>
                    <a:pt x="1173" y="0"/>
                    <a:pt x="1101" y="30"/>
                    <a:pt x="1035" y="93"/>
                  </a:cubicBezTo>
                  <a:cubicBezTo>
                    <a:pt x="0" y="1072"/>
                    <a:pt x="1301" y="3097"/>
                    <a:pt x="2047" y="3097"/>
                  </a:cubicBezTo>
                  <a:cubicBezTo>
                    <a:pt x="2177" y="3097"/>
                    <a:pt x="2289" y="3036"/>
                    <a:pt x="2370" y="2897"/>
                  </a:cubicBezTo>
                  <a:cubicBezTo>
                    <a:pt x="2848" y="2062"/>
                    <a:pt x="1896" y="0"/>
                    <a:pt x="12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6201150" y="2956200"/>
              <a:ext cx="66825" cy="71750"/>
            </a:xfrm>
            <a:custGeom>
              <a:avLst/>
              <a:gdLst/>
              <a:ahLst/>
              <a:cxnLst/>
              <a:rect l="l" t="t" r="r" b="b"/>
              <a:pathLst>
                <a:path w="2673" h="2870" extrusionOk="0">
                  <a:moveTo>
                    <a:pt x="1115" y="0"/>
                  </a:moveTo>
                  <a:cubicBezTo>
                    <a:pt x="970" y="0"/>
                    <a:pt x="828" y="70"/>
                    <a:pt x="697" y="231"/>
                  </a:cubicBezTo>
                  <a:cubicBezTo>
                    <a:pt x="1" y="1087"/>
                    <a:pt x="1118" y="2869"/>
                    <a:pt x="1808" y="2869"/>
                  </a:cubicBezTo>
                  <a:cubicBezTo>
                    <a:pt x="1926" y="2869"/>
                    <a:pt x="2030" y="2818"/>
                    <a:pt x="2112" y="2701"/>
                  </a:cubicBezTo>
                  <a:cubicBezTo>
                    <a:pt x="2672" y="1906"/>
                    <a:pt x="1869" y="0"/>
                    <a:pt x="11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6169475" y="3033450"/>
              <a:ext cx="77125" cy="79025"/>
            </a:xfrm>
            <a:custGeom>
              <a:avLst/>
              <a:gdLst/>
              <a:ahLst/>
              <a:cxnLst/>
              <a:rect l="l" t="t" r="r" b="b"/>
              <a:pathLst>
                <a:path w="3085" h="3161" extrusionOk="0">
                  <a:moveTo>
                    <a:pt x="1248" y="0"/>
                  </a:moveTo>
                  <a:cubicBezTo>
                    <a:pt x="1109" y="0"/>
                    <a:pt x="971" y="61"/>
                    <a:pt x="842" y="199"/>
                  </a:cubicBezTo>
                  <a:cubicBezTo>
                    <a:pt x="0" y="1100"/>
                    <a:pt x="1318" y="3160"/>
                    <a:pt x="2128" y="3160"/>
                  </a:cubicBezTo>
                  <a:cubicBezTo>
                    <a:pt x="2230" y="3160"/>
                    <a:pt x="2324" y="3128"/>
                    <a:pt x="2404" y="3056"/>
                  </a:cubicBezTo>
                  <a:cubicBezTo>
                    <a:pt x="3085" y="2445"/>
                    <a:pt x="2131" y="0"/>
                    <a:pt x="12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6094625" y="2998725"/>
              <a:ext cx="60275" cy="43050"/>
            </a:xfrm>
            <a:custGeom>
              <a:avLst/>
              <a:gdLst/>
              <a:ahLst/>
              <a:cxnLst/>
              <a:rect l="l" t="t" r="r" b="b"/>
              <a:pathLst>
                <a:path w="2411" h="1722" extrusionOk="0">
                  <a:moveTo>
                    <a:pt x="807" y="1"/>
                  </a:moveTo>
                  <a:cubicBezTo>
                    <a:pt x="692" y="1"/>
                    <a:pt x="586" y="41"/>
                    <a:pt x="498" y="132"/>
                  </a:cubicBezTo>
                  <a:cubicBezTo>
                    <a:pt x="1" y="676"/>
                    <a:pt x="1217" y="1721"/>
                    <a:pt x="1820" y="1721"/>
                  </a:cubicBezTo>
                  <a:cubicBezTo>
                    <a:pt x="1913" y="1721"/>
                    <a:pt x="1992" y="1696"/>
                    <a:pt x="2047" y="1641"/>
                  </a:cubicBezTo>
                  <a:cubicBezTo>
                    <a:pt x="2410" y="1289"/>
                    <a:pt x="1460" y="1"/>
                    <a:pt x="8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6260575" y="3056025"/>
              <a:ext cx="48000" cy="48700"/>
            </a:xfrm>
            <a:custGeom>
              <a:avLst/>
              <a:gdLst/>
              <a:ahLst/>
              <a:cxnLst/>
              <a:rect l="l" t="t" r="r" b="b"/>
              <a:pathLst>
                <a:path w="1920" h="1948" extrusionOk="0">
                  <a:moveTo>
                    <a:pt x="511" y="1"/>
                  </a:moveTo>
                  <a:cubicBezTo>
                    <a:pt x="444" y="1"/>
                    <a:pt x="384" y="19"/>
                    <a:pt x="336" y="57"/>
                  </a:cubicBezTo>
                  <a:cubicBezTo>
                    <a:pt x="1" y="325"/>
                    <a:pt x="684" y="1948"/>
                    <a:pt x="1206" y="1948"/>
                  </a:cubicBezTo>
                  <a:cubicBezTo>
                    <a:pt x="1308" y="1948"/>
                    <a:pt x="1403" y="1886"/>
                    <a:pt x="1484" y="1739"/>
                  </a:cubicBezTo>
                  <a:cubicBezTo>
                    <a:pt x="1919" y="963"/>
                    <a:pt x="1008" y="1"/>
                    <a:pt x="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101550" y="3077775"/>
              <a:ext cx="79175" cy="81150"/>
            </a:xfrm>
            <a:custGeom>
              <a:avLst/>
              <a:gdLst/>
              <a:ahLst/>
              <a:cxnLst/>
              <a:rect l="l" t="t" r="r" b="b"/>
              <a:pathLst>
                <a:path w="3167" h="3246" extrusionOk="0">
                  <a:moveTo>
                    <a:pt x="1444" y="1"/>
                  </a:moveTo>
                  <a:cubicBezTo>
                    <a:pt x="1334" y="1"/>
                    <a:pt x="1220" y="30"/>
                    <a:pt x="1102" y="95"/>
                  </a:cubicBezTo>
                  <a:cubicBezTo>
                    <a:pt x="1" y="699"/>
                    <a:pt x="1473" y="3246"/>
                    <a:pt x="2407" y="3246"/>
                  </a:cubicBezTo>
                  <a:cubicBezTo>
                    <a:pt x="2526" y="3246"/>
                    <a:pt x="2636" y="3205"/>
                    <a:pt x="2731" y="3112"/>
                  </a:cubicBezTo>
                  <a:cubicBezTo>
                    <a:pt x="3166" y="2689"/>
                    <a:pt x="2496" y="1"/>
                    <a:pt x="14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060700" y="2898150"/>
              <a:ext cx="54900" cy="63000"/>
            </a:xfrm>
            <a:custGeom>
              <a:avLst/>
              <a:gdLst/>
              <a:ahLst/>
              <a:cxnLst/>
              <a:rect l="l" t="t" r="r" b="b"/>
              <a:pathLst>
                <a:path w="2196" h="2520" extrusionOk="0">
                  <a:moveTo>
                    <a:pt x="985" y="0"/>
                  </a:moveTo>
                  <a:cubicBezTo>
                    <a:pt x="908" y="0"/>
                    <a:pt x="828" y="26"/>
                    <a:pt x="747" y="83"/>
                  </a:cubicBezTo>
                  <a:cubicBezTo>
                    <a:pt x="1" y="613"/>
                    <a:pt x="903" y="2519"/>
                    <a:pt x="1646" y="2519"/>
                  </a:cubicBezTo>
                  <a:cubicBezTo>
                    <a:pt x="1727" y="2519"/>
                    <a:pt x="1807" y="2496"/>
                    <a:pt x="1882" y="2446"/>
                  </a:cubicBezTo>
                  <a:cubicBezTo>
                    <a:pt x="2195" y="2241"/>
                    <a:pt x="1703" y="0"/>
                    <a:pt x="9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170925" y="2876275"/>
              <a:ext cx="48625" cy="47200"/>
            </a:xfrm>
            <a:custGeom>
              <a:avLst/>
              <a:gdLst/>
              <a:ahLst/>
              <a:cxnLst/>
              <a:rect l="l" t="t" r="r" b="b"/>
              <a:pathLst>
                <a:path w="1945" h="1888" extrusionOk="0">
                  <a:moveTo>
                    <a:pt x="908" y="1"/>
                  </a:moveTo>
                  <a:cubicBezTo>
                    <a:pt x="842" y="1"/>
                    <a:pt x="774" y="20"/>
                    <a:pt x="704" y="63"/>
                  </a:cubicBezTo>
                  <a:cubicBezTo>
                    <a:pt x="1" y="498"/>
                    <a:pt x="767" y="1888"/>
                    <a:pt x="1349" y="1888"/>
                  </a:cubicBezTo>
                  <a:cubicBezTo>
                    <a:pt x="1375" y="1888"/>
                    <a:pt x="1400" y="1885"/>
                    <a:pt x="1425" y="1879"/>
                  </a:cubicBezTo>
                  <a:cubicBezTo>
                    <a:pt x="1944" y="1771"/>
                    <a:pt x="1535" y="1"/>
                    <a:pt x="9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6242850" y="2909825"/>
              <a:ext cx="46350" cy="40975"/>
            </a:xfrm>
            <a:custGeom>
              <a:avLst/>
              <a:gdLst/>
              <a:ahLst/>
              <a:cxnLst/>
              <a:rect l="l" t="t" r="r" b="b"/>
              <a:pathLst>
                <a:path w="1854" h="1639" extrusionOk="0">
                  <a:moveTo>
                    <a:pt x="735" y="1"/>
                  </a:moveTo>
                  <a:cubicBezTo>
                    <a:pt x="677" y="1"/>
                    <a:pt x="620" y="18"/>
                    <a:pt x="564" y="57"/>
                  </a:cubicBezTo>
                  <a:cubicBezTo>
                    <a:pt x="0" y="441"/>
                    <a:pt x="618" y="1639"/>
                    <a:pt x="1223" y="1639"/>
                  </a:cubicBezTo>
                  <a:cubicBezTo>
                    <a:pt x="1249" y="1639"/>
                    <a:pt x="1274" y="1636"/>
                    <a:pt x="1299" y="1632"/>
                  </a:cubicBezTo>
                  <a:cubicBezTo>
                    <a:pt x="1853" y="1536"/>
                    <a:pt x="1275" y="1"/>
                    <a:pt x="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6271125" y="2995700"/>
              <a:ext cx="59350" cy="56675"/>
            </a:xfrm>
            <a:custGeom>
              <a:avLst/>
              <a:gdLst/>
              <a:ahLst/>
              <a:cxnLst/>
              <a:rect l="l" t="t" r="r" b="b"/>
              <a:pathLst>
                <a:path w="2374" h="2267" extrusionOk="0">
                  <a:moveTo>
                    <a:pt x="957" y="0"/>
                  </a:moveTo>
                  <a:cubicBezTo>
                    <a:pt x="876" y="0"/>
                    <a:pt x="794" y="29"/>
                    <a:pt x="715" y="93"/>
                  </a:cubicBezTo>
                  <a:cubicBezTo>
                    <a:pt x="1" y="693"/>
                    <a:pt x="1041" y="2267"/>
                    <a:pt x="1729" y="2267"/>
                  </a:cubicBezTo>
                  <a:cubicBezTo>
                    <a:pt x="1761" y="2267"/>
                    <a:pt x="1793" y="2263"/>
                    <a:pt x="1823" y="2256"/>
                  </a:cubicBezTo>
                  <a:cubicBezTo>
                    <a:pt x="2373" y="2125"/>
                    <a:pt x="1659" y="0"/>
                    <a:pt x="9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6062800" y="3042800"/>
              <a:ext cx="40400" cy="42200"/>
            </a:xfrm>
            <a:custGeom>
              <a:avLst/>
              <a:gdLst/>
              <a:ahLst/>
              <a:cxnLst/>
              <a:rect l="l" t="t" r="r" b="b"/>
              <a:pathLst>
                <a:path w="1616" h="1688" extrusionOk="0">
                  <a:moveTo>
                    <a:pt x="659" y="0"/>
                  </a:moveTo>
                  <a:cubicBezTo>
                    <a:pt x="611" y="0"/>
                    <a:pt x="564" y="12"/>
                    <a:pt x="516" y="38"/>
                  </a:cubicBezTo>
                  <a:cubicBezTo>
                    <a:pt x="0" y="321"/>
                    <a:pt x="173" y="1687"/>
                    <a:pt x="775" y="1687"/>
                  </a:cubicBezTo>
                  <a:cubicBezTo>
                    <a:pt x="828" y="1687"/>
                    <a:pt x="884" y="1677"/>
                    <a:pt x="943" y="1654"/>
                  </a:cubicBezTo>
                  <a:cubicBezTo>
                    <a:pt x="1615" y="1397"/>
                    <a:pt x="1169" y="0"/>
                    <a:pt x="6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6020575" y="2952800"/>
              <a:ext cx="58675" cy="57250"/>
            </a:xfrm>
            <a:custGeom>
              <a:avLst/>
              <a:gdLst/>
              <a:ahLst/>
              <a:cxnLst/>
              <a:rect l="l" t="t" r="r" b="b"/>
              <a:pathLst>
                <a:path w="2347" h="2290" extrusionOk="0">
                  <a:moveTo>
                    <a:pt x="868" y="0"/>
                  </a:moveTo>
                  <a:cubicBezTo>
                    <a:pt x="815" y="0"/>
                    <a:pt x="762" y="11"/>
                    <a:pt x="709" y="33"/>
                  </a:cubicBezTo>
                  <a:cubicBezTo>
                    <a:pt x="0" y="327"/>
                    <a:pt x="881" y="2289"/>
                    <a:pt x="1681" y="2289"/>
                  </a:cubicBezTo>
                  <a:cubicBezTo>
                    <a:pt x="1754" y="2289"/>
                    <a:pt x="1827" y="2272"/>
                    <a:pt x="1898" y="2237"/>
                  </a:cubicBezTo>
                  <a:cubicBezTo>
                    <a:pt x="2346" y="2012"/>
                    <a:pt x="1598" y="0"/>
                    <a:pt x="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6098000" y="2836750"/>
              <a:ext cx="55175" cy="55350"/>
            </a:xfrm>
            <a:custGeom>
              <a:avLst/>
              <a:gdLst/>
              <a:ahLst/>
              <a:cxnLst/>
              <a:rect l="l" t="t" r="r" b="b"/>
              <a:pathLst>
                <a:path w="2207" h="2214" extrusionOk="0">
                  <a:moveTo>
                    <a:pt x="1018" y="0"/>
                  </a:moveTo>
                  <a:cubicBezTo>
                    <a:pt x="945" y="0"/>
                    <a:pt x="868" y="22"/>
                    <a:pt x="790" y="69"/>
                  </a:cubicBezTo>
                  <a:cubicBezTo>
                    <a:pt x="0" y="558"/>
                    <a:pt x="800" y="2213"/>
                    <a:pt x="1553" y="2213"/>
                  </a:cubicBezTo>
                  <a:cubicBezTo>
                    <a:pt x="1602" y="2213"/>
                    <a:pt x="1650" y="2207"/>
                    <a:pt x="1698" y="2192"/>
                  </a:cubicBezTo>
                  <a:cubicBezTo>
                    <a:pt x="2207" y="2047"/>
                    <a:pt x="1738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4815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6"/>
          <p:cNvSpPr/>
          <p:nvPr/>
        </p:nvSpPr>
        <p:spPr>
          <a:xfrm rot="-5400000">
            <a:off x="7614749" y="1029379"/>
            <a:ext cx="2563748" cy="650395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/>
          <p:nvPr/>
        </p:nvSpPr>
        <p:spPr>
          <a:xfrm rot="-1036399">
            <a:off x="8183581" y="47004"/>
            <a:ext cx="577595" cy="319482"/>
          </a:xfrm>
          <a:custGeom>
            <a:avLst/>
            <a:gdLst/>
            <a:ahLst/>
            <a:cxnLst/>
            <a:rect l="l" t="t" r="r" b="b"/>
            <a:pathLst>
              <a:path w="14946" h="8267" extrusionOk="0">
                <a:moveTo>
                  <a:pt x="5109" y="0"/>
                </a:moveTo>
                <a:cubicBezTo>
                  <a:pt x="3949" y="0"/>
                  <a:pt x="2967" y="282"/>
                  <a:pt x="2417" y="914"/>
                </a:cubicBezTo>
                <a:cubicBezTo>
                  <a:pt x="1" y="3678"/>
                  <a:pt x="4487" y="6335"/>
                  <a:pt x="6196" y="7096"/>
                </a:cubicBezTo>
                <a:cubicBezTo>
                  <a:pt x="8034" y="7896"/>
                  <a:pt x="9523" y="8266"/>
                  <a:pt x="10665" y="8266"/>
                </a:cubicBezTo>
                <a:cubicBezTo>
                  <a:pt x="11961" y="8266"/>
                  <a:pt x="12808" y="7789"/>
                  <a:pt x="13206" y="6923"/>
                </a:cubicBezTo>
                <a:cubicBezTo>
                  <a:pt x="14946" y="3195"/>
                  <a:pt x="9016" y="0"/>
                  <a:pt x="51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6"/>
          <p:cNvGrpSpPr/>
          <p:nvPr/>
        </p:nvGrpSpPr>
        <p:grpSpPr>
          <a:xfrm rot="-7933481">
            <a:off x="8133369" y="594765"/>
            <a:ext cx="882615" cy="598968"/>
            <a:chOff x="4472500" y="3668375"/>
            <a:chExt cx="332075" cy="225350"/>
          </a:xfrm>
        </p:grpSpPr>
        <p:sp>
          <p:nvSpPr>
            <p:cNvPr id="203" name="Google Shape;203;p6"/>
            <p:cNvSpPr/>
            <p:nvPr/>
          </p:nvSpPr>
          <p:spPr>
            <a:xfrm>
              <a:off x="4537175" y="3700650"/>
              <a:ext cx="57100" cy="25975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4603700" y="3668375"/>
              <a:ext cx="50675" cy="14325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4615300" y="3707925"/>
              <a:ext cx="54425" cy="15475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4682050" y="3674950"/>
              <a:ext cx="52425" cy="19075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4705750" y="3717100"/>
              <a:ext cx="59800" cy="16550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4657025" y="3745450"/>
              <a:ext cx="46075" cy="16675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4565225" y="3755150"/>
              <a:ext cx="50750" cy="16975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4604575" y="3792525"/>
              <a:ext cx="51800" cy="19150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4699075" y="3776050"/>
              <a:ext cx="47750" cy="16100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4686475" y="3816650"/>
              <a:ext cx="52025" cy="14950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4605675" y="3824475"/>
              <a:ext cx="47725" cy="21800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4515150" y="3795775"/>
              <a:ext cx="48425" cy="20650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4472500" y="3749225"/>
              <a:ext cx="53025" cy="18250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4519825" y="3846650"/>
              <a:ext cx="48100" cy="18800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4598925" y="3874950"/>
              <a:ext cx="54100" cy="18775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4676200" y="3858400"/>
              <a:ext cx="51950" cy="18275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4762175" y="3823350"/>
              <a:ext cx="42400" cy="14350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" name="Google Shape;220;p6"/>
          <p:cNvSpPr/>
          <p:nvPr/>
        </p:nvSpPr>
        <p:spPr>
          <a:xfrm rot="-5400000">
            <a:off x="517559" y="3970707"/>
            <a:ext cx="621134" cy="1896853"/>
          </a:xfrm>
          <a:custGeom>
            <a:avLst/>
            <a:gdLst/>
            <a:ahLst/>
            <a:cxnLst/>
            <a:rect l="l" t="t" r="r" b="b"/>
            <a:pathLst>
              <a:path w="8653" h="26425" extrusionOk="0">
                <a:moveTo>
                  <a:pt x="0" y="1"/>
                </a:moveTo>
                <a:lnTo>
                  <a:pt x="147" y="26425"/>
                </a:lnTo>
                <a:cubicBezTo>
                  <a:pt x="4807" y="18787"/>
                  <a:pt x="8652" y="11444"/>
                  <a:pt x="6917" y="6917"/>
                </a:cubicBezTo>
                <a:cubicBezTo>
                  <a:pt x="5087" y="2124"/>
                  <a:pt x="0" y="1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6"/>
          <p:cNvSpPr/>
          <p:nvPr/>
        </p:nvSpPr>
        <p:spPr>
          <a:xfrm rot="10800000">
            <a:off x="7100557" y="4835170"/>
            <a:ext cx="2155318" cy="491205"/>
          </a:xfrm>
          <a:custGeom>
            <a:avLst/>
            <a:gdLst/>
            <a:ahLst/>
            <a:cxnLst/>
            <a:rect l="l" t="t" r="r" b="b"/>
            <a:pathLst>
              <a:path w="26226" h="5977" extrusionOk="0">
                <a:moveTo>
                  <a:pt x="19856" y="1"/>
                </a:moveTo>
                <a:cubicBezTo>
                  <a:pt x="12496" y="1"/>
                  <a:pt x="305" y="1677"/>
                  <a:pt x="305" y="1677"/>
                </a:cubicBezTo>
                <a:cubicBezTo>
                  <a:pt x="0" y="4131"/>
                  <a:pt x="5883" y="5977"/>
                  <a:pt x="12166" y="5977"/>
                </a:cubicBezTo>
                <a:cubicBezTo>
                  <a:pt x="17164" y="5977"/>
                  <a:pt x="22415" y="4809"/>
                  <a:pt x="25007" y="1851"/>
                </a:cubicBezTo>
                <a:cubicBezTo>
                  <a:pt x="26225" y="458"/>
                  <a:pt x="23700" y="1"/>
                  <a:pt x="198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056331" y="4485778"/>
            <a:ext cx="1654753" cy="621130"/>
          </a:xfrm>
          <a:custGeom>
            <a:avLst/>
            <a:gdLst/>
            <a:ahLst/>
            <a:cxnLst/>
            <a:rect l="l" t="t" r="r" b="b"/>
            <a:pathLst>
              <a:path w="29092" h="10920" extrusionOk="0">
                <a:moveTo>
                  <a:pt x="9899" y="0"/>
                </a:moveTo>
                <a:cubicBezTo>
                  <a:pt x="9303" y="0"/>
                  <a:pt x="8707" y="32"/>
                  <a:pt x="8116" y="99"/>
                </a:cubicBezTo>
                <a:cubicBezTo>
                  <a:pt x="2269" y="769"/>
                  <a:pt x="0" y="10919"/>
                  <a:pt x="11186" y="10919"/>
                </a:cubicBezTo>
                <a:cubicBezTo>
                  <a:pt x="12261" y="10919"/>
                  <a:pt x="13460" y="10826"/>
                  <a:pt x="14792" y="10621"/>
                </a:cubicBezTo>
                <a:cubicBezTo>
                  <a:pt x="29092" y="8420"/>
                  <a:pt x="19557" y="0"/>
                  <a:pt x="9899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6"/>
          <p:cNvSpPr/>
          <p:nvPr/>
        </p:nvSpPr>
        <p:spPr>
          <a:xfrm rot="-5400000">
            <a:off x="500636" y="3681492"/>
            <a:ext cx="783226" cy="2391793"/>
          </a:xfrm>
          <a:custGeom>
            <a:avLst/>
            <a:gdLst/>
            <a:ahLst/>
            <a:cxnLst/>
            <a:rect l="l" t="t" r="r" b="b"/>
            <a:pathLst>
              <a:path w="8653" h="26425" extrusionOk="0">
                <a:moveTo>
                  <a:pt x="0" y="1"/>
                </a:moveTo>
                <a:lnTo>
                  <a:pt x="147" y="26425"/>
                </a:lnTo>
                <a:cubicBezTo>
                  <a:pt x="4807" y="18787"/>
                  <a:pt x="8652" y="11444"/>
                  <a:pt x="6917" y="6917"/>
                </a:cubicBezTo>
                <a:cubicBezTo>
                  <a:pt x="5087" y="2124"/>
                  <a:pt x="0" y="1"/>
                  <a:pt x="0" y="1"/>
                </a:cubicBez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 txBox="1">
            <a:spLocks noGrp="1"/>
          </p:cNvSpPr>
          <p:nvPr>
            <p:ph type="title"/>
          </p:nvPr>
        </p:nvSpPr>
        <p:spPr>
          <a:xfrm>
            <a:off x="1574075" y="1886700"/>
            <a:ext cx="59958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4" name="Google Shape;304;p9"/>
          <p:cNvSpPr txBox="1">
            <a:spLocks noGrp="1"/>
          </p:cNvSpPr>
          <p:nvPr>
            <p:ph type="subTitle" idx="1"/>
          </p:nvPr>
        </p:nvSpPr>
        <p:spPr>
          <a:xfrm>
            <a:off x="1724600" y="2542300"/>
            <a:ext cx="5694900" cy="1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6063576" y="-68624"/>
            <a:ext cx="3128170" cy="2842538"/>
          </a:xfrm>
          <a:custGeom>
            <a:avLst/>
            <a:gdLst/>
            <a:ahLst/>
            <a:cxnLst/>
            <a:rect l="l" t="t" r="r" b="b"/>
            <a:pathLst>
              <a:path w="43769" h="38867" extrusionOk="0">
                <a:moveTo>
                  <a:pt x="3859" y="1"/>
                </a:moveTo>
                <a:cubicBezTo>
                  <a:pt x="3859" y="1"/>
                  <a:pt x="0" y="6930"/>
                  <a:pt x="7317" y="11817"/>
                </a:cubicBezTo>
                <a:cubicBezTo>
                  <a:pt x="14648" y="16704"/>
                  <a:pt x="19027" y="14661"/>
                  <a:pt x="25142" y="17318"/>
                </a:cubicBezTo>
                <a:cubicBezTo>
                  <a:pt x="31244" y="19962"/>
                  <a:pt x="32166" y="22819"/>
                  <a:pt x="33394" y="28307"/>
                </a:cubicBezTo>
                <a:cubicBezTo>
                  <a:pt x="34388" y="32796"/>
                  <a:pt x="37294" y="38866"/>
                  <a:pt x="41103" y="38866"/>
                </a:cubicBezTo>
                <a:cubicBezTo>
                  <a:pt x="41951" y="38866"/>
                  <a:pt x="42843" y="38566"/>
                  <a:pt x="43769" y="37881"/>
                </a:cubicBezTo>
                <a:lnTo>
                  <a:pt x="43769" y="1"/>
                </a:ln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6481192" y="-7051"/>
            <a:ext cx="2660170" cy="2362336"/>
          </a:xfrm>
          <a:custGeom>
            <a:avLst/>
            <a:gdLst/>
            <a:ahLst/>
            <a:cxnLst/>
            <a:rect l="l" t="t" r="r" b="b"/>
            <a:pathLst>
              <a:path w="43769" h="38867" extrusionOk="0">
                <a:moveTo>
                  <a:pt x="3859" y="1"/>
                </a:moveTo>
                <a:cubicBezTo>
                  <a:pt x="3859" y="1"/>
                  <a:pt x="0" y="6930"/>
                  <a:pt x="7317" y="11817"/>
                </a:cubicBezTo>
                <a:cubicBezTo>
                  <a:pt x="14648" y="16704"/>
                  <a:pt x="19027" y="14661"/>
                  <a:pt x="25142" y="17318"/>
                </a:cubicBezTo>
                <a:cubicBezTo>
                  <a:pt x="31244" y="19962"/>
                  <a:pt x="32166" y="22819"/>
                  <a:pt x="33394" y="28307"/>
                </a:cubicBezTo>
                <a:cubicBezTo>
                  <a:pt x="34388" y="32796"/>
                  <a:pt x="37294" y="38866"/>
                  <a:pt x="41103" y="38866"/>
                </a:cubicBezTo>
                <a:cubicBezTo>
                  <a:pt x="41951" y="38866"/>
                  <a:pt x="42843" y="38566"/>
                  <a:pt x="43769" y="37881"/>
                </a:cubicBezTo>
                <a:lnTo>
                  <a:pt x="437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6410636" y="328542"/>
            <a:ext cx="837669" cy="678572"/>
          </a:xfrm>
          <a:custGeom>
            <a:avLst/>
            <a:gdLst/>
            <a:ahLst/>
            <a:cxnLst/>
            <a:rect l="l" t="t" r="r" b="b"/>
            <a:pathLst>
              <a:path w="12029" h="9744" extrusionOk="0">
                <a:moveTo>
                  <a:pt x="7021" y="0"/>
                </a:moveTo>
                <a:cubicBezTo>
                  <a:pt x="5604" y="0"/>
                  <a:pt x="3994" y="817"/>
                  <a:pt x="2682" y="2833"/>
                </a:cubicBezTo>
                <a:cubicBezTo>
                  <a:pt x="1" y="6928"/>
                  <a:pt x="1617" y="9744"/>
                  <a:pt x="4294" y="9744"/>
                </a:cubicBezTo>
                <a:cubicBezTo>
                  <a:pt x="5736" y="9744"/>
                  <a:pt x="7486" y="8926"/>
                  <a:pt x="9038" y="7052"/>
                </a:cubicBezTo>
                <a:cubicBezTo>
                  <a:pt x="12029" y="3450"/>
                  <a:pt x="9933" y="0"/>
                  <a:pt x="70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"/>
          <p:cNvSpPr/>
          <p:nvPr/>
        </p:nvSpPr>
        <p:spPr>
          <a:xfrm rot="1694811">
            <a:off x="5953724" y="328536"/>
            <a:ext cx="456893" cy="347021"/>
          </a:xfrm>
          <a:custGeom>
            <a:avLst/>
            <a:gdLst/>
            <a:ahLst/>
            <a:cxnLst/>
            <a:rect l="l" t="t" r="r" b="b"/>
            <a:pathLst>
              <a:path w="6561" h="4983" extrusionOk="0">
                <a:moveTo>
                  <a:pt x="4222" y="1"/>
                </a:moveTo>
                <a:cubicBezTo>
                  <a:pt x="3720" y="1"/>
                  <a:pt x="3133" y="177"/>
                  <a:pt x="2549" y="569"/>
                </a:cubicBezTo>
                <a:cubicBezTo>
                  <a:pt x="661" y="1838"/>
                  <a:pt x="0" y="4982"/>
                  <a:pt x="1592" y="4982"/>
                </a:cubicBezTo>
                <a:cubicBezTo>
                  <a:pt x="2060" y="4982"/>
                  <a:pt x="2722" y="4711"/>
                  <a:pt x="3604" y="4041"/>
                </a:cubicBezTo>
                <a:cubicBezTo>
                  <a:pt x="6561" y="1785"/>
                  <a:pt x="5821" y="1"/>
                  <a:pt x="42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5531099" y="713008"/>
            <a:ext cx="399093" cy="142414"/>
          </a:xfrm>
          <a:custGeom>
            <a:avLst/>
            <a:gdLst/>
            <a:ahLst/>
            <a:cxnLst/>
            <a:rect l="l" t="t" r="r" b="b"/>
            <a:pathLst>
              <a:path w="5731" h="2045" extrusionOk="0">
                <a:moveTo>
                  <a:pt x="2617" y="1"/>
                </a:moveTo>
                <a:cubicBezTo>
                  <a:pt x="509" y="1"/>
                  <a:pt x="1" y="1807"/>
                  <a:pt x="2553" y="2027"/>
                </a:cubicBezTo>
                <a:cubicBezTo>
                  <a:pt x="2694" y="2039"/>
                  <a:pt x="2830" y="2044"/>
                  <a:pt x="2961" y="2044"/>
                </a:cubicBezTo>
                <a:cubicBezTo>
                  <a:pt x="5156" y="2044"/>
                  <a:pt x="5731" y="429"/>
                  <a:pt x="3248" y="51"/>
                </a:cubicBezTo>
                <a:cubicBezTo>
                  <a:pt x="3024" y="16"/>
                  <a:pt x="2814" y="1"/>
                  <a:pt x="26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0" name="Google Shape;310;p9"/>
          <p:cNvGrpSpPr/>
          <p:nvPr/>
        </p:nvGrpSpPr>
        <p:grpSpPr>
          <a:xfrm>
            <a:off x="8077895" y="184143"/>
            <a:ext cx="810589" cy="855444"/>
            <a:chOff x="8069170" y="237118"/>
            <a:chExt cx="810589" cy="855444"/>
          </a:xfrm>
        </p:grpSpPr>
        <p:sp>
          <p:nvSpPr>
            <p:cNvPr id="311" name="Google Shape;311;p9"/>
            <p:cNvSpPr/>
            <p:nvPr/>
          </p:nvSpPr>
          <p:spPr>
            <a:xfrm>
              <a:off x="8069170" y="386354"/>
              <a:ext cx="131127" cy="121661"/>
            </a:xfrm>
            <a:custGeom>
              <a:avLst/>
              <a:gdLst/>
              <a:ahLst/>
              <a:cxnLst/>
              <a:rect l="l" t="t" r="r" b="b"/>
              <a:pathLst>
                <a:path w="1883" h="1747" extrusionOk="0">
                  <a:moveTo>
                    <a:pt x="1619" y="1"/>
                  </a:moveTo>
                  <a:cubicBezTo>
                    <a:pt x="1284" y="1"/>
                    <a:pt x="994" y="267"/>
                    <a:pt x="761" y="488"/>
                  </a:cubicBezTo>
                  <a:cubicBezTo>
                    <a:pt x="480" y="768"/>
                    <a:pt x="173" y="1089"/>
                    <a:pt x="40" y="1476"/>
                  </a:cubicBezTo>
                  <a:cubicBezTo>
                    <a:pt x="1" y="1622"/>
                    <a:pt x="118" y="1747"/>
                    <a:pt x="251" y="1747"/>
                  </a:cubicBezTo>
                  <a:cubicBezTo>
                    <a:pt x="301" y="1747"/>
                    <a:pt x="353" y="1729"/>
                    <a:pt x="400" y="1690"/>
                  </a:cubicBezTo>
                  <a:cubicBezTo>
                    <a:pt x="654" y="1449"/>
                    <a:pt x="854" y="1142"/>
                    <a:pt x="1121" y="888"/>
                  </a:cubicBezTo>
                  <a:cubicBezTo>
                    <a:pt x="1348" y="675"/>
                    <a:pt x="1682" y="528"/>
                    <a:pt x="1842" y="261"/>
                  </a:cubicBezTo>
                  <a:cubicBezTo>
                    <a:pt x="1882" y="141"/>
                    <a:pt x="1815" y="21"/>
                    <a:pt x="1709" y="7"/>
                  </a:cubicBezTo>
                  <a:cubicBezTo>
                    <a:pt x="1678" y="3"/>
                    <a:pt x="1649" y="1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8269520" y="353902"/>
              <a:ext cx="113300" cy="128347"/>
            </a:xfrm>
            <a:custGeom>
              <a:avLst/>
              <a:gdLst/>
              <a:ahLst/>
              <a:cxnLst/>
              <a:rect l="l" t="t" r="r" b="b"/>
              <a:pathLst>
                <a:path w="1627" h="1843" extrusionOk="0">
                  <a:moveTo>
                    <a:pt x="1344" y="0"/>
                  </a:moveTo>
                  <a:cubicBezTo>
                    <a:pt x="1290" y="0"/>
                    <a:pt x="1236" y="18"/>
                    <a:pt x="1195" y="59"/>
                  </a:cubicBezTo>
                  <a:cubicBezTo>
                    <a:pt x="941" y="326"/>
                    <a:pt x="728" y="647"/>
                    <a:pt x="501" y="927"/>
                  </a:cubicBezTo>
                  <a:cubicBezTo>
                    <a:pt x="314" y="1154"/>
                    <a:pt x="73" y="1408"/>
                    <a:pt x="20" y="1702"/>
                  </a:cubicBezTo>
                  <a:cubicBezTo>
                    <a:pt x="0" y="1790"/>
                    <a:pt x="75" y="1842"/>
                    <a:pt x="148" y="1842"/>
                  </a:cubicBezTo>
                  <a:cubicBezTo>
                    <a:pt x="174" y="1842"/>
                    <a:pt x="199" y="1836"/>
                    <a:pt x="220" y="1822"/>
                  </a:cubicBezTo>
                  <a:cubicBezTo>
                    <a:pt x="487" y="1621"/>
                    <a:pt x="728" y="1381"/>
                    <a:pt x="941" y="1127"/>
                  </a:cubicBezTo>
                  <a:cubicBezTo>
                    <a:pt x="1182" y="874"/>
                    <a:pt x="1462" y="633"/>
                    <a:pt x="1569" y="273"/>
                  </a:cubicBezTo>
                  <a:cubicBezTo>
                    <a:pt x="1626" y="119"/>
                    <a:pt x="1484" y="0"/>
                    <a:pt x="1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8090619" y="539281"/>
              <a:ext cx="105919" cy="89348"/>
            </a:xfrm>
            <a:custGeom>
              <a:avLst/>
              <a:gdLst/>
              <a:ahLst/>
              <a:cxnLst/>
              <a:rect l="l" t="t" r="r" b="b"/>
              <a:pathLst>
                <a:path w="1521" h="1283" extrusionOk="0">
                  <a:moveTo>
                    <a:pt x="1275" y="1"/>
                  </a:moveTo>
                  <a:cubicBezTo>
                    <a:pt x="975" y="1"/>
                    <a:pt x="1" y="1070"/>
                    <a:pt x="346" y="1283"/>
                  </a:cubicBezTo>
                  <a:cubicBezTo>
                    <a:pt x="359" y="1283"/>
                    <a:pt x="385" y="1283"/>
                    <a:pt x="373" y="1258"/>
                  </a:cubicBezTo>
                  <a:lnTo>
                    <a:pt x="373" y="1258"/>
                  </a:lnTo>
                  <a:cubicBezTo>
                    <a:pt x="374" y="1258"/>
                    <a:pt x="375" y="1258"/>
                    <a:pt x="376" y="1258"/>
                  </a:cubicBezTo>
                  <a:cubicBezTo>
                    <a:pt x="405" y="1258"/>
                    <a:pt x="640" y="1082"/>
                    <a:pt x="653" y="1069"/>
                  </a:cubicBezTo>
                  <a:cubicBezTo>
                    <a:pt x="786" y="949"/>
                    <a:pt x="907" y="829"/>
                    <a:pt x="1040" y="709"/>
                  </a:cubicBezTo>
                  <a:cubicBezTo>
                    <a:pt x="1187" y="602"/>
                    <a:pt x="1307" y="482"/>
                    <a:pt x="1427" y="348"/>
                  </a:cubicBezTo>
                  <a:cubicBezTo>
                    <a:pt x="1521" y="201"/>
                    <a:pt x="1481" y="1"/>
                    <a:pt x="1280" y="1"/>
                  </a:cubicBezTo>
                  <a:cubicBezTo>
                    <a:pt x="1279" y="1"/>
                    <a:pt x="1277" y="1"/>
                    <a:pt x="1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8270912" y="519364"/>
              <a:ext cx="96587" cy="115115"/>
            </a:xfrm>
            <a:custGeom>
              <a:avLst/>
              <a:gdLst/>
              <a:ahLst/>
              <a:cxnLst/>
              <a:rect l="l" t="t" r="r" b="b"/>
              <a:pathLst>
                <a:path w="1387" h="1653" extrusionOk="0">
                  <a:moveTo>
                    <a:pt x="1120" y="1"/>
                  </a:moveTo>
                  <a:cubicBezTo>
                    <a:pt x="1064" y="1"/>
                    <a:pt x="1007" y="26"/>
                    <a:pt x="961" y="87"/>
                  </a:cubicBezTo>
                  <a:cubicBezTo>
                    <a:pt x="614" y="527"/>
                    <a:pt x="307" y="1008"/>
                    <a:pt x="40" y="1502"/>
                  </a:cubicBezTo>
                  <a:cubicBezTo>
                    <a:pt x="1" y="1581"/>
                    <a:pt x="63" y="1652"/>
                    <a:pt x="130" y="1652"/>
                  </a:cubicBezTo>
                  <a:cubicBezTo>
                    <a:pt x="155" y="1652"/>
                    <a:pt x="179" y="1643"/>
                    <a:pt x="200" y="1622"/>
                  </a:cubicBezTo>
                  <a:cubicBezTo>
                    <a:pt x="587" y="1208"/>
                    <a:pt x="948" y="768"/>
                    <a:pt x="1282" y="314"/>
                  </a:cubicBezTo>
                  <a:cubicBezTo>
                    <a:pt x="1387" y="161"/>
                    <a:pt x="1259" y="1"/>
                    <a:pt x="1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8475440" y="434405"/>
              <a:ext cx="100278" cy="114210"/>
            </a:xfrm>
            <a:custGeom>
              <a:avLst/>
              <a:gdLst/>
              <a:ahLst/>
              <a:cxnLst/>
              <a:rect l="l" t="t" r="r" b="b"/>
              <a:pathLst>
                <a:path w="1440" h="1640" extrusionOk="0">
                  <a:moveTo>
                    <a:pt x="1171" y="1"/>
                  </a:moveTo>
                  <a:cubicBezTo>
                    <a:pt x="1132" y="1"/>
                    <a:pt x="1091" y="16"/>
                    <a:pt x="1055" y="52"/>
                  </a:cubicBezTo>
                  <a:cubicBezTo>
                    <a:pt x="615" y="465"/>
                    <a:pt x="268" y="973"/>
                    <a:pt x="27" y="1534"/>
                  </a:cubicBezTo>
                  <a:cubicBezTo>
                    <a:pt x="1" y="1595"/>
                    <a:pt x="56" y="1639"/>
                    <a:pt x="111" y="1639"/>
                  </a:cubicBezTo>
                  <a:cubicBezTo>
                    <a:pt x="140" y="1639"/>
                    <a:pt x="169" y="1628"/>
                    <a:pt x="187" y="1600"/>
                  </a:cubicBezTo>
                  <a:cubicBezTo>
                    <a:pt x="495" y="1106"/>
                    <a:pt x="1015" y="799"/>
                    <a:pt x="1336" y="319"/>
                  </a:cubicBezTo>
                  <a:cubicBezTo>
                    <a:pt x="1439" y="184"/>
                    <a:pt x="1310" y="1"/>
                    <a:pt x="1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8343824" y="621315"/>
              <a:ext cx="71239" cy="83847"/>
            </a:xfrm>
            <a:custGeom>
              <a:avLst/>
              <a:gdLst/>
              <a:ahLst/>
              <a:cxnLst/>
              <a:rect l="l" t="t" r="r" b="b"/>
              <a:pathLst>
                <a:path w="1023" h="1204" extrusionOk="0">
                  <a:moveTo>
                    <a:pt x="866" y="1"/>
                  </a:moveTo>
                  <a:cubicBezTo>
                    <a:pt x="847" y="1"/>
                    <a:pt x="828" y="4"/>
                    <a:pt x="809" y="11"/>
                  </a:cubicBezTo>
                  <a:cubicBezTo>
                    <a:pt x="622" y="65"/>
                    <a:pt x="555" y="252"/>
                    <a:pt x="448" y="398"/>
                  </a:cubicBezTo>
                  <a:cubicBezTo>
                    <a:pt x="302" y="612"/>
                    <a:pt x="168" y="826"/>
                    <a:pt x="48" y="1039"/>
                  </a:cubicBezTo>
                  <a:cubicBezTo>
                    <a:pt x="0" y="1125"/>
                    <a:pt x="68" y="1203"/>
                    <a:pt x="144" y="1203"/>
                  </a:cubicBezTo>
                  <a:cubicBezTo>
                    <a:pt x="175" y="1203"/>
                    <a:pt x="208" y="1190"/>
                    <a:pt x="235" y="1160"/>
                  </a:cubicBezTo>
                  <a:cubicBezTo>
                    <a:pt x="368" y="986"/>
                    <a:pt x="529" y="826"/>
                    <a:pt x="675" y="666"/>
                  </a:cubicBezTo>
                  <a:cubicBezTo>
                    <a:pt x="836" y="492"/>
                    <a:pt x="1009" y="372"/>
                    <a:pt x="1023" y="158"/>
                  </a:cubicBezTo>
                  <a:cubicBezTo>
                    <a:pt x="1023" y="70"/>
                    <a:pt x="951" y="1"/>
                    <a:pt x="8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8094936" y="676608"/>
              <a:ext cx="111629" cy="122149"/>
            </a:xfrm>
            <a:custGeom>
              <a:avLst/>
              <a:gdLst/>
              <a:ahLst/>
              <a:cxnLst/>
              <a:rect l="l" t="t" r="r" b="b"/>
              <a:pathLst>
                <a:path w="1603" h="1754" extrusionOk="0">
                  <a:moveTo>
                    <a:pt x="1439" y="1"/>
                  </a:moveTo>
                  <a:cubicBezTo>
                    <a:pt x="1428" y="1"/>
                    <a:pt x="1417" y="2"/>
                    <a:pt x="1405" y="5"/>
                  </a:cubicBezTo>
                  <a:cubicBezTo>
                    <a:pt x="1085" y="112"/>
                    <a:pt x="911" y="419"/>
                    <a:pt x="711" y="686"/>
                  </a:cubicBezTo>
                  <a:cubicBezTo>
                    <a:pt x="484" y="980"/>
                    <a:pt x="297" y="1287"/>
                    <a:pt x="70" y="1567"/>
                  </a:cubicBezTo>
                  <a:cubicBezTo>
                    <a:pt x="1" y="1657"/>
                    <a:pt x="79" y="1753"/>
                    <a:pt x="162" y="1753"/>
                  </a:cubicBezTo>
                  <a:cubicBezTo>
                    <a:pt x="190" y="1753"/>
                    <a:pt x="220" y="1742"/>
                    <a:pt x="244" y="1714"/>
                  </a:cubicBezTo>
                  <a:cubicBezTo>
                    <a:pt x="497" y="1474"/>
                    <a:pt x="738" y="1220"/>
                    <a:pt x="965" y="953"/>
                  </a:cubicBezTo>
                  <a:cubicBezTo>
                    <a:pt x="1178" y="713"/>
                    <a:pt x="1472" y="499"/>
                    <a:pt x="1579" y="192"/>
                  </a:cubicBezTo>
                  <a:cubicBezTo>
                    <a:pt x="1603" y="96"/>
                    <a:pt x="1531" y="1"/>
                    <a:pt x="14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8211720" y="795760"/>
              <a:ext cx="95473" cy="122079"/>
            </a:xfrm>
            <a:custGeom>
              <a:avLst/>
              <a:gdLst/>
              <a:ahLst/>
              <a:cxnLst/>
              <a:rect l="l" t="t" r="r" b="b"/>
              <a:pathLst>
                <a:path w="1371" h="1753" extrusionOk="0">
                  <a:moveTo>
                    <a:pt x="1184" y="1"/>
                  </a:moveTo>
                  <a:cubicBezTo>
                    <a:pt x="1175" y="1"/>
                    <a:pt x="1166" y="1"/>
                    <a:pt x="1157" y="3"/>
                  </a:cubicBezTo>
                  <a:cubicBezTo>
                    <a:pt x="877" y="43"/>
                    <a:pt x="636" y="497"/>
                    <a:pt x="476" y="711"/>
                  </a:cubicBezTo>
                  <a:cubicBezTo>
                    <a:pt x="249" y="978"/>
                    <a:pt x="102" y="1285"/>
                    <a:pt x="9" y="1619"/>
                  </a:cubicBezTo>
                  <a:cubicBezTo>
                    <a:pt x="1" y="1701"/>
                    <a:pt x="63" y="1752"/>
                    <a:pt x="124" y="1752"/>
                  </a:cubicBezTo>
                  <a:cubicBezTo>
                    <a:pt x="163" y="1752"/>
                    <a:pt x="202" y="1732"/>
                    <a:pt x="222" y="1685"/>
                  </a:cubicBezTo>
                  <a:cubicBezTo>
                    <a:pt x="396" y="1352"/>
                    <a:pt x="623" y="1058"/>
                    <a:pt x="903" y="791"/>
                  </a:cubicBezTo>
                  <a:cubicBezTo>
                    <a:pt x="1090" y="604"/>
                    <a:pt x="1371" y="404"/>
                    <a:pt x="1331" y="110"/>
                  </a:cubicBezTo>
                  <a:cubicBezTo>
                    <a:pt x="1331" y="40"/>
                    <a:pt x="1249" y="1"/>
                    <a:pt x="1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8395287" y="680369"/>
              <a:ext cx="106476" cy="126048"/>
            </a:xfrm>
            <a:custGeom>
              <a:avLst/>
              <a:gdLst/>
              <a:ahLst/>
              <a:cxnLst/>
              <a:rect l="l" t="t" r="r" b="b"/>
              <a:pathLst>
                <a:path w="1529" h="1810" extrusionOk="0">
                  <a:moveTo>
                    <a:pt x="1311" y="0"/>
                  </a:moveTo>
                  <a:cubicBezTo>
                    <a:pt x="1285" y="0"/>
                    <a:pt x="1258" y="6"/>
                    <a:pt x="1232" y="18"/>
                  </a:cubicBezTo>
                  <a:cubicBezTo>
                    <a:pt x="724" y="392"/>
                    <a:pt x="337" y="1019"/>
                    <a:pt x="57" y="1580"/>
                  </a:cubicBezTo>
                  <a:cubicBezTo>
                    <a:pt x="1" y="1701"/>
                    <a:pt x="94" y="1809"/>
                    <a:pt x="192" y="1809"/>
                  </a:cubicBezTo>
                  <a:cubicBezTo>
                    <a:pt x="235" y="1809"/>
                    <a:pt x="278" y="1789"/>
                    <a:pt x="310" y="1740"/>
                  </a:cubicBezTo>
                  <a:cubicBezTo>
                    <a:pt x="657" y="1206"/>
                    <a:pt x="1205" y="806"/>
                    <a:pt x="1485" y="245"/>
                  </a:cubicBezTo>
                  <a:cubicBezTo>
                    <a:pt x="1529" y="114"/>
                    <a:pt x="1429" y="0"/>
                    <a:pt x="1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8598282" y="481550"/>
              <a:ext cx="91573" cy="94223"/>
            </a:xfrm>
            <a:custGeom>
              <a:avLst/>
              <a:gdLst/>
              <a:ahLst/>
              <a:cxnLst/>
              <a:rect l="l" t="t" r="r" b="b"/>
              <a:pathLst>
                <a:path w="1315" h="1353" extrusionOk="0">
                  <a:moveTo>
                    <a:pt x="1144" y="1"/>
                  </a:moveTo>
                  <a:cubicBezTo>
                    <a:pt x="1124" y="1"/>
                    <a:pt x="1103" y="5"/>
                    <a:pt x="1080" y="15"/>
                  </a:cubicBezTo>
                  <a:cubicBezTo>
                    <a:pt x="773" y="122"/>
                    <a:pt x="600" y="389"/>
                    <a:pt x="413" y="630"/>
                  </a:cubicBezTo>
                  <a:cubicBezTo>
                    <a:pt x="333" y="736"/>
                    <a:pt x="253" y="843"/>
                    <a:pt x="186" y="937"/>
                  </a:cubicBezTo>
                  <a:cubicBezTo>
                    <a:pt x="106" y="1030"/>
                    <a:pt x="12" y="1097"/>
                    <a:pt x="12" y="1217"/>
                  </a:cubicBezTo>
                  <a:cubicBezTo>
                    <a:pt x="0" y="1290"/>
                    <a:pt x="55" y="1352"/>
                    <a:pt x="115" y="1352"/>
                  </a:cubicBezTo>
                  <a:cubicBezTo>
                    <a:pt x="121" y="1352"/>
                    <a:pt x="127" y="1352"/>
                    <a:pt x="132" y="1351"/>
                  </a:cubicBezTo>
                  <a:cubicBezTo>
                    <a:pt x="346" y="1337"/>
                    <a:pt x="546" y="1070"/>
                    <a:pt x="680" y="937"/>
                  </a:cubicBezTo>
                  <a:cubicBezTo>
                    <a:pt x="894" y="723"/>
                    <a:pt x="1161" y="523"/>
                    <a:pt x="1281" y="242"/>
                  </a:cubicBezTo>
                  <a:cubicBezTo>
                    <a:pt x="1315" y="141"/>
                    <a:pt x="1253" y="1"/>
                    <a:pt x="1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8619940" y="645201"/>
              <a:ext cx="89832" cy="110170"/>
            </a:xfrm>
            <a:custGeom>
              <a:avLst/>
              <a:gdLst/>
              <a:ahLst/>
              <a:cxnLst/>
              <a:rect l="l" t="t" r="r" b="b"/>
              <a:pathLst>
                <a:path w="1290" h="1582" extrusionOk="0">
                  <a:moveTo>
                    <a:pt x="1108" y="1"/>
                  </a:moveTo>
                  <a:cubicBezTo>
                    <a:pt x="1102" y="1"/>
                    <a:pt x="1096" y="1"/>
                    <a:pt x="1090" y="2"/>
                  </a:cubicBezTo>
                  <a:cubicBezTo>
                    <a:pt x="810" y="42"/>
                    <a:pt x="663" y="296"/>
                    <a:pt x="516" y="523"/>
                  </a:cubicBezTo>
                  <a:cubicBezTo>
                    <a:pt x="342" y="803"/>
                    <a:pt x="209" y="1110"/>
                    <a:pt x="48" y="1404"/>
                  </a:cubicBezTo>
                  <a:cubicBezTo>
                    <a:pt x="1" y="1499"/>
                    <a:pt x="96" y="1581"/>
                    <a:pt x="184" y="1581"/>
                  </a:cubicBezTo>
                  <a:cubicBezTo>
                    <a:pt x="219" y="1581"/>
                    <a:pt x="253" y="1568"/>
                    <a:pt x="275" y="1538"/>
                  </a:cubicBezTo>
                  <a:cubicBezTo>
                    <a:pt x="449" y="1297"/>
                    <a:pt x="623" y="1057"/>
                    <a:pt x="796" y="830"/>
                  </a:cubicBezTo>
                  <a:cubicBezTo>
                    <a:pt x="956" y="630"/>
                    <a:pt x="1210" y="456"/>
                    <a:pt x="1277" y="202"/>
                  </a:cubicBezTo>
                  <a:cubicBezTo>
                    <a:pt x="1289" y="102"/>
                    <a:pt x="1207" y="1"/>
                    <a:pt x="1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8440551" y="828142"/>
              <a:ext cx="93523" cy="106480"/>
            </a:xfrm>
            <a:custGeom>
              <a:avLst/>
              <a:gdLst/>
              <a:ahLst/>
              <a:cxnLst/>
              <a:rect l="l" t="t" r="r" b="b"/>
              <a:pathLst>
                <a:path w="1343" h="1529" extrusionOk="0">
                  <a:moveTo>
                    <a:pt x="1107" y="1"/>
                  </a:moveTo>
                  <a:cubicBezTo>
                    <a:pt x="1058" y="1"/>
                    <a:pt x="1008" y="22"/>
                    <a:pt x="969" y="72"/>
                  </a:cubicBezTo>
                  <a:cubicBezTo>
                    <a:pt x="849" y="232"/>
                    <a:pt x="728" y="406"/>
                    <a:pt x="622" y="593"/>
                  </a:cubicBezTo>
                  <a:cubicBezTo>
                    <a:pt x="461" y="847"/>
                    <a:pt x="274" y="1087"/>
                    <a:pt x="74" y="1314"/>
                  </a:cubicBezTo>
                  <a:cubicBezTo>
                    <a:pt x="0" y="1409"/>
                    <a:pt x="93" y="1529"/>
                    <a:pt x="188" y="1529"/>
                  </a:cubicBezTo>
                  <a:cubicBezTo>
                    <a:pt x="213" y="1529"/>
                    <a:pt x="239" y="1520"/>
                    <a:pt x="261" y="1501"/>
                  </a:cubicBezTo>
                  <a:cubicBezTo>
                    <a:pt x="461" y="1314"/>
                    <a:pt x="648" y="1127"/>
                    <a:pt x="822" y="927"/>
                  </a:cubicBezTo>
                  <a:cubicBezTo>
                    <a:pt x="1009" y="740"/>
                    <a:pt x="1169" y="513"/>
                    <a:pt x="1276" y="259"/>
                  </a:cubicBezTo>
                  <a:cubicBezTo>
                    <a:pt x="1342" y="127"/>
                    <a:pt x="1227" y="1"/>
                    <a:pt x="1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8240898" y="926472"/>
              <a:ext cx="90111" cy="105017"/>
            </a:xfrm>
            <a:custGeom>
              <a:avLst/>
              <a:gdLst/>
              <a:ahLst/>
              <a:cxnLst/>
              <a:rect l="l" t="t" r="r" b="b"/>
              <a:pathLst>
                <a:path w="1294" h="1508" extrusionOk="0">
                  <a:moveTo>
                    <a:pt x="1045" y="0"/>
                  </a:moveTo>
                  <a:cubicBezTo>
                    <a:pt x="998" y="0"/>
                    <a:pt x="951" y="22"/>
                    <a:pt x="912" y="76"/>
                  </a:cubicBezTo>
                  <a:cubicBezTo>
                    <a:pt x="578" y="476"/>
                    <a:pt x="284" y="903"/>
                    <a:pt x="30" y="1357"/>
                  </a:cubicBezTo>
                  <a:cubicBezTo>
                    <a:pt x="1" y="1436"/>
                    <a:pt x="58" y="1508"/>
                    <a:pt x="128" y="1508"/>
                  </a:cubicBezTo>
                  <a:cubicBezTo>
                    <a:pt x="153" y="1508"/>
                    <a:pt x="179" y="1499"/>
                    <a:pt x="204" y="1478"/>
                  </a:cubicBezTo>
                  <a:cubicBezTo>
                    <a:pt x="591" y="1144"/>
                    <a:pt x="925" y="743"/>
                    <a:pt x="1205" y="316"/>
                  </a:cubicBezTo>
                  <a:cubicBezTo>
                    <a:pt x="1294" y="169"/>
                    <a:pt x="1173" y="0"/>
                    <a:pt x="10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8451067" y="964216"/>
              <a:ext cx="104944" cy="128347"/>
            </a:xfrm>
            <a:custGeom>
              <a:avLst/>
              <a:gdLst/>
              <a:ahLst/>
              <a:cxnLst/>
              <a:rect l="l" t="t" r="r" b="b"/>
              <a:pathLst>
                <a:path w="1507" h="1843" extrusionOk="0">
                  <a:moveTo>
                    <a:pt x="1310" y="1"/>
                  </a:moveTo>
                  <a:cubicBezTo>
                    <a:pt x="1279" y="1"/>
                    <a:pt x="1247" y="13"/>
                    <a:pt x="1218" y="41"/>
                  </a:cubicBezTo>
                  <a:cubicBezTo>
                    <a:pt x="738" y="508"/>
                    <a:pt x="471" y="1122"/>
                    <a:pt x="70" y="1643"/>
                  </a:cubicBezTo>
                  <a:cubicBezTo>
                    <a:pt x="0" y="1743"/>
                    <a:pt x="87" y="1842"/>
                    <a:pt x="179" y="1842"/>
                  </a:cubicBezTo>
                  <a:cubicBezTo>
                    <a:pt x="211" y="1842"/>
                    <a:pt x="243" y="1831"/>
                    <a:pt x="270" y="1803"/>
                  </a:cubicBezTo>
                  <a:cubicBezTo>
                    <a:pt x="724" y="1323"/>
                    <a:pt x="1112" y="789"/>
                    <a:pt x="1445" y="228"/>
                  </a:cubicBezTo>
                  <a:cubicBezTo>
                    <a:pt x="1507" y="126"/>
                    <a:pt x="1412" y="1"/>
                    <a:pt x="1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8657684" y="811916"/>
              <a:ext cx="79944" cy="89418"/>
            </a:xfrm>
            <a:custGeom>
              <a:avLst/>
              <a:gdLst/>
              <a:ahLst/>
              <a:cxnLst/>
              <a:rect l="l" t="t" r="r" b="b"/>
              <a:pathLst>
                <a:path w="1148" h="1284" extrusionOk="0">
                  <a:moveTo>
                    <a:pt x="911" y="0"/>
                  </a:moveTo>
                  <a:cubicBezTo>
                    <a:pt x="865" y="0"/>
                    <a:pt x="818" y="16"/>
                    <a:pt x="775" y="52"/>
                  </a:cubicBezTo>
                  <a:cubicBezTo>
                    <a:pt x="628" y="198"/>
                    <a:pt x="495" y="372"/>
                    <a:pt x="388" y="572"/>
                  </a:cubicBezTo>
                  <a:cubicBezTo>
                    <a:pt x="281" y="732"/>
                    <a:pt x="174" y="893"/>
                    <a:pt x="67" y="1053"/>
                  </a:cubicBezTo>
                  <a:cubicBezTo>
                    <a:pt x="1" y="1163"/>
                    <a:pt x="90" y="1283"/>
                    <a:pt x="206" y="1283"/>
                  </a:cubicBezTo>
                  <a:cubicBezTo>
                    <a:pt x="230" y="1283"/>
                    <a:pt x="256" y="1278"/>
                    <a:pt x="281" y="1267"/>
                  </a:cubicBezTo>
                  <a:cubicBezTo>
                    <a:pt x="655" y="1026"/>
                    <a:pt x="949" y="679"/>
                    <a:pt x="1109" y="265"/>
                  </a:cubicBezTo>
                  <a:cubicBezTo>
                    <a:pt x="1148" y="118"/>
                    <a:pt x="1036" y="0"/>
                    <a:pt x="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8807128" y="648056"/>
              <a:ext cx="72632" cy="89348"/>
            </a:xfrm>
            <a:custGeom>
              <a:avLst/>
              <a:gdLst/>
              <a:ahLst/>
              <a:cxnLst/>
              <a:rect l="l" t="t" r="r" b="b"/>
              <a:pathLst>
                <a:path w="1043" h="1283" extrusionOk="0">
                  <a:moveTo>
                    <a:pt x="755" y="1"/>
                  </a:moveTo>
                  <a:cubicBezTo>
                    <a:pt x="695" y="1"/>
                    <a:pt x="635" y="28"/>
                    <a:pt x="592" y="95"/>
                  </a:cubicBezTo>
                  <a:cubicBezTo>
                    <a:pt x="378" y="402"/>
                    <a:pt x="191" y="736"/>
                    <a:pt x="44" y="1096"/>
                  </a:cubicBezTo>
                  <a:cubicBezTo>
                    <a:pt x="1" y="1200"/>
                    <a:pt x="99" y="1282"/>
                    <a:pt x="198" y="1282"/>
                  </a:cubicBezTo>
                  <a:cubicBezTo>
                    <a:pt x="252" y="1282"/>
                    <a:pt x="305" y="1259"/>
                    <a:pt x="338" y="1203"/>
                  </a:cubicBezTo>
                  <a:cubicBezTo>
                    <a:pt x="498" y="882"/>
                    <a:pt x="739" y="615"/>
                    <a:pt x="939" y="322"/>
                  </a:cubicBezTo>
                  <a:cubicBezTo>
                    <a:pt x="1043" y="161"/>
                    <a:pt x="900" y="1"/>
                    <a:pt x="7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8768896" y="456062"/>
              <a:ext cx="77298" cy="91994"/>
            </a:xfrm>
            <a:custGeom>
              <a:avLst/>
              <a:gdLst/>
              <a:ahLst/>
              <a:cxnLst/>
              <a:rect l="l" t="t" r="r" b="b"/>
              <a:pathLst>
                <a:path w="1110" h="1321" extrusionOk="0">
                  <a:moveTo>
                    <a:pt x="860" y="0"/>
                  </a:moveTo>
                  <a:cubicBezTo>
                    <a:pt x="802" y="0"/>
                    <a:pt x="749" y="30"/>
                    <a:pt x="727" y="101"/>
                  </a:cubicBezTo>
                  <a:cubicBezTo>
                    <a:pt x="593" y="515"/>
                    <a:pt x="406" y="929"/>
                    <a:pt x="59" y="1196"/>
                  </a:cubicBezTo>
                  <a:cubicBezTo>
                    <a:pt x="0" y="1243"/>
                    <a:pt x="45" y="1321"/>
                    <a:pt x="111" y="1321"/>
                  </a:cubicBezTo>
                  <a:cubicBezTo>
                    <a:pt x="120" y="1321"/>
                    <a:pt x="130" y="1319"/>
                    <a:pt x="139" y="1316"/>
                  </a:cubicBezTo>
                  <a:cubicBezTo>
                    <a:pt x="580" y="1116"/>
                    <a:pt x="860" y="689"/>
                    <a:pt x="1047" y="261"/>
                  </a:cubicBezTo>
                  <a:cubicBezTo>
                    <a:pt x="1110" y="119"/>
                    <a:pt x="976" y="0"/>
                    <a:pt x="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8662698" y="266366"/>
              <a:ext cx="100278" cy="117483"/>
            </a:xfrm>
            <a:custGeom>
              <a:avLst/>
              <a:gdLst/>
              <a:ahLst/>
              <a:cxnLst/>
              <a:rect l="l" t="t" r="r" b="b"/>
              <a:pathLst>
                <a:path w="1440" h="1687" extrusionOk="0">
                  <a:moveTo>
                    <a:pt x="1196" y="1"/>
                  </a:moveTo>
                  <a:cubicBezTo>
                    <a:pt x="1143" y="1"/>
                    <a:pt x="1090" y="23"/>
                    <a:pt x="1050" y="75"/>
                  </a:cubicBezTo>
                  <a:cubicBezTo>
                    <a:pt x="877" y="288"/>
                    <a:pt x="716" y="502"/>
                    <a:pt x="583" y="729"/>
                  </a:cubicBezTo>
                  <a:cubicBezTo>
                    <a:pt x="396" y="969"/>
                    <a:pt x="236" y="1223"/>
                    <a:pt x="75" y="1477"/>
                  </a:cubicBezTo>
                  <a:cubicBezTo>
                    <a:pt x="1" y="1588"/>
                    <a:pt x="101" y="1687"/>
                    <a:pt x="205" y="1687"/>
                  </a:cubicBezTo>
                  <a:cubicBezTo>
                    <a:pt x="251" y="1687"/>
                    <a:pt x="297" y="1668"/>
                    <a:pt x="329" y="1623"/>
                  </a:cubicBezTo>
                  <a:cubicBezTo>
                    <a:pt x="663" y="1196"/>
                    <a:pt x="1210" y="796"/>
                    <a:pt x="1384" y="261"/>
                  </a:cubicBezTo>
                  <a:cubicBezTo>
                    <a:pt x="1440" y="121"/>
                    <a:pt x="1319" y="1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8452181" y="237118"/>
              <a:ext cx="88440" cy="95476"/>
            </a:xfrm>
            <a:custGeom>
              <a:avLst/>
              <a:gdLst/>
              <a:ahLst/>
              <a:cxnLst/>
              <a:rect l="l" t="t" r="r" b="b"/>
              <a:pathLst>
                <a:path w="1270" h="1371" extrusionOk="0">
                  <a:moveTo>
                    <a:pt x="1039" y="1"/>
                  </a:moveTo>
                  <a:cubicBezTo>
                    <a:pt x="779" y="1"/>
                    <a:pt x="511" y="322"/>
                    <a:pt x="361" y="495"/>
                  </a:cubicBezTo>
                  <a:cubicBezTo>
                    <a:pt x="148" y="722"/>
                    <a:pt x="1" y="1029"/>
                    <a:pt x="121" y="1336"/>
                  </a:cubicBezTo>
                  <a:cubicBezTo>
                    <a:pt x="128" y="1357"/>
                    <a:pt x="147" y="1371"/>
                    <a:pt x="164" y="1371"/>
                  </a:cubicBezTo>
                  <a:cubicBezTo>
                    <a:pt x="180" y="1371"/>
                    <a:pt x="195" y="1361"/>
                    <a:pt x="201" y="1336"/>
                  </a:cubicBezTo>
                  <a:cubicBezTo>
                    <a:pt x="294" y="1082"/>
                    <a:pt x="468" y="868"/>
                    <a:pt x="682" y="708"/>
                  </a:cubicBezTo>
                  <a:cubicBezTo>
                    <a:pt x="855" y="561"/>
                    <a:pt x="1229" y="454"/>
                    <a:pt x="1269" y="201"/>
                  </a:cubicBezTo>
                  <a:cubicBezTo>
                    <a:pt x="1269" y="134"/>
                    <a:pt x="1229" y="54"/>
                    <a:pt x="1162" y="27"/>
                  </a:cubicBezTo>
                  <a:cubicBezTo>
                    <a:pt x="1122" y="9"/>
                    <a:pt x="1080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" name="Google Shape;330;p9"/>
          <p:cNvSpPr/>
          <p:nvPr/>
        </p:nvSpPr>
        <p:spPr>
          <a:xfrm>
            <a:off x="0" y="3546750"/>
            <a:ext cx="2774864" cy="1608217"/>
          </a:xfrm>
          <a:custGeom>
            <a:avLst/>
            <a:gdLst/>
            <a:ahLst/>
            <a:cxnLst/>
            <a:rect l="l" t="t" r="r" b="b"/>
            <a:pathLst>
              <a:path w="40325" h="23371" extrusionOk="0">
                <a:moveTo>
                  <a:pt x="7637" y="1"/>
                </a:moveTo>
                <a:cubicBezTo>
                  <a:pt x="5234" y="1"/>
                  <a:pt x="2550" y="1311"/>
                  <a:pt x="1" y="4811"/>
                </a:cubicBezTo>
                <a:lnTo>
                  <a:pt x="1" y="23371"/>
                </a:lnTo>
                <a:lnTo>
                  <a:pt x="40324" y="23371"/>
                </a:lnTo>
                <a:cubicBezTo>
                  <a:pt x="40324" y="23371"/>
                  <a:pt x="40324" y="18083"/>
                  <a:pt x="30617" y="15880"/>
                </a:cubicBezTo>
                <a:cubicBezTo>
                  <a:pt x="24075" y="14398"/>
                  <a:pt x="16558" y="11260"/>
                  <a:pt x="15262" y="6267"/>
                </a:cubicBezTo>
                <a:cubicBezTo>
                  <a:pt x="14480" y="3218"/>
                  <a:pt x="11404" y="1"/>
                  <a:pt x="763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"/>
          <p:cNvSpPr/>
          <p:nvPr/>
        </p:nvSpPr>
        <p:spPr>
          <a:xfrm rot="3107017">
            <a:off x="1479703" y="4414270"/>
            <a:ext cx="375857" cy="477700"/>
          </a:xfrm>
          <a:custGeom>
            <a:avLst/>
            <a:gdLst/>
            <a:ahLst/>
            <a:cxnLst/>
            <a:rect l="l" t="t" r="r" b="b"/>
            <a:pathLst>
              <a:path w="5462" h="6942" extrusionOk="0">
                <a:moveTo>
                  <a:pt x="3565" y="0"/>
                </a:moveTo>
                <a:cubicBezTo>
                  <a:pt x="2779" y="0"/>
                  <a:pt x="1800" y="834"/>
                  <a:pt x="1012" y="2977"/>
                </a:cubicBezTo>
                <a:cubicBezTo>
                  <a:pt x="0" y="5710"/>
                  <a:pt x="517" y="6941"/>
                  <a:pt x="1492" y="6941"/>
                </a:cubicBezTo>
                <a:cubicBezTo>
                  <a:pt x="2408" y="6941"/>
                  <a:pt x="3729" y="5853"/>
                  <a:pt x="4563" y="3899"/>
                </a:cubicBezTo>
                <a:cubicBezTo>
                  <a:pt x="5462" y="1807"/>
                  <a:pt x="4722" y="0"/>
                  <a:pt x="35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9"/>
          <p:cNvSpPr/>
          <p:nvPr/>
        </p:nvSpPr>
        <p:spPr>
          <a:xfrm rot="3107017">
            <a:off x="1515179" y="4236449"/>
            <a:ext cx="241878" cy="266650"/>
          </a:xfrm>
          <a:custGeom>
            <a:avLst/>
            <a:gdLst/>
            <a:ahLst/>
            <a:cxnLst/>
            <a:rect l="l" t="t" r="r" b="b"/>
            <a:pathLst>
              <a:path w="3515" h="3875" extrusionOk="0">
                <a:moveTo>
                  <a:pt x="2339" y="0"/>
                </a:moveTo>
                <a:cubicBezTo>
                  <a:pt x="1843" y="0"/>
                  <a:pt x="1209" y="458"/>
                  <a:pt x="713" y="1535"/>
                </a:cubicBezTo>
                <a:cubicBezTo>
                  <a:pt x="0" y="3083"/>
                  <a:pt x="382" y="3874"/>
                  <a:pt x="1052" y="3874"/>
                </a:cubicBezTo>
                <a:cubicBezTo>
                  <a:pt x="1549" y="3874"/>
                  <a:pt x="2205" y="3438"/>
                  <a:pt x="2689" y="2550"/>
                </a:cubicBezTo>
                <a:cubicBezTo>
                  <a:pt x="3515" y="1034"/>
                  <a:pt x="3084" y="0"/>
                  <a:pt x="233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9"/>
          <p:cNvSpPr/>
          <p:nvPr/>
        </p:nvSpPr>
        <p:spPr>
          <a:xfrm rot="3107017">
            <a:off x="1295896" y="4420157"/>
            <a:ext cx="116156" cy="190887"/>
          </a:xfrm>
          <a:custGeom>
            <a:avLst/>
            <a:gdLst/>
            <a:ahLst/>
            <a:cxnLst/>
            <a:rect l="l" t="t" r="r" b="b"/>
            <a:pathLst>
              <a:path w="1688" h="2774" extrusionOk="0">
                <a:moveTo>
                  <a:pt x="1024" y="1"/>
                </a:moveTo>
                <a:cubicBezTo>
                  <a:pt x="552" y="1"/>
                  <a:pt x="1" y="595"/>
                  <a:pt x="177" y="1566"/>
                </a:cubicBezTo>
                <a:cubicBezTo>
                  <a:pt x="314" y="2358"/>
                  <a:pt x="596" y="2774"/>
                  <a:pt x="878" y="2774"/>
                </a:cubicBezTo>
                <a:cubicBezTo>
                  <a:pt x="1199" y="2774"/>
                  <a:pt x="1519" y="2231"/>
                  <a:pt x="1619" y="1085"/>
                </a:cubicBezTo>
                <a:cubicBezTo>
                  <a:pt x="1687" y="332"/>
                  <a:pt x="1378" y="1"/>
                  <a:pt x="102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5283400" y="4891784"/>
            <a:ext cx="2828071" cy="308068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222075" y="-196251"/>
            <a:ext cx="2828081" cy="644500"/>
          </a:xfrm>
          <a:custGeom>
            <a:avLst/>
            <a:gdLst/>
            <a:ahLst/>
            <a:cxnLst/>
            <a:rect l="l" t="t" r="r" b="b"/>
            <a:pathLst>
              <a:path w="26226" h="5977" extrusionOk="0">
                <a:moveTo>
                  <a:pt x="19856" y="1"/>
                </a:moveTo>
                <a:cubicBezTo>
                  <a:pt x="12496" y="1"/>
                  <a:pt x="305" y="1677"/>
                  <a:pt x="305" y="1677"/>
                </a:cubicBezTo>
                <a:cubicBezTo>
                  <a:pt x="0" y="4131"/>
                  <a:pt x="5883" y="5977"/>
                  <a:pt x="12166" y="5977"/>
                </a:cubicBezTo>
                <a:cubicBezTo>
                  <a:pt x="17164" y="5977"/>
                  <a:pt x="22415" y="4809"/>
                  <a:pt x="25007" y="1851"/>
                </a:cubicBezTo>
                <a:cubicBezTo>
                  <a:pt x="26225" y="458"/>
                  <a:pt x="23700" y="1"/>
                  <a:pt x="198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"/>
          <p:cNvSpPr/>
          <p:nvPr/>
        </p:nvSpPr>
        <p:spPr>
          <a:xfrm rot="-1408981">
            <a:off x="1926441" y="-6621"/>
            <a:ext cx="901277" cy="743274"/>
          </a:xfrm>
          <a:custGeom>
            <a:avLst/>
            <a:gdLst/>
            <a:ahLst/>
            <a:cxnLst/>
            <a:rect l="l" t="t" r="r" b="b"/>
            <a:pathLst>
              <a:path w="23581" h="19447" extrusionOk="0">
                <a:moveTo>
                  <a:pt x="7232" y="195"/>
                </a:moveTo>
                <a:cubicBezTo>
                  <a:pt x="8490" y="195"/>
                  <a:pt x="9775" y="488"/>
                  <a:pt x="10936" y="852"/>
                </a:cubicBezTo>
                <a:cubicBezTo>
                  <a:pt x="15115" y="2174"/>
                  <a:pt x="18266" y="5459"/>
                  <a:pt x="20536" y="9077"/>
                </a:cubicBezTo>
                <a:cubicBezTo>
                  <a:pt x="21871" y="11214"/>
                  <a:pt x="23580" y="13831"/>
                  <a:pt x="22312" y="16381"/>
                </a:cubicBezTo>
                <a:cubicBezTo>
                  <a:pt x="21439" y="18113"/>
                  <a:pt x="19532" y="19204"/>
                  <a:pt x="17619" y="19204"/>
                </a:cubicBezTo>
                <a:cubicBezTo>
                  <a:pt x="17541" y="19204"/>
                  <a:pt x="17463" y="19202"/>
                  <a:pt x="17385" y="19198"/>
                </a:cubicBezTo>
                <a:cubicBezTo>
                  <a:pt x="15435" y="19105"/>
                  <a:pt x="13473" y="18637"/>
                  <a:pt x="11603" y="18077"/>
                </a:cubicBezTo>
                <a:cubicBezTo>
                  <a:pt x="9512" y="17455"/>
                  <a:pt x="7409" y="16636"/>
                  <a:pt x="5655" y="15309"/>
                </a:cubicBezTo>
                <a:lnTo>
                  <a:pt x="5655" y="15309"/>
                </a:lnTo>
                <a:cubicBezTo>
                  <a:pt x="5650" y="15301"/>
                  <a:pt x="5643" y="15293"/>
                  <a:pt x="5635" y="15286"/>
                </a:cubicBezTo>
                <a:cubicBezTo>
                  <a:pt x="3806" y="13831"/>
                  <a:pt x="2297" y="11948"/>
                  <a:pt x="1402" y="9798"/>
                </a:cubicBezTo>
                <a:cubicBezTo>
                  <a:pt x="561" y="7809"/>
                  <a:pt x="94" y="5005"/>
                  <a:pt x="1242" y="3029"/>
                </a:cubicBezTo>
                <a:cubicBezTo>
                  <a:pt x="2110" y="1533"/>
                  <a:pt x="4046" y="772"/>
                  <a:pt x="5648" y="372"/>
                </a:cubicBezTo>
                <a:cubicBezTo>
                  <a:pt x="6163" y="248"/>
                  <a:pt x="6695" y="195"/>
                  <a:pt x="7232" y="195"/>
                </a:cubicBezTo>
                <a:close/>
                <a:moveTo>
                  <a:pt x="7244" y="1"/>
                </a:moveTo>
                <a:cubicBezTo>
                  <a:pt x="5230" y="1"/>
                  <a:pt x="3261" y="581"/>
                  <a:pt x="1723" y="2041"/>
                </a:cubicBezTo>
                <a:cubicBezTo>
                  <a:pt x="0" y="3670"/>
                  <a:pt x="134" y="6621"/>
                  <a:pt x="748" y="8717"/>
                </a:cubicBezTo>
                <a:cubicBezTo>
                  <a:pt x="1535" y="11398"/>
                  <a:pt x="3295" y="13733"/>
                  <a:pt x="5456" y="15469"/>
                </a:cubicBezTo>
                <a:lnTo>
                  <a:pt x="5456" y="15469"/>
                </a:lnTo>
                <a:cubicBezTo>
                  <a:pt x="5461" y="15475"/>
                  <a:pt x="5468" y="15481"/>
                  <a:pt x="5475" y="15486"/>
                </a:cubicBezTo>
                <a:cubicBezTo>
                  <a:pt x="7197" y="16808"/>
                  <a:pt x="9267" y="17636"/>
                  <a:pt x="11323" y="18264"/>
                </a:cubicBezTo>
                <a:cubicBezTo>
                  <a:pt x="13192" y="18838"/>
                  <a:pt x="15155" y="19292"/>
                  <a:pt x="17104" y="19425"/>
                </a:cubicBezTo>
                <a:cubicBezTo>
                  <a:pt x="17268" y="19440"/>
                  <a:pt x="17431" y="19447"/>
                  <a:pt x="17594" y="19447"/>
                </a:cubicBezTo>
                <a:cubicBezTo>
                  <a:pt x="19249" y="19447"/>
                  <a:pt x="20828" y="18714"/>
                  <a:pt x="21898" y="17449"/>
                </a:cubicBezTo>
                <a:cubicBezTo>
                  <a:pt x="23554" y="15473"/>
                  <a:pt x="23073" y="13096"/>
                  <a:pt x="21938" y="11000"/>
                </a:cubicBezTo>
                <a:cubicBezTo>
                  <a:pt x="19735" y="6914"/>
                  <a:pt x="16664" y="2962"/>
                  <a:pt x="12284" y="1093"/>
                </a:cubicBezTo>
                <a:cubicBezTo>
                  <a:pt x="10731" y="427"/>
                  <a:pt x="8971" y="1"/>
                  <a:pt x="72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9"/>
          <p:cNvSpPr/>
          <p:nvPr/>
        </p:nvSpPr>
        <p:spPr>
          <a:xfrm rot="596934">
            <a:off x="6716123" y="4166151"/>
            <a:ext cx="607831" cy="407237"/>
          </a:xfrm>
          <a:custGeom>
            <a:avLst/>
            <a:gdLst/>
            <a:ahLst/>
            <a:cxnLst/>
            <a:rect l="l" t="t" r="r" b="b"/>
            <a:pathLst>
              <a:path w="14672" h="9830" extrusionOk="0">
                <a:moveTo>
                  <a:pt x="4194" y="1"/>
                </a:moveTo>
                <a:cubicBezTo>
                  <a:pt x="1" y="1"/>
                  <a:pt x="306" y="4432"/>
                  <a:pt x="4497" y="6534"/>
                </a:cubicBezTo>
                <a:cubicBezTo>
                  <a:pt x="6579" y="7575"/>
                  <a:pt x="10073" y="9830"/>
                  <a:pt x="12145" y="9830"/>
                </a:cubicBezTo>
                <a:cubicBezTo>
                  <a:pt x="12864" y="9830"/>
                  <a:pt x="13412" y="9558"/>
                  <a:pt x="13670" y="8870"/>
                </a:cubicBezTo>
                <a:cubicBezTo>
                  <a:pt x="14671" y="6200"/>
                  <a:pt x="9851" y="392"/>
                  <a:pt x="4657" y="18"/>
                </a:cubicBezTo>
                <a:cubicBezTo>
                  <a:pt x="4497" y="6"/>
                  <a:pt x="4343" y="1"/>
                  <a:pt x="41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7295350" y="4658450"/>
            <a:ext cx="373650" cy="206675"/>
          </a:xfrm>
          <a:custGeom>
            <a:avLst/>
            <a:gdLst/>
            <a:ahLst/>
            <a:cxnLst/>
            <a:rect l="l" t="t" r="r" b="b"/>
            <a:pathLst>
              <a:path w="14946" h="8267" extrusionOk="0">
                <a:moveTo>
                  <a:pt x="5109" y="0"/>
                </a:moveTo>
                <a:cubicBezTo>
                  <a:pt x="3949" y="0"/>
                  <a:pt x="2967" y="282"/>
                  <a:pt x="2417" y="914"/>
                </a:cubicBezTo>
                <a:cubicBezTo>
                  <a:pt x="1" y="3678"/>
                  <a:pt x="4487" y="6335"/>
                  <a:pt x="6196" y="7096"/>
                </a:cubicBezTo>
                <a:cubicBezTo>
                  <a:pt x="8034" y="7896"/>
                  <a:pt x="9523" y="8266"/>
                  <a:pt x="10665" y="8266"/>
                </a:cubicBezTo>
                <a:cubicBezTo>
                  <a:pt x="11961" y="8266"/>
                  <a:pt x="12808" y="7789"/>
                  <a:pt x="13206" y="6923"/>
                </a:cubicBezTo>
                <a:cubicBezTo>
                  <a:pt x="14946" y="3195"/>
                  <a:pt x="9016" y="0"/>
                  <a:pt x="51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6537999" y="4581908"/>
            <a:ext cx="399093" cy="142414"/>
          </a:xfrm>
          <a:custGeom>
            <a:avLst/>
            <a:gdLst/>
            <a:ahLst/>
            <a:cxnLst/>
            <a:rect l="l" t="t" r="r" b="b"/>
            <a:pathLst>
              <a:path w="5731" h="2045" extrusionOk="0">
                <a:moveTo>
                  <a:pt x="2617" y="1"/>
                </a:moveTo>
                <a:cubicBezTo>
                  <a:pt x="509" y="1"/>
                  <a:pt x="1" y="1807"/>
                  <a:pt x="2553" y="2027"/>
                </a:cubicBezTo>
                <a:cubicBezTo>
                  <a:pt x="2694" y="2039"/>
                  <a:pt x="2830" y="2044"/>
                  <a:pt x="2961" y="2044"/>
                </a:cubicBezTo>
                <a:cubicBezTo>
                  <a:pt x="5156" y="2044"/>
                  <a:pt x="5731" y="429"/>
                  <a:pt x="3248" y="51"/>
                </a:cubicBezTo>
                <a:cubicBezTo>
                  <a:pt x="3024" y="16"/>
                  <a:pt x="2814" y="1"/>
                  <a:pt x="26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0" name="Google Shape;340;p9"/>
          <p:cNvGrpSpPr/>
          <p:nvPr/>
        </p:nvGrpSpPr>
        <p:grpSpPr>
          <a:xfrm>
            <a:off x="307226" y="3048107"/>
            <a:ext cx="627747" cy="902170"/>
            <a:chOff x="307226" y="3048107"/>
            <a:chExt cx="627747" cy="902170"/>
          </a:xfrm>
        </p:grpSpPr>
        <p:sp>
          <p:nvSpPr>
            <p:cNvPr id="341" name="Google Shape;341;p9"/>
            <p:cNvSpPr/>
            <p:nvPr/>
          </p:nvSpPr>
          <p:spPr>
            <a:xfrm rot="-5177652">
              <a:off x="346212" y="3648893"/>
              <a:ext cx="157165" cy="71495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 rot="-5177652">
              <a:off x="261666" y="3484248"/>
              <a:ext cx="139481" cy="39429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 rot="-5177652">
              <a:off x="369114" y="3452791"/>
              <a:ext cx="149802" cy="42594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 rot="-5177652">
              <a:off x="297933" y="3261697"/>
              <a:ext cx="144297" cy="52503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 rot="-5177652">
              <a:off x="404961" y="3197219"/>
              <a:ext cx="164597" cy="45553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 rot="-5177652">
              <a:off x="492003" y="3354783"/>
              <a:ext cx="126819" cy="45897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 rot="-5177652">
              <a:off x="496712" y="3601848"/>
              <a:ext cx="139687" cy="46723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 rot="-5177652">
              <a:off x="608005" y="3496172"/>
              <a:ext cx="142577" cy="52710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 rot="-5177652">
              <a:off x="580586" y="3243167"/>
              <a:ext cx="131430" cy="44315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 rot="-5177652">
              <a:off x="682779" y="3280607"/>
              <a:ext cx="143196" cy="41149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 rot="-5177652">
              <a:off x="704843" y="3501019"/>
              <a:ext cx="131361" cy="60004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 rot="-5177652">
              <a:off x="607430" y="3745078"/>
              <a:ext cx="133288" cy="56838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 rot="-5177652">
              <a:off x="462766" y="3850716"/>
              <a:ext cx="145949" cy="50232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 rot="-5177652">
              <a:off x="745878" y="3744114"/>
              <a:ext cx="132393" cy="51746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 rot="-5177652">
              <a:off x="829922" y="3523676"/>
              <a:ext cx="148908" cy="51677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 rot="-5177652">
              <a:off x="800290" y="3312078"/>
              <a:ext cx="142990" cy="50301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 rot="-5177652">
              <a:off x="726213" y="3087865"/>
              <a:ext cx="116704" cy="39498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"/>
          <p:cNvSpPr txBox="1">
            <a:spLocks noGrp="1"/>
          </p:cNvSpPr>
          <p:nvPr>
            <p:ph type="body" idx="1"/>
          </p:nvPr>
        </p:nvSpPr>
        <p:spPr>
          <a:xfrm>
            <a:off x="621100" y="539500"/>
            <a:ext cx="4060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</a:lstStyle>
          <a:p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138276" y="4728562"/>
            <a:ext cx="4167477" cy="454026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1" name="Google Shape;361;p10"/>
          <p:cNvGrpSpPr/>
          <p:nvPr/>
        </p:nvGrpSpPr>
        <p:grpSpPr>
          <a:xfrm rot="-4021625">
            <a:off x="1513746" y="3931373"/>
            <a:ext cx="1166593" cy="1123579"/>
            <a:chOff x="2560800" y="4304955"/>
            <a:chExt cx="961394" cy="925946"/>
          </a:xfrm>
        </p:grpSpPr>
        <p:sp>
          <p:nvSpPr>
            <p:cNvPr id="362" name="Google Shape;362;p10"/>
            <p:cNvSpPr/>
            <p:nvPr/>
          </p:nvSpPr>
          <p:spPr>
            <a:xfrm rot="-3122830">
              <a:off x="2672015" y="4699763"/>
              <a:ext cx="101891" cy="188206"/>
            </a:xfrm>
            <a:custGeom>
              <a:avLst/>
              <a:gdLst/>
              <a:ahLst/>
              <a:cxnLst/>
              <a:rect l="l" t="t" r="r" b="b"/>
              <a:pathLst>
                <a:path w="1400" h="2586" extrusionOk="0">
                  <a:moveTo>
                    <a:pt x="124" y="0"/>
                  </a:moveTo>
                  <a:cubicBezTo>
                    <a:pt x="60" y="0"/>
                    <a:pt x="1" y="54"/>
                    <a:pt x="11" y="121"/>
                  </a:cubicBezTo>
                  <a:cubicBezTo>
                    <a:pt x="104" y="575"/>
                    <a:pt x="237" y="1002"/>
                    <a:pt x="411" y="1429"/>
                  </a:cubicBezTo>
                  <a:cubicBezTo>
                    <a:pt x="545" y="1803"/>
                    <a:pt x="598" y="2404"/>
                    <a:pt x="1012" y="2578"/>
                  </a:cubicBezTo>
                  <a:cubicBezTo>
                    <a:pt x="1029" y="2583"/>
                    <a:pt x="1045" y="2586"/>
                    <a:pt x="1062" y="2586"/>
                  </a:cubicBezTo>
                  <a:cubicBezTo>
                    <a:pt x="1124" y="2586"/>
                    <a:pt x="1183" y="2548"/>
                    <a:pt x="1226" y="2484"/>
                  </a:cubicBezTo>
                  <a:cubicBezTo>
                    <a:pt x="1399" y="2097"/>
                    <a:pt x="1039" y="1616"/>
                    <a:pt x="878" y="1256"/>
                  </a:cubicBezTo>
                  <a:cubicBezTo>
                    <a:pt x="718" y="815"/>
                    <a:pt x="491" y="401"/>
                    <a:pt x="197" y="27"/>
                  </a:cubicBezTo>
                  <a:cubicBezTo>
                    <a:pt x="175" y="9"/>
                    <a:pt x="149" y="0"/>
                    <a:pt x="1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0"/>
            <p:cNvSpPr/>
            <p:nvPr/>
          </p:nvSpPr>
          <p:spPr>
            <a:xfrm rot="-3122830">
              <a:off x="2613090" y="4564633"/>
              <a:ext cx="104292" cy="183549"/>
            </a:xfrm>
            <a:custGeom>
              <a:avLst/>
              <a:gdLst/>
              <a:ahLst/>
              <a:cxnLst/>
              <a:rect l="l" t="t" r="r" b="b"/>
              <a:pathLst>
                <a:path w="1433" h="2522" extrusionOk="0">
                  <a:moveTo>
                    <a:pt x="150" y="0"/>
                  </a:moveTo>
                  <a:cubicBezTo>
                    <a:pt x="98" y="0"/>
                    <a:pt x="49" y="38"/>
                    <a:pt x="40" y="100"/>
                  </a:cubicBezTo>
                  <a:cubicBezTo>
                    <a:pt x="0" y="527"/>
                    <a:pt x="334" y="928"/>
                    <a:pt x="454" y="1342"/>
                  </a:cubicBezTo>
                  <a:cubicBezTo>
                    <a:pt x="574" y="1702"/>
                    <a:pt x="641" y="2130"/>
                    <a:pt x="895" y="2437"/>
                  </a:cubicBezTo>
                  <a:cubicBezTo>
                    <a:pt x="948" y="2496"/>
                    <a:pt x="1010" y="2521"/>
                    <a:pt x="1071" y="2521"/>
                  </a:cubicBezTo>
                  <a:cubicBezTo>
                    <a:pt x="1256" y="2521"/>
                    <a:pt x="1433" y="2290"/>
                    <a:pt x="1322" y="2089"/>
                  </a:cubicBezTo>
                  <a:cubicBezTo>
                    <a:pt x="962" y="1422"/>
                    <a:pt x="735" y="621"/>
                    <a:pt x="227" y="33"/>
                  </a:cubicBezTo>
                  <a:cubicBezTo>
                    <a:pt x="204" y="10"/>
                    <a:pt x="177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0"/>
            <p:cNvSpPr/>
            <p:nvPr/>
          </p:nvSpPr>
          <p:spPr>
            <a:xfrm rot="-3122830">
              <a:off x="2806822" y="4535730"/>
              <a:ext cx="60334" cy="131221"/>
            </a:xfrm>
            <a:custGeom>
              <a:avLst/>
              <a:gdLst/>
              <a:ahLst/>
              <a:cxnLst/>
              <a:rect l="l" t="t" r="r" b="b"/>
              <a:pathLst>
                <a:path w="829" h="1803" extrusionOk="0">
                  <a:moveTo>
                    <a:pt x="94" y="1"/>
                  </a:moveTo>
                  <a:cubicBezTo>
                    <a:pt x="54" y="1"/>
                    <a:pt x="14" y="27"/>
                    <a:pt x="14" y="67"/>
                  </a:cubicBezTo>
                  <a:cubicBezTo>
                    <a:pt x="0" y="188"/>
                    <a:pt x="27" y="308"/>
                    <a:pt x="67" y="415"/>
                  </a:cubicBezTo>
                  <a:cubicBezTo>
                    <a:pt x="107" y="602"/>
                    <a:pt x="134" y="775"/>
                    <a:pt x="160" y="949"/>
                  </a:cubicBezTo>
                  <a:cubicBezTo>
                    <a:pt x="214" y="1242"/>
                    <a:pt x="227" y="1670"/>
                    <a:pt x="548" y="1790"/>
                  </a:cubicBezTo>
                  <a:cubicBezTo>
                    <a:pt x="571" y="1798"/>
                    <a:pt x="592" y="1802"/>
                    <a:pt x="611" y="1802"/>
                  </a:cubicBezTo>
                  <a:cubicBezTo>
                    <a:pt x="714" y="1802"/>
                    <a:pt x="765" y="1693"/>
                    <a:pt x="788" y="1603"/>
                  </a:cubicBezTo>
                  <a:cubicBezTo>
                    <a:pt x="828" y="1456"/>
                    <a:pt x="668" y="1176"/>
                    <a:pt x="628" y="1029"/>
                  </a:cubicBezTo>
                  <a:cubicBezTo>
                    <a:pt x="574" y="882"/>
                    <a:pt x="548" y="748"/>
                    <a:pt x="508" y="602"/>
                  </a:cubicBezTo>
                  <a:cubicBezTo>
                    <a:pt x="454" y="388"/>
                    <a:pt x="347" y="4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0"/>
            <p:cNvSpPr/>
            <p:nvPr/>
          </p:nvSpPr>
          <p:spPr>
            <a:xfrm rot="-3122830">
              <a:off x="2775098" y="4405378"/>
              <a:ext cx="67248" cy="127145"/>
            </a:xfrm>
            <a:custGeom>
              <a:avLst/>
              <a:gdLst/>
              <a:ahLst/>
              <a:cxnLst/>
              <a:rect l="l" t="t" r="r" b="b"/>
              <a:pathLst>
                <a:path w="924" h="1747" extrusionOk="0">
                  <a:moveTo>
                    <a:pt x="111" y="1"/>
                  </a:moveTo>
                  <a:cubicBezTo>
                    <a:pt x="68" y="1"/>
                    <a:pt x="27" y="34"/>
                    <a:pt x="27" y="76"/>
                  </a:cubicBezTo>
                  <a:cubicBezTo>
                    <a:pt x="0" y="330"/>
                    <a:pt x="121" y="597"/>
                    <a:pt x="174" y="850"/>
                  </a:cubicBezTo>
                  <a:cubicBezTo>
                    <a:pt x="214" y="1091"/>
                    <a:pt x="268" y="1331"/>
                    <a:pt x="334" y="1558"/>
                  </a:cubicBezTo>
                  <a:cubicBezTo>
                    <a:pt x="383" y="1689"/>
                    <a:pt x="498" y="1746"/>
                    <a:pt x="609" y="1746"/>
                  </a:cubicBezTo>
                  <a:cubicBezTo>
                    <a:pt x="769" y="1746"/>
                    <a:pt x="924" y="1627"/>
                    <a:pt x="868" y="1438"/>
                  </a:cubicBezTo>
                  <a:cubicBezTo>
                    <a:pt x="855" y="1424"/>
                    <a:pt x="855" y="1411"/>
                    <a:pt x="842" y="1398"/>
                  </a:cubicBezTo>
                  <a:cubicBezTo>
                    <a:pt x="815" y="1264"/>
                    <a:pt x="762" y="1144"/>
                    <a:pt x="708" y="1024"/>
                  </a:cubicBezTo>
                  <a:cubicBezTo>
                    <a:pt x="668" y="904"/>
                    <a:pt x="628" y="783"/>
                    <a:pt x="588" y="677"/>
                  </a:cubicBezTo>
                  <a:cubicBezTo>
                    <a:pt x="495" y="436"/>
                    <a:pt x="374" y="143"/>
                    <a:pt x="147" y="9"/>
                  </a:cubicBezTo>
                  <a:cubicBezTo>
                    <a:pt x="136" y="3"/>
                    <a:pt x="123" y="1"/>
                    <a:pt x="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0"/>
            <p:cNvSpPr/>
            <p:nvPr/>
          </p:nvSpPr>
          <p:spPr>
            <a:xfrm rot="-3122830">
              <a:off x="2859492" y="4469339"/>
              <a:ext cx="1892" cy="4949"/>
            </a:xfrm>
            <a:custGeom>
              <a:avLst/>
              <a:gdLst/>
              <a:ahLst/>
              <a:cxnLst/>
              <a:rect l="l" t="t" r="r" b="b"/>
              <a:pathLst>
                <a:path w="26" h="68" extrusionOk="0">
                  <a:moveTo>
                    <a:pt x="0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14" y="43"/>
                    <a:pt x="25" y="68"/>
                    <a:pt x="25" y="68"/>
                  </a:cubicBezTo>
                  <a:cubicBezTo>
                    <a:pt x="26" y="68"/>
                    <a:pt x="18" y="4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0"/>
            <p:cNvSpPr/>
            <p:nvPr/>
          </p:nvSpPr>
          <p:spPr>
            <a:xfrm rot="-3122830">
              <a:off x="2895780" y="4683985"/>
              <a:ext cx="72488" cy="149925"/>
            </a:xfrm>
            <a:custGeom>
              <a:avLst/>
              <a:gdLst/>
              <a:ahLst/>
              <a:cxnLst/>
              <a:rect l="l" t="t" r="r" b="b"/>
              <a:pathLst>
                <a:path w="996" h="2060" extrusionOk="0">
                  <a:moveTo>
                    <a:pt x="58" y="0"/>
                  </a:moveTo>
                  <a:cubicBezTo>
                    <a:pt x="28" y="0"/>
                    <a:pt x="0" y="22"/>
                    <a:pt x="0" y="51"/>
                  </a:cubicBezTo>
                  <a:cubicBezTo>
                    <a:pt x="0" y="345"/>
                    <a:pt x="174" y="638"/>
                    <a:pt x="281" y="905"/>
                  </a:cubicBezTo>
                  <a:cubicBezTo>
                    <a:pt x="414" y="1239"/>
                    <a:pt x="481" y="1573"/>
                    <a:pt x="588" y="1920"/>
                  </a:cubicBezTo>
                  <a:cubicBezTo>
                    <a:pt x="617" y="2015"/>
                    <a:pt x="701" y="2059"/>
                    <a:pt x="785" y="2059"/>
                  </a:cubicBezTo>
                  <a:cubicBezTo>
                    <a:pt x="891" y="2059"/>
                    <a:pt x="996" y="1988"/>
                    <a:pt x="988" y="1853"/>
                  </a:cubicBezTo>
                  <a:cubicBezTo>
                    <a:pt x="921" y="1506"/>
                    <a:pt x="801" y="1172"/>
                    <a:pt x="601" y="879"/>
                  </a:cubicBezTo>
                  <a:cubicBezTo>
                    <a:pt x="467" y="572"/>
                    <a:pt x="294" y="278"/>
                    <a:pt x="94" y="11"/>
                  </a:cubicBezTo>
                  <a:cubicBezTo>
                    <a:pt x="82" y="3"/>
                    <a:pt x="70" y="0"/>
                    <a:pt x="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0"/>
            <p:cNvSpPr/>
            <p:nvPr/>
          </p:nvSpPr>
          <p:spPr>
            <a:xfrm rot="-3122830">
              <a:off x="2715509" y="4912133"/>
              <a:ext cx="72925" cy="144321"/>
            </a:xfrm>
            <a:custGeom>
              <a:avLst/>
              <a:gdLst/>
              <a:ahLst/>
              <a:cxnLst/>
              <a:rect l="l" t="t" r="r" b="b"/>
              <a:pathLst>
                <a:path w="1002" h="1983" extrusionOk="0">
                  <a:moveTo>
                    <a:pt x="89" y="0"/>
                  </a:moveTo>
                  <a:cubicBezTo>
                    <a:pt x="57" y="0"/>
                    <a:pt x="27" y="15"/>
                    <a:pt x="27" y="46"/>
                  </a:cubicBezTo>
                  <a:cubicBezTo>
                    <a:pt x="1" y="366"/>
                    <a:pt x="174" y="686"/>
                    <a:pt x="268" y="980"/>
                  </a:cubicBezTo>
                  <a:cubicBezTo>
                    <a:pt x="361" y="1274"/>
                    <a:pt x="428" y="1674"/>
                    <a:pt x="668" y="1928"/>
                  </a:cubicBezTo>
                  <a:cubicBezTo>
                    <a:pt x="706" y="1966"/>
                    <a:pt x="752" y="1982"/>
                    <a:pt x="798" y="1982"/>
                  </a:cubicBezTo>
                  <a:cubicBezTo>
                    <a:pt x="901" y="1982"/>
                    <a:pt x="1002" y="1901"/>
                    <a:pt x="1002" y="1781"/>
                  </a:cubicBezTo>
                  <a:cubicBezTo>
                    <a:pt x="989" y="1448"/>
                    <a:pt x="788" y="1114"/>
                    <a:pt x="655" y="820"/>
                  </a:cubicBezTo>
                  <a:cubicBezTo>
                    <a:pt x="521" y="540"/>
                    <a:pt x="388" y="166"/>
                    <a:pt x="121" y="5"/>
                  </a:cubicBezTo>
                  <a:cubicBezTo>
                    <a:pt x="111" y="2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0"/>
            <p:cNvSpPr/>
            <p:nvPr/>
          </p:nvSpPr>
          <p:spPr>
            <a:xfrm rot="-3122830">
              <a:off x="2859737" y="5003290"/>
              <a:ext cx="112807" cy="204436"/>
            </a:xfrm>
            <a:custGeom>
              <a:avLst/>
              <a:gdLst/>
              <a:ahLst/>
              <a:cxnLst/>
              <a:rect l="l" t="t" r="r" b="b"/>
              <a:pathLst>
                <a:path w="1550" h="2809" extrusionOk="0">
                  <a:moveTo>
                    <a:pt x="135" y="0"/>
                  </a:moveTo>
                  <a:cubicBezTo>
                    <a:pt x="99" y="0"/>
                    <a:pt x="62" y="24"/>
                    <a:pt x="54" y="72"/>
                  </a:cubicBezTo>
                  <a:cubicBezTo>
                    <a:pt x="0" y="446"/>
                    <a:pt x="254" y="807"/>
                    <a:pt x="414" y="1127"/>
                  </a:cubicBezTo>
                  <a:cubicBezTo>
                    <a:pt x="668" y="1634"/>
                    <a:pt x="775" y="2262"/>
                    <a:pt x="1095" y="2716"/>
                  </a:cubicBezTo>
                  <a:cubicBezTo>
                    <a:pt x="1143" y="2781"/>
                    <a:pt x="1203" y="2808"/>
                    <a:pt x="1264" y="2808"/>
                  </a:cubicBezTo>
                  <a:cubicBezTo>
                    <a:pt x="1390" y="2808"/>
                    <a:pt x="1518" y="2691"/>
                    <a:pt x="1536" y="2556"/>
                  </a:cubicBezTo>
                  <a:lnTo>
                    <a:pt x="1549" y="2569"/>
                  </a:lnTo>
                  <a:cubicBezTo>
                    <a:pt x="1509" y="2142"/>
                    <a:pt x="1255" y="1715"/>
                    <a:pt x="1042" y="1354"/>
                  </a:cubicBezTo>
                  <a:cubicBezTo>
                    <a:pt x="788" y="900"/>
                    <a:pt x="481" y="473"/>
                    <a:pt x="201" y="32"/>
                  </a:cubicBezTo>
                  <a:cubicBezTo>
                    <a:pt x="185" y="11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0"/>
            <p:cNvSpPr/>
            <p:nvPr/>
          </p:nvSpPr>
          <p:spPr>
            <a:xfrm rot="-3122830">
              <a:off x="2895023" y="4842464"/>
              <a:ext cx="98252" cy="152035"/>
            </a:xfrm>
            <a:custGeom>
              <a:avLst/>
              <a:gdLst/>
              <a:ahLst/>
              <a:cxnLst/>
              <a:rect l="l" t="t" r="r" b="b"/>
              <a:pathLst>
                <a:path w="1350" h="2089" extrusionOk="0">
                  <a:moveTo>
                    <a:pt x="154" y="0"/>
                  </a:moveTo>
                  <a:cubicBezTo>
                    <a:pt x="75" y="0"/>
                    <a:pt x="0" y="84"/>
                    <a:pt x="41" y="175"/>
                  </a:cubicBezTo>
                  <a:cubicBezTo>
                    <a:pt x="175" y="432"/>
                    <a:pt x="444" y="2088"/>
                    <a:pt x="919" y="2088"/>
                  </a:cubicBezTo>
                  <a:cubicBezTo>
                    <a:pt x="963" y="2088"/>
                    <a:pt x="1008" y="2074"/>
                    <a:pt x="1055" y="2044"/>
                  </a:cubicBezTo>
                  <a:cubicBezTo>
                    <a:pt x="1349" y="1857"/>
                    <a:pt x="909" y="1296"/>
                    <a:pt x="815" y="1083"/>
                  </a:cubicBezTo>
                  <a:cubicBezTo>
                    <a:pt x="642" y="722"/>
                    <a:pt x="508" y="322"/>
                    <a:pt x="228" y="28"/>
                  </a:cubicBezTo>
                  <a:cubicBezTo>
                    <a:pt x="205" y="9"/>
                    <a:pt x="179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0"/>
            <p:cNvSpPr/>
            <p:nvPr/>
          </p:nvSpPr>
          <p:spPr>
            <a:xfrm rot="-3122830">
              <a:off x="3085058" y="4766210"/>
              <a:ext cx="88208" cy="139226"/>
            </a:xfrm>
            <a:custGeom>
              <a:avLst/>
              <a:gdLst/>
              <a:ahLst/>
              <a:cxnLst/>
              <a:rect l="l" t="t" r="r" b="b"/>
              <a:pathLst>
                <a:path w="1212" h="1913" extrusionOk="0">
                  <a:moveTo>
                    <a:pt x="116" y="1"/>
                  </a:moveTo>
                  <a:cubicBezTo>
                    <a:pt x="55" y="1"/>
                    <a:pt x="0" y="55"/>
                    <a:pt x="10" y="129"/>
                  </a:cubicBezTo>
                  <a:cubicBezTo>
                    <a:pt x="50" y="370"/>
                    <a:pt x="130" y="597"/>
                    <a:pt x="236" y="824"/>
                  </a:cubicBezTo>
                  <a:cubicBezTo>
                    <a:pt x="303" y="997"/>
                    <a:pt x="383" y="1171"/>
                    <a:pt x="437" y="1344"/>
                  </a:cubicBezTo>
                  <a:cubicBezTo>
                    <a:pt x="477" y="1518"/>
                    <a:pt x="544" y="1692"/>
                    <a:pt x="650" y="1825"/>
                  </a:cubicBezTo>
                  <a:cubicBezTo>
                    <a:pt x="705" y="1885"/>
                    <a:pt x="778" y="1913"/>
                    <a:pt x="850" y="1913"/>
                  </a:cubicBezTo>
                  <a:cubicBezTo>
                    <a:pt x="939" y="1913"/>
                    <a:pt x="1026" y="1872"/>
                    <a:pt x="1078" y="1798"/>
                  </a:cubicBezTo>
                  <a:cubicBezTo>
                    <a:pt x="1211" y="1598"/>
                    <a:pt x="958" y="1291"/>
                    <a:pt x="864" y="1117"/>
                  </a:cubicBezTo>
                  <a:cubicBezTo>
                    <a:pt x="757" y="944"/>
                    <a:pt x="664" y="770"/>
                    <a:pt x="557" y="597"/>
                  </a:cubicBezTo>
                  <a:cubicBezTo>
                    <a:pt x="463" y="383"/>
                    <a:pt x="343" y="196"/>
                    <a:pt x="196" y="36"/>
                  </a:cubicBezTo>
                  <a:cubicBezTo>
                    <a:pt x="172" y="11"/>
                    <a:pt x="143" y="1"/>
                    <a:pt x="1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0"/>
            <p:cNvSpPr/>
            <p:nvPr/>
          </p:nvSpPr>
          <p:spPr>
            <a:xfrm rot="-3122830">
              <a:off x="3073315" y="4641680"/>
              <a:ext cx="75108" cy="128819"/>
            </a:xfrm>
            <a:custGeom>
              <a:avLst/>
              <a:gdLst/>
              <a:ahLst/>
              <a:cxnLst/>
              <a:rect l="l" t="t" r="r" b="b"/>
              <a:pathLst>
                <a:path w="1032" h="1770" extrusionOk="0">
                  <a:moveTo>
                    <a:pt x="134" y="0"/>
                  </a:moveTo>
                  <a:cubicBezTo>
                    <a:pt x="66" y="0"/>
                    <a:pt x="1" y="72"/>
                    <a:pt x="30" y="151"/>
                  </a:cubicBezTo>
                  <a:cubicBezTo>
                    <a:pt x="137" y="391"/>
                    <a:pt x="257" y="631"/>
                    <a:pt x="351" y="872"/>
                  </a:cubicBezTo>
                  <a:cubicBezTo>
                    <a:pt x="471" y="1152"/>
                    <a:pt x="538" y="1499"/>
                    <a:pt x="738" y="1726"/>
                  </a:cubicBezTo>
                  <a:cubicBezTo>
                    <a:pt x="772" y="1756"/>
                    <a:pt x="812" y="1769"/>
                    <a:pt x="852" y="1769"/>
                  </a:cubicBezTo>
                  <a:cubicBezTo>
                    <a:pt x="939" y="1769"/>
                    <a:pt x="1023" y="1706"/>
                    <a:pt x="1032" y="1606"/>
                  </a:cubicBezTo>
                  <a:cubicBezTo>
                    <a:pt x="1018" y="1326"/>
                    <a:pt x="832" y="1045"/>
                    <a:pt x="698" y="792"/>
                  </a:cubicBezTo>
                  <a:cubicBezTo>
                    <a:pt x="565" y="525"/>
                    <a:pt x="404" y="257"/>
                    <a:pt x="204" y="30"/>
                  </a:cubicBezTo>
                  <a:cubicBezTo>
                    <a:pt x="183" y="9"/>
                    <a:pt x="158" y="0"/>
                    <a:pt x="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0"/>
            <p:cNvSpPr/>
            <p:nvPr/>
          </p:nvSpPr>
          <p:spPr>
            <a:xfrm rot="-3122830">
              <a:off x="3016813" y="4489329"/>
              <a:ext cx="68048" cy="148542"/>
            </a:xfrm>
            <a:custGeom>
              <a:avLst/>
              <a:gdLst/>
              <a:ahLst/>
              <a:cxnLst/>
              <a:rect l="l" t="t" r="r" b="b"/>
              <a:pathLst>
                <a:path w="935" h="2041" extrusionOk="0">
                  <a:moveTo>
                    <a:pt x="93" y="1"/>
                  </a:moveTo>
                  <a:cubicBezTo>
                    <a:pt x="50" y="1"/>
                    <a:pt x="11" y="27"/>
                    <a:pt x="0" y="71"/>
                  </a:cubicBezTo>
                  <a:cubicBezTo>
                    <a:pt x="0" y="165"/>
                    <a:pt x="14" y="271"/>
                    <a:pt x="67" y="365"/>
                  </a:cubicBezTo>
                  <a:cubicBezTo>
                    <a:pt x="134" y="565"/>
                    <a:pt x="187" y="752"/>
                    <a:pt x="241" y="952"/>
                  </a:cubicBezTo>
                  <a:cubicBezTo>
                    <a:pt x="321" y="1273"/>
                    <a:pt x="347" y="1727"/>
                    <a:pt x="561" y="1980"/>
                  </a:cubicBezTo>
                  <a:cubicBezTo>
                    <a:pt x="597" y="2021"/>
                    <a:pt x="645" y="2041"/>
                    <a:pt x="692" y="2041"/>
                  </a:cubicBezTo>
                  <a:cubicBezTo>
                    <a:pt x="768" y="2041"/>
                    <a:pt x="843" y="1991"/>
                    <a:pt x="868" y="1900"/>
                  </a:cubicBezTo>
                  <a:cubicBezTo>
                    <a:pt x="935" y="1567"/>
                    <a:pt x="708" y="1139"/>
                    <a:pt x="588" y="846"/>
                  </a:cubicBezTo>
                  <a:cubicBezTo>
                    <a:pt x="508" y="605"/>
                    <a:pt x="374" y="84"/>
                    <a:pt x="120" y="4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0"/>
            <p:cNvSpPr/>
            <p:nvPr/>
          </p:nvSpPr>
          <p:spPr>
            <a:xfrm rot="-3122830">
              <a:off x="2981579" y="4311513"/>
              <a:ext cx="98397" cy="167464"/>
            </a:xfrm>
            <a:custGeom>
              <a:avLst/>
              <a:gdLst/>
              <a:ahLst/>
              <a:cxnLst/>
              <a:rect l="l" t="t" r="r" b="b"/>
              <a:pathLst>
                <a:path w="1352" h="2301" extrusionOk="0">
                  <a:moveTo>
                    <a:pt x="27" y="1"/>
                  </a:moveTo>
                  <a:cubicBezTo>
                    <a:pt x="11" y="1"/>
                    <a:pt x="0" y="20"/>
                    <a:pt x="10" y="39"/>
                  </a:cubicBezTo>
                  <a:cubicBezTo>
                    <a:pt x="143" y="372"/>
                    <a:pt x="317" y="693"/>
                    <a:pt x="437" y="1040"/>
                  </a:cubicBezTo>
                  <a:cubicBezTo>
                    <a:pt x="570" y="1441"/>
                    <a:pt x="664" y="1921"/>
                    <a:pt x="944" y="2242"/>
                  </a:cubicBezTo>
                  <a:cubicBezTo>
                    <a:pt x="982" y="2283"/>
                    <a:pt x="1028" y="2300"/>
                    <a:pt x="1075" y="2300"/>
                  </a:cubicBezTo>
                  <a:cubicBezTo>
                    <a:pt x="1211" y="2300"/>
                    <a:pt x="1351" y="2154"/>
                    <a:pt x="1291" y="2015"/>
                  </a:cubicBezTo>
                  <a:cubicBezTo>
                    <a:pt x="1131" y="1641"/>
                    <a:pt x="904" y="1294"/>
                    <a:pt x="731" y="920"/>
                  </a:cubicBezTo>
                  <a:cubicBezTo>
                    <a:pt x="570" y="586"/>
                    <a:pt x="384" y="185"/>
                    <a:pt x="50" y="12"/>
                  </a:cubicBezTo>
                  <a:cubicBezTo>
                    <a:pt x="42" y="4"/>
                    <a:pt x="34" y="1"/>
                    <a:pt x="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0"/>
            <p:cNvSpPr/>
            <p:nvPr/>
          </p:nvSpPr>
          <p:spPr>
            <a:xfrm rot="-3122830">
              <a:off x="3221661" y="4435529"/>
              <a:ext cx="87335" cy="159604"/>
            </a:xfrm>
            <a:custGeom>
              <a:avLst/>
              <a:gdLst/>
              <a:ahLst/>
              <a:cxnLst/>
              <a:rect l="l" t="t" r="r" b="b"/>
              <a:pathLst>
                <a:path w="1200" h="2193" extrusionOk="0">
                  <a:moveTo>
                    <a:pt x="52" y="1"/>
                  </a:moveTo>
                  <a:cubicBezTo>
                    <a:pt x="24" y="1"/>
                    <a:pt x="0" y="25"/>
                    <a:pt x="0" y="60"/>
                  </a:cubicBezTo>
                  <a:cubicBezTo>
                    <a:pt x="14" y="448"/>
                    <a:pt x="174" y="861"/>
                    <a:pt x="267" y="1235"/>
                  </a:cubicBezTo>
                  <a:cubicBezTo>
                    <a:pt x="348" y="1529"/>
                    <a:pt x="441" y="2090"/>
                    <a:pt x="788" y="2183"/>
                  </a:cubicBezTo>
                  <a:cubicBezTo>
                    <a:pt x="812" y="2190"/>
                    <a:pt x="835" y="2193"/>
                    <a:pt x="858" y="2193"/>
                  </a:cubicBezTo>
                  <a:cubicBezTo>
                    <a:pt x="1062" y="2193"/>
                    <a:pt x="1200" y="1938"/>
                    <a:pt x="1055" y="1769"/>
                  </a:cubicBezTo>
                  <a:cubicBezTo>
                    <a:pt x="842" y="1529"/>
                    <a:pt x="668" y="1249"/>
                    <a:pt x="534" y="955"/>
                  </a:cubicBezTo>
                  <a:cubicBezTo>
                    <a:pt x="414" y="675"/>
                    <a:pt x="334" y="234"/>
                    <a:pt x="94" y="20"/>
                  </a:cubicBezTo>
                  <a:cubicBezTo>
                    <a:pt x="80" y="7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0"/>
            <p:cNvSpPr/>
            <p:nvPr/>
          </p:nvSpPr>
          <p:spPr>
            <a:xfrm rot="-3122830">
              <a:off x="3295104" y="4597997"/>
              <a:ext cx="94322" cy="135587"/>
            </a:xfrm>
            <a:custGeom>
              <a:avLst/>
              <a:gdLst/>
              <a:ahLst/>
              <a:cxnLst/>
              <a:rect l="l" t="t" r="r" b="b"/>
              <a:pathLst>
                <a:path w="1296" h="1863" extrusionOk="0">
                  <a:moveTo>
                    <a:pt x="171" y="1"/>
                  </a:moveTo>
                  <a:cubicBezTo>
                    <a:pt x="143" y="1"/>
                    <a:pt x="116" y="25"/>
                    <a:pt x="107" y="60"/>
                  </a:cubicBezTo>
                  <a:cubicBezTo>
                    <a:pt x="0" y="381"/>
                    <a:pt x="201" y="768"/>
                    <a:pt x="347" y="1062"/>
                  </a:cubicBezTo>
                  <a:cubicBezTo>
                    <a:pt x="468" y="1315"/>
                    <a:pt x="628" y="1849"/>
                    <a:pt x="962" y="1863"/>
                  </a:cubicBezTo>
                  <a:cubicBezTo>
                    <a:pt x="1028" y="1863"/>
                    <a:pt x="1095" y="1823"/>
                    <a:pt x="1135" y="1769"/>
                  </a:cubicBezTo>
                  <a:cubicBezTo>
                    <a:pt x="1295" y="1502"/>
                    <a:pt x="962" y="1155"/>
                    <a:pt x="828" y="941"/>
                  </a:cubicBezTo>
                  <a:cubicBezTo>
                    <a:pt x="641" y="648"/>
                    <a:pt x="468" y="274"/>
                    <a:pt x="214" y="20"/>
                  </a:cubicBezTo>
                  <a:cubicBezTo>
                    <a:pt x="201" y="7"/>
                    <a:pt x="186" y="1"/>
                    <a:pt x="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0"/>
            <p:cNvSpPr/>
            <p:nvPr/>
          </p:nvSpPr>
          <p:spPr>
            <a:xfrm rot="-3122830">
              <a:off x="3312626" y="4741792"/>
              <a:ext cx="68703" cy="131876"/>
            </a:xfrm>
            <a:custGeom>
              <a:avLst/>
              <a:gdLst/>
              <a:ahLst/>
              <a:cxnLst/>
              <a:rect l="l" t="t" r="r" b="b"/>
              <a:pathLst>
                <a:path w="944" h="1812" extrusionOk="0">
                  <a:moveTo>
                    <a:pt x="190" y="0"/>
                  </a:moveTo>
                  <a:cubicBezTo>
                    <a:pt x="143" y="0"/>
                    <a:pt x="95" y="27"/>
                    <a:pt x="80" y="79"/>
                  </a:cubicBezTo>
                  <a:cubicBezTo>
                    <a:pt x="0" y="320"/>
                    <a:pt x="107" y="600"/>
                    <a:pt x="187" y="840"/>
                  </a:cubicBezTo>
                  <a:cubicBezTo>
                    <a:pt x="307" y="1134"/>
                    <a:pt x="428" y="1428"/>
                    <a:pt x="561" y="1708"/>
                  </a:cubicBezTo>
                  <a:cubicBezTo>
                    <a:pt x="595" y="1781"/>
                    <a:pt x="656" y="1812"/>
                    <a:pt x="719" y="1812"/>
                  </a:cubicBezTo>
                  <a:cubicBezTo>
                    <a:pt x="828" y="1812"/>
                    <a:pt x="944" y="1720"/>
                    <a:pt x="935" y="1601"/>
                  </a:cubicBezTo>
                  <a:cubicBezTo>
                    <a:pt x="922" y="1281"/>
                    <a:pt x="748" y="987"/>
                    <a:pt x="601" y="720"/>
                  </a:cubicBezTo>
                  <a:cubicBezTo>
                    <a:pt x="494" y="507"/>
                    <a:pt x="401" y="280"/>
                    <a:pt x="281" y="53"/>
                  </a:cubicBezTo>
                  <a:cubicBezTo>
                    <a:pt x="263" y="17"/>
                    <a:pt x="227" y="0"/>
                    <a:pt x="1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0"/>
            <p:cNvSpPr/>
            <p:nvPr/>
          </p:nvSpPr>
          <p:spPr>
            <a:xfrm rot="-3122830">
              <a:off x="3164478" y="4923143"/>
              <a:ext cx="93375" cy="154583"/>
            </a:xfrm>
            <a:custGeom>
              <a:avLst/>
              <a:gdLst/>
              <a:ahLst/>
              <a:cxnLst/>
              <a:rect l="l" t="t" r="r" b="b"/>
              <a:pathLst>
                <a:path w="1283" h="2124" extrusionOk="0">
                  <a:moveTo>
                    <a:pt x="94" y="0"/>
                  </a:moveTo>
                  <a:cubicBezTo>
                    <a:pt x="44" y="0"/>
                    <a:pt x="1" y="59"/>
                    <a:pt x="1" y="118"/>
                  </a:cubicBezTo>
                  <a:cubicBezTo>
                    <a:pt x="14" y="519"/>
                    <a:pt x="281" y="960"/>
                    <a:pt x="441" y="1320"/>
                  </a:cubicBezTo>
                  <a:cubicBezTo>
                    <a:pt x="575" y="1600"/>
                    <a:pt x="668" y="2041"/>
                    <a:pt x="1002" y="2121"/>
                  </a:cubicBezTo>
                  <a:cubicBezTo>
                    <a:pt x="1011" y="2123"/>
                    <a:pt x="1019" y="2124"/>
                    <a:pt x="1028" y="2124"/>
                  </a:cubicBezTo>
                  <a:cubicBezTo>
                    <a:pt x="1083" y="2124"/>
                    <a:pt x="1127" y="2087"/>
                    <a:pt x="1162" y="2041"/>
                  </a:cubicBezTo>
                  <a:cubicBezTo>
                    <a:pt x="1282" y="1721"/>
                    <a:pt x="922" y="1280"/>
                    <a:pt x="775" y="986"/>
                  </a:cubicBezTo>
                  <a:cubicBezTo>
                    <a:pt x="601" y="666"/>
                    <a:pt x="441" y="252"/>
                    <a:pt x="147" y="25"/>
                  </a:cubicBezTo>
                  <a:cubicBezTo>
                    <a:pt x="130" y="7"/>
                    <a:pt x="112" y="0"/>
                    <a:pt x="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0"/>
            <p:cNvSpPr/>
            <p:nvPr/>
          </p:nvSpPr>
          <p:spPr>
            <a:xfrm rot="-3122830">
              <a:off x="3173712" y="5057123"/>
              <a:ext cx="96287" cy="168192"/>
            </a:xfrm>
            <a:custGeom>
              <a:avLst/>
              <a:gdLst/>
              <a:ahLst/>
              <a:cxnLst/>
              <a:rect l="l" t="t" r="r" b="b"/>
              <a:pathLst>
                <a:path w="1323" h="2311" extrusionOk="0">
                  <a:moveTo>
                    <a:pt x="217" y="1"/>
                  </a:moveTo>
                  <a:cubicBezTo>
                    <a:pt x="184" y="1"/>
                    <a:pt x="152" y="18"/>
                    <a:pt x="134" y="55"/>
                  </a:cubicBezTo>
                  <a:cubicBezTo>
                    <a:pt x="0" y="442"/>
                    <a:pt x="214" y="869"/>
                    <a:pt x="387" y="1216"/>
                  </a:cubicBezTo>
                  <a:cubicBezTo>
                    <a:pt x="494" y="1430"/>
                    <a:pt x="614" y="1644"/>
                    <a:pt x="735" y="1844"/>
                  </a:cubicBezTo>
                  <a:cubicBezTo>
                    <a:pt x="801" y="2017"/>
                    <a:pt x="908" y="2164"/>
                    <a:pt x="1042" y="2284"/>
                  </a:cubicBezTo>
                  <a:cubicBezTo>
                    <a:pt x="1071" y="2303"/>
                    <a:pt x="1102" y="2311"/>
                    <a:pt x="1132" y="2311"/>
                  </a:cubicBezTo>
                  <a:cubicBezTo>
                    <a:pt x="1212" y="2311"/>
                    <a:pt x="1286" y="2252"/>
                    <a:pt x="1295" y="2164"/>
                  </a:cubicBezTo>
                  <a:cubicBezTo>
                    <a:pt x="1322" y="1804"/>
                    <a:pt x="921" y="1417"/>
                    <a:pt x="748" y="1123"/>
                  </a:cubicBezTo>
                  <a:cubicBezTo>
                    <a:pt x="534" y="802"/>
                    <a:pt x="387" y="442"/>
                    <a:pt x="307" y="68"/>
                  </a:cubicBezTo>
                  <a:cubicBezTo>
                    <a:pt x="293" y="25"/>
                    <a:pt x="255" y="1"/>
                    <a:pt x="2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0"/>
            <p:cNvSpPr/>
            <p:nvPr/>
          </p:nvSpPr>
          <p:spPr>
            <a:xfrm rot="-3122830">
              <a:off x="3398033" y="4865313"/>
              <a:ext cx="78747" cy="153636"/>
            </a:xfrm>
            <a:custGeom>
              <a:avLst/>
              <a:gdLst/>
              <a:ahLst/>
              <a:cxnLst/>
              <a:rect l="l" t="t" r="r" b="b"/>
              <a:pathLst>
                <a:path w="1082" h="2111" extrusionOk="0">
                  <a:moveTo>
                    <a:pt x="110" y="1"/>
                  </a:moveTo>
                  <a:cubicBezTo>
                    <a:pt x="53" y="1"/>
                    <a:pt x="0" y="44"/>
                    <a:pt x="0" y="116"/>
                  </a:cubicBezTo>
                  <a:cubicBezTo>
                    <a:pt x="40" y="490"/>
                    <a:pt x="161" y="851"/>
                    <a:pt x="321" y="1184"/>
                  </a:cubicBezTo>
                  <a:cubicBezTo>
                    <a:pt x="388" y="1331"/>
                    <a:pt x="441" y="1491"/>
                    <a:pt x="494" y="1638"/>
                  </a:cubicBezTo>
                  <a:cubicBezTo>
                    <a:pt x="561" y="1785"/>
                    <a:pt x="574" y="1972"/>
                    <a:pt x="735" y="2079"/>
                  </a:cubicBezTo>
                  <a:cubicBezTo>
                    <a:pt x="761" y="2100"/>
                    <a:pt x="794" y="2111"/>
                    <a:pt x="827" y="2111"/>
                  </a:cubicBezTo>
                  <a:cubicBezTo>
                    <a:pt x="876" y="2111"/>
                    <a:pt x="924" y="2087"/>
                    <a:pt x="948" y="2039"/>
                  </a:cubicBezTo>
                  <a:cubicBezTo>
                    <a:pt x="1082" y="1758"/>
                    <a:pt x="855" y="1438"/>
                    <a:pt x="748" y="1184"/>
                  </a:cubicBezTo>
                  <a:cubicBezTo>
                    <a:pt x="574" y="810"/>
                    <a:pt x="388" y="437"/>
                    <a:pt x="214" y="63"/>
                  </a:cubicBezTo>
                  <a:cubicBezTo>
                    <a:pt x="187" y="20"/>
                    <a:pt x="148" y="1"/>
                    <a:pt x="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1" name="Google Shape;381;p10"/>
          <p:cNvSpPr/>
          <p:nvPr/>
        </p:nvSpPr>
        <p:spPr>
          <a:xfrm rot="5400000">
            <a:off x="-839839" y="3303021"/>
            <a:ext cx="2131755" cy="540803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0"/>
          <p:cNvSpPr/>
          <p:nvPr/>
        </p:nvSpPr>
        <p:spPr>
          <a:xfrm rot="5400000">
            <a:off x="-1019572" y="3184123"/>
            <a:ext cx="2545361" cy="645753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307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3"/>
          <p:cNvSpPr txBox="1">
            <a:spLocks noGrp="1"/>
          </p:cNvSpPr>
          <p:nvPr>
            <p:ph type="subTitle" idx="1"/>
          </p:nvPr>
        </p:nvSpPr>
        <p:spPr>
          <a:xfrm>
            <a:off x="621101" y="1995775"/>
            <a:ext cx="2531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5" name="Google Shape;405;p13"/>
          <p:cNvSpPr txBox="1">
            <a:spLocks noGrp="1"/>
          </p:cNvSpPr>
          <p:nvPr>
            <p:ph type="subTitle" idx="2"/>
          </p:nvPr>
        </p:nvSpPr>
        <p:spPr>
          <a:xfrm>
            <a:off x="621100" y="2352800"/>
            <a:ext cx="25314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13"/>
          <p:cNvSpPr txBox="1">
            <a:spLocks noGrp="1"/>
          </p:cNvSpPr>
          <p:nvPr>
            <p:ph type="title" idx="3" hasCustomPrompt="1"/>
          </p:nvPr>
        </p:nvSpPr>
        <p:spPr>
          <a:xfrm>
            <a:off x="1367200" y="1360225"/>
            <a:ext cx="10392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07" name="Google Shape;407;p13"/>
          <p:cNvSpPr txBox="1">
            <a:spLocks noGrp="1"/>
          </p:cNvSpPr>
          <p:nvPr>
            <p:ph type="subTitle" idx="4"/>
          </p:nvPr>
        </p:nvSpPr>
        <p:spPr>
          <a:xfrm>
            <a:off x="3306301" y="1995775"/>
            <a:ext cx="2531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8" name="Google Shape;408;p13"/>
          <p:cNvSpPr txBox="1">
            <a:spLocks noGrp="1"/>
          </p:cNvSpPr>
          <p:nvPr>
            <p:ph type="subTitle" idx="5"/>
          </p:nvPr>
        </p:nvSpPr>
        <p:spPr>
          <a:xfrm>
            <a:off x="3306300" y="2352800"/>
            <a:ext cx="25314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13"/>
          <p:cNvSpPr txBox="1">
            <a:spLocks noGrp="1"/>
          </p:cNvSpPr>
          <p:nvPr>
            <p:ph type="title" idx="6" hasCustomPrompt="1"/>
          </p:nvPr>
        </p:nvSpPr>
        <p:spPr>
          <a:xfrm>
            <a:off x="4052400" y="1360225"/>
            <a:ext cx="10392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0" name="Google Shape;410;p13"/>
          <p:cNvSpPr txBox="1">
            <a:spLocks noGrp="1"/>
          </p:cNvSpPr>
          <p:nvPr>
            <p:ph type="subTitle" idx="7"/>
          </p:nvPr>
        </p:nvSpPr>
        <p:spPr>
          <a:xfrm>
            <a:off x="5991501" y="1995775"/>
            <a:ext cx="2531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1" name="Google Shape;411;p13"/>
          <p:cNvSpPr txBox="1">
            <a:spLocks noGrp="1"/>
          </p:cNvSpPr>
          <p:nvPr>
            <p:ph type="subTitle" idx="8"/>
          </p:nvPr>
        </p:nvSpPr>
        <p:spPr>
          <a:xfrm>
            <a:off x="5991500" y="2352800"/>
            <a:ext cx="25314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3"/>
          <p:cNvSpPr txBox="1">
            <a:spLocks noGrp="1"/>
          </p:cNvSpPr>
          <p:nvPr>
            <p:ph type="title" idx="9" hasCustomPrompt="1"/>
          </p:nvPr>
        </p:nvSpPr>
        <p:spPr>
          <a:xfrm>
            <a:off x="6737600" y="1360225"/>
            <a:ext cx="10392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3" name="Google Shape;413;p13"/>
          <p:cNvSpPr txBox="1">
            <a:spLocks noGrp="1"/>
          </p:cNvSpPr>
          <p:nvPr>
            <p:ph type="subTitle" idx="13"/>
          </p:nvPr>
        </p:nvSpPr>
        <p:spPr>
          <a:xfrm>
            <a:off x="1963651" y="3742100"/>
            <a:ext cx="2531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4" name="Google Shape;414;p13"/>
          <p:cNvSpPr txBox="1">
            <a:spLocks noGrp="1"/>
          </p:cNvSpPr>
          <p:nvPr>
            <p:ph type="subTitle" idx="14"/>
          </p:nvPr>
        </p:nvSpPr>
        <p:spPr>
          <a:xfrm>
            <a:off x="1963650" y="4099100"/>
            <a:ext cx="25314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13"/>
          <p:cNvSpPr txBox="1">
            <a:spLocks noGrp="1"/>
          </p:cNvSpPr>
          <p:nvPr>
            <p:ph type="title" idx="15" hasCustomPrompt="1"/>
          </p:nvPr>
        </p:nvSpPr>
        <p:spPr>
          <a:xfrm>
            <a:off x="2709750" y="3127988"/>
            <a:ext cx="1039200" cy="41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6" name="Google Shape;416;p13"/>
          <p:cNvSpPr txBox="1">
            <a:spLocks noGrp="1"/>
          </p:cNvSpPr>
          <p:nvPr>
            <p:ph type="subTitle" idx="16"/>
          </p:nvPr>
        </p:nvSpPr>
        <p:spPr>
          <a:xfrm>
            <a:off x="4648851" y="3742100"/>
            <a:ext cx="2531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7" name="Google Shape;417;p13"/>
          <p:cNvSpPr txBox="1">
            <a:spLocks noGrp="1"/>
          </p:cNvSpPr>
          <p:nvPr>
            <p:ph type="subTitle" idx="17"/>
          </p:nvPr>
        </p:nvSpPr>
        <p:spPr>
          <a:xfrm>
            <a:off x="4648850" y="4099100"/>
            <a:ext cx="25314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13"/>
          <p:cNvSpPr txBox="1">
            <a:spLocks noGrp="1"/>
          </p:cNvSpPr>
          <p:nvPr>
            <p:ph type="title" idx="18" hasCustomPrompt="1"/>
          </p:nvPr>
        </p:nvSpPr>
        <p:spPr>
          <a:xfrm>
            <a:off x="5394950" y="3127988"/>
            <a:ext cx="10392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419" name="Google Shape;419;p13"/>
          <p:cNvGrpSpPr/>
          <p:nvPr/>
        </p:nvGrpSpPr>
        <p:grpSpPr>
          <a:xfrm>
            <a:off x="-51165" y="4099100"/>
            <a:ext cx="2094439" cy="1135962"/>
            <a:chOff x="-51165" y="4099100"/>
            <a:chExt cx="2094439" cy="1135962"/>
          </a:xfrm>
        </p:grpSpPr>
        <p:sp>
          <p:nvSpPr>
            <p:cNvPr id="420" name="Google Shape;420;p13"/>
            <p:cNvSpPr/>
            <p:nvPr/>
          </p:nvSpPr>
          <p:spPr>
            <a:xfrm flipH="1">
              <a:off x="-51165" y="4288365"/>
              <a:ext cx="1988149" cy="860346"/>
            </a:xfrm>
            <a:custGeom>
              <a:avLst/>
              <a:gdLst/>
              <a:ahLst/>
              <a:cxnLst/>
              <a:rect l="l" t="t" r="r" b="b"/>
              <a:pathLst>
                <a:path w="53120" h="22987" extrusionOk="0">
                  <a:moveTo>
                    <a:pt x="50053" y="1"/>
                  </a:moveTo>
                  <a:cubicBezTo>
                    <a:pt x="48399" y="1"/>
                    <a:pt x="46433" y="515"/>
                    <a:pt x="45122" y="2545"/>
                  </a:cubicBezTo>
                  <a:cubicBezTo>
                    <a:pt x="42889" y="6001"/>
                    <a:pt x="42287" y="13928"/>
                    <a:pt x="34574" y="13928"/>
                  </a:cubicBezTo>
                  <a:cubicBezTo>
                    <a:pt x="33110" y="13928"/>
                    <a:pt x="31389" y="13642"/>
                    <a:pt x="29353" y="12986"/>
                  </a:cubicBezTo>
                  <a:cubicBezTo>
                    <a:pt x="25641" y="11790"/>
                    <a:pt x="21571" y="11168"/>
                    <a:pt x="17700" y="11168"/>
                  </a:cubicBezTo>
                  <a:cubicBezTo>
                    <a:pt x="8257" y="11168"/>
                    <a:pt x="1" y="14871"/>
                    <a:pt x="1033" y="22987"/>
                  </a:cubicBezTo>
                  <a:lnTo>
                    <a:pt x="53120" y="22987"/>
                  </a:lnTo>
                  <a:lnTo>
                    <a:pt x="53120" y="542"/>
                  </a:lnTo>
                  <a:cubicBezTo>
                    <a:pt x="53120" y="542"/>
                    <a:pt x="51750" y="1"/>
                    <a:pt x="500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3"/>
            <p:cNvSpPr/>
            <p:nvPr/>
          </p:nvSpPr>
          <p:spPr>
            <a:xfrm flipH="1">
              <a:off x="-18569" y="4099100"/>
              <a:ext cx="2061844" cy="1135962"/>
            </a:xfrm>
            <a:custGeom>
              <a:avLst/>
              <a:gdLst/>
              <a:ahLst/>
              <a:cxnLst/>
              <a:rect l="l" t="t" r="r" b="b"/>
              <a:pathLst>
                <a:path w="55089" h="30351" extrusionOk="0">
                  <a:moveTo>
                    <a:pt x="38167" y="7979"/>
                  </a:moveTo>
                  <a:cubicBezTo>
                    <a:pt x="38974" y="7979"/>
                    <a:pt x="39495" y="9771"/>
                    <a:pt x="39683" y="10619"/>
                  </a:cubicBezTo>
                  <a:cubicBezTo>
                    <a:pt x="39617" y="10630"/>
                    <a:pt x="39550" y="10635"/>
                    <a:pt x="39482" y="10635"/>
                  </a:cubicBezTo>
                  <a:cubicBezTo>
                    <a:pt x="39292" y="10635"/>
                    <a:pt x="39100" y="10595"/>
                    <a:pt x="38922" y="10526"/>
                  </a:cubicBezTo>
                  <a:cubicBezTo>
                    <a:pt x="38255" y="10245"/>
                    <a:pt x="36786" y="8710"/>
                    <a:pt x="37827" y="8082"/>
                  </a:cubicBezTo>
                  <a:cubicBezTo>
                    <a:pt x="37946" y="8011"/>
                    <a:pt x="38059" y="7979"/>
                    <a:pt x="38167" y="7979"/>
                  </a:cubicBezTo>
                  <a:close/>
                  <a:moveTo>
                    <a:pt x="15983" y="11834"/>
                  </a:moveTo>
                  <a:cubicBezTo>
                    <a:pt x="16264" y="11834"/>
                    <a:pt x="16531" y="11861"/>
                    <a:pt x="16798" y="11901"/>
                  </a:cubicBezTo>
                  <a:cubicBezTo>
                    <a:pt x="17813" y="12034"/>
                    <a:pt x="19134" y="12902"/>
                    <a:pt x="18200" y="14051"/>
                  </a:cubicBezTo>
                  <a:cubicBezTo>
                    <a:pt x="17938" y="14372"/>
                    <a:pt x="17585" y="14514"/>
                    <a:pt x="17229" y="14514"/>
                  </a:cubicBezTo>
                  <a:cubicBezTo>
                    <a:pt x="16624" y="14514"/>
                    <a:pt x="16013" y="14102"/>
                    <a:pt x="15836" y="13463"/>
                  </a:cubicBezTo>
                  <a:cubicBezTo>
                    <a:pt x="15703" y="12942"/>
                    <a:pt x="15796" y="12368"/>
                    <a:pt x="15983" y="11834"/>
                  </a:cubicBezTo>
                  <a:close/>
                  <a:moveTo>
                    <a:pt x="52128" y="0"/>
                  </a:moveTo>
                  <a:cubicBezTo>
                    <a:pt x="49429" y="0"/>
                    <a:pt x="46532" y="1938"/>
                    <a:pt x="44917" y="3796"/>
                  </a:cubicBezTo>
                  <a:cubicBezTo>
                    <a:pt x="43582" y="5318"/>
                    <a:pt x="42674" y="7134"/>
                    <a:pt x="41579" y="8817"/>
                  </a:cubicBezTo>
                  <a:cubicBezTo>
                    <a:pt x="41206" y="9377"/>
                    <a:pt x="40778" y="10085"/>
                    <a:pt x="40204" y="10432"/>
                  </a:cubicBezTo>
                  <a:cubicBezTo>
                    <a:pt x="40017" y="9564"/>
                    <a:pt x="39697" y="8683"/>
                    <a:pt x="39149" y="8029"/>
                  </a:cubicBezTo>
                  <a:cubicBezTo>
                    <a:pt x="38860" y="7691"/>
                    <a:pt x="38464" y="7493"/>
                    <a:pt x="38079" y="7493"/>
                  </a:cubicBezTo>
                  <a:cubicBezTo>
                    <a:pt x="37718" y="7493"/>
                    <a:pt x="37365" y="7668"/>
                    <a:pt x="37120" y="8069"/>
                  </a:cubicBezTo>
                  <a:cubicBezTo>
                    <a:pt x="36385" y="9297"/>
                    <a:pt x="38094" y="10953"/>
                    <a:pt x="39203" y="11153"/>
                  </a:cubicBezTo>
                  <a:cubicBezTo>
                    <a:pt x="39303" y="11167"/>
                    <a:pt x="39403" y="11173"/>
                    <a:pt x="39503" y="11173"/>
                  </a:cubicBezTo>
                  <a:cubicBezTo>
                    <a:pt x="39603" y="11173"/>
                    <a:pt x="39703" y="11167"/>
                    <a:pt x="39804" y="11153"/>
                  </a:cubicBezTo>
                  <a:lnTo>
                    <a:pt x="39804" y="11153"/>
                  </a:lnTo>
                  <a:cubicBezTo>
                    <a:pt x="39977" y="12302"/>
                    <a:pt x="39657" y="13463"/>
                    <a:pt x="38922" y="14358"/>
                  </a:cubicBezTo>
                  <a:cubicBezTo>
                    <a:pt x="38269" y="15183"/>
                    <a:pt x="37407" y="15483"/>
                    <a:pt x="36487" y="15483"/>
                  </a:cubicBezTo>
                  <a:cubicBezTo>
                    <a:pt x="35130" y="15483"/>
                    <a:pt x="33648" y="14832"/>
                    <a:pt x="32527" y="14251"/>
                  </a:cubicBezTo>
                  <a:cubicBezTo>
                    <a:pt x="30097" y="12996"/>
                    <a:pt x="27920" y="11313"/>
                    <a:pt x="25664" y="9751"/>
                  </a:cubicBezTo>
                  <a:cubicBezTo>
                    <a:pt x="24916" y="9231"/>
                    <a:pt x="24141" y="8656"/>
                    <a:pt x="23287" y="8323"/>
                  </a:cubicBezTo>
                  <a:cubicBezTo>
                    <a:pt x="22507" y="8018"/>
                    <a:pt x="21652" y="7850"/>
                    <a:pt x="20800" y="7850"/>
                  </a:cubicBezTo>
                  <a:cubicBezTo>
                    <a:pt x="19973" y="7850"/>
                    <a:pt x="19149" y="8008"/>
                    <a:pt x="18400" y="8349"/>
                  </a:cubicBezTo>
                  <a:cubicBezTo>
                    <a:pt x="17158" y="8950"/>
                    <a:pt x="16184" y="10005"/>
                    <a:pt x="15676" y="11287"/>
                  </a:cubicBezTo>
                  <a:cubicBezTo>
                    <a:pt x="11417" y="11367"/>
                    <a:pt x="7545" y="13436"/>
                    <a:pt x="4701" y="16561"/>
                  </a:cubicBezTo>
                  <a:cubicBezTo>
                    <a:pt x="3138" y="18283"/>
                    <a:pt x="1670" y="20366"/>
                    <a:pt x="882" y="22569"/>
                  </a:cubicBezTo>
                  <a:cubicBezTo>
                    <a:pt x="1" y="25053"/>
                    <a:pt x="335" y="27670"/>
                    <a:pt x="268" y="30247"/>
                  </a:cubicBezTo>
                  <a:cubicBezTo>
                    <a:pt x="268" y="30317"/>
                    <a:pt x="316" y="30350"/>
                    <a:pt x="369" y="30350"/>
                  </a:cubicBezTo>
                  <a:cubicBezTo>
                    <a:pt x="426" y="30350"/>
                    <a:pt x="488" y="30310"/>
                    <a:pt x="495" y="30233"/>
                  </a:cubicBezTo>
                  <a:cubicBezTo>
                    <a:pt x="682" y="27990"/>
                    <a:pt x="495" y="25667"/>
                    <a:pt x="1109" y="23477"/>
                  </a:cubicBezTo>
                  <a:cubicBezTo>
                    <a:pt x="1683" y="21408"/>
                    <a:pt x="2952" y="19498"/>
                    <a:pt x="4300" y="17856"/>
                  </a:cubicBezTo>
                  <a:cubicBezTo>
                    <a:pt x="6890" y="14665"/>
                    <a:pt x="10335" y="12422"/>
                    <a:pt x="14474" y="11928"/>
                  </a:cubicBezTo>
                  <a:cubicBezTo>
                    <a:pt x="14808" y="11888"/>
                    <a:pt x="15142" y="11861"/>
                    <a:pt x="15476" y="11848"/>
                  </a:cubicBezTo>
                  <a:lnTo>
                    <a:pt x="15476" y="11848"/>
                  </a:lnTo>
                  <a:cubicBezTo>
                    <a:pt x="15129" y="12996"/>
                    <a:pt x="15249" y="14344"/>
                    <a:pt x="16504" y="14878"/>
                  </a:cubicBezTo>
                  <a:cubicBezTo>
                    <a:pt x="16730" y="14977"/>
                    <a:pt x="16964" y="15022"/>
                    <a:pt x="17194" y="15022"/>
                  </a:cubicBezTo>
                  <a:cubicBezTo>
                    <a:pt x="18244" y="15022"/>
                    <a:pt x="19220" y="14079"/>
                    <a:pt x="19001" y="12929"/>
                  </a:cubicBezTo>
                  <a:cubicBezTo>
                    <a:pt x="18761" y="11634"/>
                    <a:pt x="17372" y="11340"/>
                    <a:pt x="16224" y="11300"/>
                  </a:cubicBezTo>
                  <a:cubicBezTo>
                    <a:pt x="16290" y="11167"/>
                    <a:pt x="16344" y="11046"/>
                    <a:pt x="16411" y="10926"/>
                  </a:cubicBezTo>
                  <a:cubicBezTo>
                    <a:pt x="17315" y="9250"/>
                    <a:pt x="18981" y="8358"/>
                    <a:pt x="20820" y="8358"/>
                  </a:cubicBezTo>
                  <a:cubicBezTo>
                    <a:pt x="21017" y="8358"/>
                    <a:pt x="21217" y="8369"/>
                    <a:pt x="21418" y="8389"/>
                  </a:cubicBezTo>
                  <a:cubicBezTo>
                    <a:pt x="22659" y="8523"/>
                    <a:pt x="23634" y="9004"/>
                    <a:pt x="24662" y="9671"/>
                  </a:cubicBezTo>
                  <a:cubicBezTo>
                    <a:pt x="26785" y="11073"/>
                    <a:pt x="28788" y="12662"/>
                    <a:pt x="30991" y="13971"/>
                  </a:cubicBezTo>
                  <a:cubicBezTo>
                    <a:pt x="32530" y="14898"/>
                    <a:pt x="34501" y="16009"/>
                    <a:pt x="36415" y="16009"/>
                  </a:cubicBezTo>
                  <a:cubicBezTo>
                    <a:pt x="36760" y="16009"/>
                    <a:pt x="37102" y="15973"/>
                    <a:pt x="37440" y="15893"/>
                  </a:cubicBezTo>
                  <a:cubicBezTo>
                    <a:pt x="39376" y="15453"/>
                    <a:pt x="40618" y="13209"/>
                    <a:pt x="40364" y="11313"/>
                  </a:cubicBezTo>
                  <a:cubicBezTo>
                    <a:pt x="40351" y="11207"/>
                    <a:pt x="40324" y="11100"/>
                    <a:pt x="40311" y="10980"/>
                  </a:cubicBezTo>
                  <a:cubicBezTo>
                    <a:pt x="41486" y="10419"/>
                    <a:pt x="42287" y="8670"/>
                    <a:pt x="42875" y="7708"/>
                  </a:cubicBezTo>
                  <a:cubicBezTo>
                    <a:pt x="44130" y="5652"/>
                    <a:pt x="45371" y="3649"/>
                    <a:pt x="47414" y="2261"/>
                  </a:cubicBezTo>
                  <a:cubicBezTo>
                    <a:pt x="48796" y="1316"/>
                    <a:pt x="50558" y="526"/>
                    <a:pt x="52268" y="526"/>
                  </a:cubicBezTo>
                  <a:cubicBezTo>
                    <a:pt x="53120" y="526"/>
                    <a:pt x="53959" y="722"/>
                    <a:pt x="54731" y="1193"/>
                  </a:cubicBezTo>
                  <a:cubicBezTo>
                    <a:pt x="54762" y="1214"/>
                    <a:pt x="54792" y="1224"/>
                    <a:pt x="54821" y="1224"/>
                  </a:cubicBezTo>
                  <a:cubicBezTo>
                    <a:pt x="54973" y="1224"/>
                    <a:pt x="55088" y="973"/>
                    <a:pt x="54932" y="872"/>
                  </a:cubicBezTo>
                  <a:cubicBezTo>
                    <a:pt x="54071" y="258"/>
                    <a:pt x="53113" y="0"/>
                    <a:pt x="521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3"/>
            <p:cNvSpPr/>
            <p:nvPr/>
          </p:nvSpPr>
          <p:spPr>
            <a:xfrm flipH="1">
              <a:off x="82873" y="4607424"/>
              <a:ext cx="394636" cy="164045"/>
            </a:xfrm>
            <a:custGeom>
              <a:avLst/>
              <a:gdLst/>
              <a:ahLst/>
              <a:cxnLst/>
              <a:rect l="l" t="t" r="r" b="b"/>
              <a:pathLst>
                <a:path w="10544" h="4383" extrusionOk="0">
                  <a:moveTo>
                    <a:pt x="5884" y="0"/>
                  </a:moveTo>
                  <a:cubicBezTo>
                    <a:pt x="5485" y="0"/>
                    <a:pt x="5054" y="34"/>
                    <a:pt x="4590" y="108"/>
                  </a:cubicBezTo>
                  <a:cubicBezTo>
                    <a:pt x="161" y="815"/>
                    <a:pt x="1" y="4382"/>
                    <a:pt x="4617" y="4382"/>
                  </a:cubicBezTo>
                  <a:cubicBezTo>
                    <a:pt x="5317" y="4382"/>
                    <a:pt x="6126" y="4300"/>
                    <a:pt x="7047" y="4114"/>
                  </a:cubicBezTo>
                  <a:cubicBezTo>
                    <a:pt x="10544" y="3410"/>
                    <a:pt x="9878" y="0"/>
                    <a:pt x="58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3"/>
            <p:cNvSpPr/>
            <p:nvPr/>
          </p:nvSpPr>
          <p:spPr>
            <a:xfrm flipH="1">
              <a:off x="471367" y="4651924"/>
              <a:ext cx="107267" cy="107118"/>
            </a:xfrm>
            <a:custGeom>
              <a:avLst/>
              <a:gdLst/>
              <a:ahLst/>
              <a:cxnLst/>
              <a:rect l="l" t="t" r="r" b="b"/>
              <a:pathLst>
                <a:path w="2866" h="2862" extrusionOk="0">
                  <a:moveTo>
                    <a:pt x="2191" y="0"/>
                  </a:moveTo>
                  <a:cubicBezTo>
                    <a:pt x="1762" y="0"/>
                    <a:pt x="1109" y="421"/>
                    <a:pt x="589" y="1296"/>
                  </a:cubicBezTo>
                  <a:cubicBezTo>
                    <a:pt x="0" y="2288"/>
                    <a:pt x="212" y="2862"/>
                    <a:pt x="712" y="2862"/>
                  </a:cubicBezTo>
                  <a:cubicBezTo>
                    <a:pt x="1140" y="2862"/>
                    <a:pt x="1782" y="2439"/>
                    <a:pt x="2312" y="1496"/>
                  </a:cubicBezTo>
                  <a:cubicBezTo>
                    <a:pt x="2866" y="514"/>
                    <a:pt x="2665" y="0"/>
                    <a:pt x="2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3"/>
            <p:cNvSpPr/>
            <p:nvPr/>
          </p:nvSpPr>
          <p:spPr>
            <a:xfrm flipH="1">
              <a:off x="280637" y="4794855"/>
              <a:ext cx="285796" cy="106257"/>
            </a:xfrm>
            <a:custGeom>
              <a:avLst/>
              <a:gdLst/>
              <a:ahLst/>
              <a:cxnLst/>
              <a:rect l="l" t="t" r="r" b="b"/>
              <a:pathLst>
                <a:path w="7636" h="2839" extrusionOk="0">
                  <a:moveTo>
                    <a:pt x="3644" y="1"/>
                  </a:moveTo>
                  <a:cubicBezTo>
                    <a:pt x="3530" y="1"/>
                    <a:pt x="3413" y="5"/>
                    <a:pt x="3294" y="14"/>
                  </a:cubicBezTo>
                  <a:cubicBezTo>
                    <a:pt x="526" y="215"/>
                    <a:pt x="1" y="2838"/>
                    <a:pt x="2890" y="2838"/>
                  </a:cubicBezTo>
                  <a:cubicBezTo>
                    <a:pt x="3262" y="2838"/>
                    <a:pt x="3689" y="2795"/>
                    <a:pt x="4176" y="2697"/>
                  </a:cubicBezTo>
                  <a:cubicBezTo>
                    <a:pt x="7635" y="2008"/>
                    <a:pt x="6139" y="1"/>
                    <a:pt x="36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5" name="Google Shape;425;p13"/>
          <p:cNvSpPr/>
          <p:nvPr/>
        </p:nvSpPr>
        <p:spPr>
          <a:xfrm rot="10800000">
            <a:off x="3523974" y="3"/>
            <a:ext cx="2841501" cy="309524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3"/>
          <p:cNvSpPr/>
          <p:nvPr/>
        </p:nvSpPr>
        <p:spPr>
          <a:xfrm rot="10800000">
            <a:off x="8698310" y="3315343"/>
            <a:ext cx="509640" cy="1556432"/>
          </a:xfrm>
          <a:custGeom>
            <a:avLst/>
            <a:gdLst/>
            <a:ahLst/>
            <a:cxnLst/>
            <a:rect l="l" t="t" r="r" b="b"/>
            <a:pathLst>
              <a:path w="8653" h="26425" extrusionOk="0">
                <a:moveTo>
                  <a:pt x="0" y="1"/>
                </a:moveTo>
                <a:lnTo>
                  <a:pt x="147" y="26425"/>
                </a:lnTo>
                <a:cubicBezTo>
                  <a:pt x="4807" y="18787"/>
                  <a:pt x="8652" y="11444"/>
                  <a:pt x="6917" y="6917"/>
                </a:cubicBezTo>
                <a:cubicBezTo>
                  <a:pt x="5087" y="2124"/>
                  <a:pt x="0" y="1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8332825" y="4769150"/>
            <a:ext cx="727300" cy="273000"/>
          </a:xfrm>
          <a:custGeom>
            <a:avLst/>
            <a:gdLst/>
            <a:ahLst/>
            <a:cxnLst/>
            <a:rect l="l" t="t" r="r" b="b"/>
            <a:pathLst>
              <a:path w="29092" h="10920" extrusionOk="0">
                <a:moveTo>
                  <a:pt x="9899" y="0"/>
                </a:moveTo>
                <a:cubicBezTo>
                  <a:pt x="9303" y="0"/>
                  <a:pt x="8707" y="32"/>
                  <a:pt x="8116" y="99"/>
                </a:cubicBezTo>
                <a:cubicBezTo>
                  <a:pt x="2269" y="769"/>
                  <a:pt x="0" y="10919"/>
                  <a:pt x="11186" y="10919"/>
                </a:cubicBezTo>
                <a:cubicBezTo>
                  <a:pt x="12261" y="10919"/>
                  <a:pt x="13460" y="10826"/>
                  <a:pt x="14792" y="10621"/>
                </a:cubicBezTo>
                <a:cubicBezTo>
                  <a:pt x="29092" y="8420"/>
                  <a:pt x="19557" y="0"/>
                  <a:pt x="98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3"/>
          <p:cNvSpPr/>
          <p:nvPr/>
        </p:nvSpPr>
        <p:spPr>
          <a:xfrm rot="10800000">
            <a:off x="6383838" y="188082"/>
            <a:ext cx="731887" cy="432568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3"/>
          <p:cNvSpPr/>
          <p:nvPr/>
        </p:nvSpPr>
        <p:spPr>
          <a:xfrm rot="10800000">
            <a:off x="6011406" y="395179"/>
            <a:ext cx="335627" cy="236144"/>
          </a:xfrm>
          <a:custGeom>
            <a:avLst/>
            <a:gdLst/>
            <a:ahLst/>
            <a:cxnLst/>
            <a:rect l="l" t="t" r="r" b="b"/>
            <a:pathLst>
              <a:path w="4622" h="3252" extrusionOk="0">
                <a:moveTo>
                  <a:pt x="2299" y="0"/>
                </a:moveTo>
                <a:cubicBezTo>
                  <a:pt x="2168" y="0"/>
                  <a:pt x="2030" y="9"/>
                  <a:pt x="1883" y="26"/>
                </a:cubicBezTo>
                <a:cubicBezTo>
                  <a:pt x="416" y="182"/>
                  <a:pt x="1" y="3252"/>
                  <a:pt x="2151" y="3252"/>
                </a:cubicBezTo>
                <a:cubicBezTo>
                  <a:pt x="2564" y="3252"/>
                  <a:pt x="3072" y="3139"/>
                  <a:pt x="3685" y="2870"/>
                </a:cubicBezTo>
                <a:cubicBezTo>
                  <a:pt x="4381" y="2566"/>
                  <a:pt x="4621" y="0"/>
                  <a:pt x="229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4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32" name="Google Shape;432;p14"/>
          <p:cNvSpPr txBox="1">
            <a:spLocks noGrp="1"/>
          </p:cNvSpPr>
          <p:nvPr>
            <p:ph type="subTitle" idx="1"/>
          </p:nvPr>
        </p:nvSpPr>
        <p:spPr>
          <a:xfrm>
            <a:off x="2170900" y="1232088"/>
            <a:ext cx="4802100" cy="26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33" name="Google Shape;433;p14"/>
          <p:cNvSpPr/>
          <p:nvPr/>
        </p:nvSpPr>
        <p:spPr>
          <a:xfrm rot="389956">
            <a:off x="5424984" y="-148999"/>
            <a:ext cx="2928662" cy="715501"/>
          </a:xfrm>
          <a:custGeom>
            <a:avLst/>
            <a:gdLst/>
            <a:ahLst/>
            <a:cxnLst/>
            <a:rect l="l" t="t" r="r" b="b"/>
            <a:pathLst>
              <a:path w="26226" h="5977" extrusionOk="0">
                <a:moveTo>
                  <a:pt x="19856" y="1"/>
                </a:moveTo>
                <a:cubicBezTo>
                  <a:pt x="12496" y="1"/>
                  <a:pt x="305" y="1677"/>
                  <a:pt x="305" y="1677"/>
                </a:cubicBezTo>
                <a:cubicBezTo>
                  <a:pt x="0" y="4131"/>
                  <a:pt x="5883" y="5977"/>
                  <a:pt x="12166" y="5977"/>
                </a:cubicBezTo>
                <a:cubicBezTo>
                  <a:pt x="17164" y="5977"/>
                  <a:pt x="22415" y="4809"/>
                  <a:pt x="25007" y="1851"/>
                </a:cubicBezTo>
                <a:cubicBezTo>
                  <a:pt x="26225" y="458"/>
                  <a:pt x="23700" y="1"/>
                  <a:pt x="198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6061450" y="3843150"/>
            <a:ext cx="3160773" cy="1367784"/>
          </a:xfrm>
          <a:custGeom>
            <a:avLst/>
            <a:gdLst/>
            <a:ahLst/>
            <a:cxnLst/>
            <a:rect l="l" t="t" r="r" b="b"/>
            <a:pathLst>
              <a:path w="53120" h="22987" extrusionOk="0">
                <a:moveTo>
                  <a:pt x="50053" y="1"/>
                </a:moveTo>
                <a:cubicBezTo>
                  <a:pt x="48399" y="1"/>
                  <a:pt x="46433" y="515"/>
                  <a:pt x="45122" y="2545"/>
                </a:cubicBezTo>
                <a:cubicBezTo>
                  <a:pt x="42889" y="6001"/>
                  <a:pt x="42287" y="13928"/>
                  <a:pt x="34574" y="13928"/>
                </a:cubicBezTo>
                <a:cubicBezTo>
                  <a:pt x="33110" y="13928"/>
                  <a:pt x="31389" y="13642"/>
                  <a:pt x="29353" y="12986"/>
                </a:cubicBezTo>
                <a:cubicBezTo>
                  <a:pt x="25641" y="11790"/>
                  <a:pt x="21571" y="11168"/>
                  <a:pt x="17700" y="11168"/>
                </a:cubicBezTo>
                <a:cubicBezTo>
                  <a:pt x="8257" y="11168"/>
                  <a:pt x="1" y="14871"/>
                  <a:pt x="1033" y="22987"/>
                </a:cubicBezTo>
                <a:lnTo>
                  <a:pt x="53120" y="22987"/>
                </a:lnTo>
                <a:lnTo>
                  <a:pt x="53120" y="542"/>
                </a:lnTo>
                <a:cubicBezTo>
                  <a:pt x="53120" y="542"/>
                  <a:pt x="51750" y="1"/>
                  <a:pt x="5005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8039108" y="-72653"/>
            <a:ext cx="906573" cy="376861"/>
          </a:xfrm>
          <a:custGeom>
            <a:avLst/>
            <a:gdLst/>
            <a:ahLst/>
            <a:cxnLst/>
            <a:rect l="l" t="t" r="r" b="b"/>
            <a:pathLst>
              <a:path w="10544" h="4383" extrusionOk="0">
                <a:moveTo>
                  <a:pt x="5884" y="0"/>
                </a:moveTo>
                <a:cubicBezTo>
                  <a:pt x="5485" y="0"/>
                  <a:pt x="5054" y="34"/>
                  <a:pt x="4590" y="108"/>
                </a:cubicBezTo>
                <a:cubicBezTo>
                  <a:pt x="161" y="815"/>
                  <a:pt x="1" y="4382"/>
                  <a:pt x="4617" y="4382"/>
                </a:cubicBezTo>
                <a:cubicBezTo>
                  <a:pt x="5317" y="4382"/>
                  <a:pt x="6126" y="4300"/>
                  <a:pt x="7047" y="4114"/>
                </a:cubicBezTo>
                <a:cubicBezTo>
                  <a:pt x="10544" y="3410"/>
                  <a:pt x="9878" y="0"/>
                  <a:pt x="58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7834823" y="357947"/>
            <a:ext cx="656543" cy="244104"/>
          </a:xfrm>
          <a:custGeom>
            <a:avLst/>
            <a:gdLst/>
            <a:ahLst/>
            <a:cxnLst/>
            <a:rect l="l" t="t" r="r" b="b"/>
            <a:pathLst>
              <a:path w="7636" h="2839" extrusionOk="0">
                <a:moveTo>
                  <a:pt x="3644" y="1"/>
                </a:moveTo>
                <a:cubicBezTo>
                  <a:pt x="3530" y="1"/>
                  <a:pt x="3413" y="5"/>
                  <a:pt x="3294" y="14"/>
                </a:cubicBezTo>
                <a:cubicBezTo>
                  <a:pt x="526" y="215"/>
                  <a:pt x="1" y="2838"/>
                  <a:pt x="2890" y="2838"/>
                </a:cubicBezTo>
                <a:cubicBezTo>
                  <a:pt x="3262" y="2838"/>
                  <a:pt x="3689" y="2795"/>
                  <a:pt x="4176" y="2697"/>
                </a:cubicBezTo>
                <a:cubicBezTo>
                  <a:pt x="7635" y="2008"/>
                  <a:pt x="6139" y="1"/>
                  <a:pt x="36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7806795" y="29580"/>
            <a:ext cx="246419" cy="246082"/>
          </a:xfrm>
          <a:custGeom>
            <a:avLst/>
            <a:gdLst/>
            <a:ahLst/>
            <a:cxnLst/>
            <a:rect l="l" t="t" r="r" b="b"/>
            <a:pathLst>
              <a:path w="2866" h="2862" extrusionOk="0">
                <a:moveTo>
                  <a:pt x="2191" y="0"/>
                </a:moveTo>
                <a:cubicBezTo>
                  <a:pt x="1762" y="0"/>
                  <a:pt x="1109" y="421"/>
                  <a:pt x="589" y="1296"/>
                </a:cubicBezTo>
                <a:cubicBezTo>
                  <a:pt x="0" y="2288"/>
                  <a:pt x="212" y="2862"/>
                  <a:pt x="712" y="2862"/>
                </a:cubicBezTo>
                <a:cubicBezTo>
                  <a:pt x="1140" y="2862"/>
                  <a:pt x="1782" y="2439"/>
                  <a:pt x="2312" y="1496"/>
                </a:cubicBezTo>
                <a:cubicBezTo>
                  <a:pt x="2866" y="514"/>
                  <a:pt x="2665" y="0"/>
                  <a:pt x="21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18"/>
          <p:cNvSpPr/>
          <p:nvPr/>
        </p:nvSpPr>
        <p:spPr>
          <a:xfrm rot="10800000" flipH="1">
            <a:off x="8702200" y="402994"/>
            <a:ext cx="590186" cy="1562631"/>
          </a:xfrm>
          <a:custGeom>
            <a:avLst/>
            <a:gdLst/>
            <a:ahLst/>
            <a:cxnLst/>
            <a:rect l="l" t="t" r="r" b="b"/>
            <a:pathLst>
              <a:path w="10856" h="28742" extrusionOk="0">
                <a:moveTo>
                  <a:pt x="8653" y="0"/>
                </a:moveTo>
                <a:cubicBezTo>
                  <a:pt x="8055" y="0"/>
                  <a:pt x="7714" y="914"/>
                  <a:pt x="7477" y="1309"/>
                </a:cubicBezTo>
                <a:cubicBezTo>
                  <a:pt x="6863" y="2351"/>
                  <a:pt x="6289" y="3405"/>
                  <a:pt x="5741" y="4474"/>
                </a:cubicBezTo>
                <a:cubicBezTo>
                  <a:pt x="4727" y="6436"/>
                  <a:pt x="3832" y="8466"/>
                  <a:pt x="3031" y="10535"/>
                </a:cubicBezTo>
                <a:cubicBezTo>
                  <a:pt x="2176" y="12698"/>
                  <a:pt x="1469" y="14928"/>
                  <a:pt x="908" y="17185"/>
                </a:cubicBezTo>
                <a:cubicBezTo>
                  <a:pt x="414" y="19228"/>
                  <a:pt x="134" y="21391"/>
                  <a:pt x="628" y="23460"/>
                </a:cubicBezTo>
                <a:cubicBezTo>
                  <a:pt x="1055" y="25356"/>
                  <a:pt x="2150" y="27212"/>
                  <a:pt x="3912" y="28120"/>
                </a:cubicBezTo>
                <a:cubicBezTo>
                  <a:pt x="4691" y="28525"/>
                  <a:pt x="5550" y="28741"/>
                  <a:pt x="6401" y="28741"/>
                </a:cubicBezTo>
                <a:cubicBezTo>
                  <a:pt x="7345" y="28741"/>
                  <a:pt x="8279" y="28475"/>
                  <a:pt x="9080" y="27906"/>
                </a:cubicBezTo>
                <a:cubicBezTo>
                  <a:pt x="9190" y="27829"/>
                  <a:pt x="9118" y="27670"/>
                  <a:pt x="9021" y="27670"/>
                </a:cubicBezTo>
                <a:cubicBezTo>
                  <a:pt x="9001" y="27670"/>
                  <a:pt x="8980" y="27677"/>
                  <a:pt x="8959" y="27693"/>
                </a:cubicBezTo>
                <a:cubicBezTo>
                  <a:pt x="8193" y="28237"/>
                  <a:pt x="7299" y="28491"/>
                  <a:pt x="6396" y="28491"/>
                </a:cubicBezTo>
                <a:cubicBezTo>
                  <a:pt x="5506" y="28491"/>
                  <a:pt x="4608" y="28244"/>
                  <a:pt x="3819" y="27786"/>
                </a:cubicBezTo>
                <a:cubicBezTo>
                  <a:pt x="2190" y="26838"/>
                  <a:pt x="1215" y="25062"/>
                  <a:pt x="828" y="23287"/>
                </a:cubicBezTo>
                <a:cubicBezTo>
                  <a:pt x="0" y="19415"/>
                  <a:pt x="1589" y="15182"/>
                  <a:pt x="2897" y="11590"/>
                </a:cubicBezTo>
                <a:cubicBezTo>
                  <a:pt x="3578" y="9721"/>
                  <a:pt x="4353" y="7878"/>
                  <a:pt x="5221" y="6076"/>
                </a:cubicBezTo>
                <a:cubicBezTo>
                  <a:pt x="5621" y="5221"/>
                  <a:pt x="6062" y="4367"/>
                  <a:pt x="6503" y="3539"/>
                </a:cubicBezTo>
                <a:cubicBezTo>
                  <a:pt x="6943" y="2724"/>
                  <a:pt x="7370" y="1616"/>
                  <a:pt x="7998" y="922"/>
                </a:cubicBezTo>
                <a:cubicBezTo>
                  <a:pt x="8153" y="748"/>
                  <a:pt x="8258" y="269"/>
                  <a:pt x="8553" y="269"/>
                </a:cubicBezTo>
                <a:cubicBezTo>
                  <a:pt x="8689" y="269"/>
                  <a:pt x="8865" y="372"/>
                  <a:pt x="9106" y="655"/>
                </a:cubicBezTo>
                <a:cubicBezTo>
                  <a:pt x="9226" y="788"/>
                  <a:pt x="9253" y="1029"/>
                  <a:pt x="9293" y="1216"/>
                </a:cubicBezTo>
                <a:cubicBezTo>
                  <a:pt x="9427" y="1723"/>
                  <a:pt x="9480" y="2284"/>
                  <a:pt x="9560" y="2805"/>
                </a:cubicBezTo>
                <a:cubicBezTo>
                  <a:pt x="9747" y="3966"/>
                  <a:pt x="9894" y="5128"/>
                  <a:pt x="10028" y="6289"/>
                </a:cubicBezTo>
                <a:cubicBezTo>
                  <a:pt x="10255" y="8319"/>
                  <a:pt x="10388" y="10362"/>
                  <a:pt x="10455" y="12405"/>
                </a:cubicBezTo>
                <a:cubicBezTo>
                  <a:pt x="10588" y="17131"/>
                  <a:pt x="10295" y="21858"/>
                  <a:pt x="9560" y="26531"/>
                </a:cubicBezTo>
                <a:cubicBezTo>
                  <a:pt x="9544" y="26627"/>
                  <a:pt x="9624" y="26690"/>
                  <a:pt x="9697" y="26690"/>
                </a:cubicBezTo>
                <a:cubicBezTo>
                  <a:pt x="9745" y="26690"/>
                  <a:pt x="9790" y="26662"/>
                  <a:pt x="9801" y="26598"/>
                </a:cubicBezTo>
                <a:cubicBezTo>
                  <a:pt x="10562" y="21738"/>
                  <a:pt x="10855" y="16824"/>
                  <a:pt x="10695" y="11924"/>
                </a:cubicBezTo>
                <a:cubicBezTo>
                  <a:pt x="10602" y="9400"/>
                  <a:pt x="10388" y="6877"/>
                  <a:pt x="10041" y="4367"/>
                </a:cubicBezTo>
                <a:cubicBezTo>
                  <a:pt x="9907" y="3299"/>
                  <a:pt x="9787" y="2190"/>
                  <a:pt x="9547" y="1149"/>
                </a:cubicBezTo>
                <a:cubicBezTo>
                  <a:pt x="9440" y="708"/>
                  <a:pt x="9226" y="27"/>
                  <a:pt x="8679" y="1"/>
                </a:cubicBezTo>
                <a:cubicBezTo>
                  <a:pt x="8670" y="0"/>
                  <a:pt x="8662" y="0"/>
                  <a:pt x="86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7701901" y="133574"/>
            <a:ext cx="1651989" cy="620092"/>
          </a:xfrm>
          <a:custGeom>
            <a:avLst/>
            <a:gdLst/>
            <a:ahLst/>
            <a:cxnLst/>
            <a:rect l="l" t="t" r="r" b="b"/>
            <a:pathLst>
              <a:path w="29092" h="10920" extrusionOk="0">
                <a:moveTo>
                  <a:pt x="9899" y="0"/>
                </a:moveTo>
                <a:cubicBezTo>
                  <a:pt x="9303" y="0"/>
                  <a:pt x="8707" y="32"/>
                  <a:pt x="8116" y="99"/>
                </a:cubicBezTo>
                <a:cubicBezTo>
                  <a:pt x="2269" y="769"/>
                  <a:pt x="0" y="10919"/>
                  <a:pt x="11186" y="10919"/>
                </a:cubicBezTo>
                <a:cubicBezTo>
                  <a:pt x="12261" y="10919"/>
                  <a:pt x="13460" y="10826"/>
                  <a:pt x="14792" y="10621"/>
                </a:cubicBezTo>
                <a:cubicBezTo>
                  <a:pt x="29092" y="8420"/>
                  <a:pt x="19557" y="0"/>
                  <a:pt x="98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8"/>
          <p:cNvSpPr/>
          <p:nvPr/>
        </p:nvSpPr>
        <p:spPr>
          <a:xfrm rot="-1630300">
            <a:off x="8561454" y="1024797"/>
            <a:ext cx="526718" cy="371776"/>
          </a:xfrm>
          <a:custGeom>
            <a:avLst/>
            <a:gdLst/>
            <a:ahLst/>
            <a:cxnLst/>
            <a:rect l="l" t="t" r="r" b="b"/>
            <a:pathLst>
              <a:path w="8019" h="5660" extrusionOk="0">
                <a:moveTo>
                  <a:pt x="3978" y="0"/>
                </a:moveTo>
                <a:cubicBezTo>
                  <a:pt x="3755" y="0"/>
                  <a:pt x="3519" y="14"/>
                  <a:pt x="3269" y="42"/>
                </a:cubicBezTo>
                <a:cubicBezTo>
                  <a:pt x="738" y="333"/>
                  <a:pt x="1" y="5660"/>
                  <a:pt x="3737" y="5660"/>
                </a:cubicBezTo>
                <a:cubicBezTo>
                  <a:pt x="4455" y="5660"/>
                  <a:pt x="5339" y="5463"/>
                  <a:pt x="6407" y="4996"/>
                </a:cubicBezTo>
                <a:cubicBezTo>
                  <a:pt x="7596" y="4477"/>
                  <a:pt x="8018" y="0"/>
                  <a:pt x="39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8"/>
          <p:cNvSpPr/>
          <p:nvPr/>
        </p:nvSpPr>
        <p:spPr>
          <a:xfrm rot="-1630354">
            <a:off x="8855590" y="54868"/>
            <a:ext cx="283396" cy="178475"/>
          </a:xfrm>
          <a:custGeom>
            <a:avLst/>
            <a:gdLst/>
            <a:ahLst/>
            <a:cxnLst/>
            <a:rect l="l" t="t" r="r" b="b"/>
            <a:pathLst>
              <a:path w="2693" h="1696" extrusionOk="0">
                <a:moveTo>
                  <a:pt x="1303" y="1"/>
                </a:moveTo>
                <a:cubicBezTo>
                  <a:pt x="1100" y="1"/>
                  <a:pt x="885" y="59"/>
                  <a:pt x="679" y="196"/>
                </a:cubicBezTo>
                <a:cubicBezTo>
                  <a:pt x="0" y="649"/>
                  <a:pt x="367" y="1695"/>
                  <a:pt x="1181" y="1695"/>
                </a:cubicBezTo>
                <a:cubicBezTo>
                  <a:pt x="1424" y="1695"/>
                  <a:pt x="1707" y="1602"/>
                  <a:pt x="2014" y="1371"/>
                </a:cubicBezTo>
                <a:cubicBezTo>
                  <a:pt x="2693" y="863"/>
                  <a:pt x="2084" y="1"/>
                  <a:pt x="13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4270075" y="4847500"/>
            <a:ext cx="2990821" cy="325797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-31200" y="1849275"/>
            <a:ext cx="646574" cy="1974542"/>
          </a:xfrm>
          <a:custGeom>
            <a:avLst/>
            <a:gdLst/>
            <a:ahLst/>
            <a:cxnLst/>
            <a:rect l="l" t="t" r="r" b="b"/>
            <a:pathLst>
              <a:path w="8653" h="26425" extrusionOk="0">
                <a:moveTo>
                  <a:pt x="0" y="1"/>
                </a:moveTo>
                <a:lnTo>
                  <a:pt x="147" y="26425"/>
                </a:lnTo>
                <a:cubicBezTo>
                  <a:pt x="4807" y="18787"/>
                  <a:pt x="8652" y="11444"/>
                  <a:pt x="6917" y="6917"/>
                </a:cubicBezTo>
                <a:cubicBezTo>
                  <a:pt x="5087" y="2124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-61050" y="1559222"/>
            <a:ext cx="836529" cy="2554637"/>
          </a:xfrm>
          <a:custGeom>
            <a:avLst/>
            <a:gdLst/>
            <a:ahLst/>
            <a:cxnLst/>
            <a:rect l="l" t="t" r="r" b="b"/>
            <a:pathLst>
              <a:path w="8653" h="26425" extrusionOk="0">
                <a:moveTo>
                  <a:pt x="0" y="1"/>
                </a:moveTo>
                <a:lnTo>
                  <a:pt x="147" y="26425"/>
                </a:lnTo>
                <a:cubicBezTo>
                  <a:pt x="4807" y="18787"/>
                  <a:pt x="8652" y="11444"/>
                  <a:pt x="6917" y="6917"/>
                </a:cubicBezTo>
                <a:cubicBezTo>
                  <a:pt x="5087" y="2124"/>
                  <a:pt x="0" y="1"/>
                  <a:pt x="0" y="1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"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2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22"/>
          <p:cNvSpPr txBox="1">
            <a:spLocks noGrp="1"/>
          </p:cNvSpPr>
          <p:nvPr>
            <p:ph type="subTitle" idx="1"/>
          </p:nvPr>
        </p:nvSpPr>
        <p:spPr>
          <a:xfrm>
            <a:off x="3452900" y="1888200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653" name="Google Shape;653;p22"/>
          <p:cNvSpPr txBox="1">
            <a:spLocks noGrp="1"/>
          </p:cNvSpPr>
          <p:nvPr>
            <p:ph type="subTitle" idx="2"/>
          </p:nvPr>
        </p:nvSpPr>
        <p:spPr>
          <a:xfrm>
            <a:off x="3452900" y="2201225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4" name="Google Shape;654;p22"/>
          <p:cNvSpPr txBox="1">
            <a:spLocks noGrp="1"/>
          </p:cNvSpPr>
          <p:nvPr>
            <p:ph type="subTitle" idx="3"/>
          </p:nvPr>
        </p:nvSpPr>
        <p:spPr>
          <a:xfrm>
            <a:off x="958038" y="1888200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655" name="Google Shape;655;p22"/>
          <p:cNvSpPr txBox="1">
            <a:spLocks noGrp="1"/>
          </p:cNvSpPr>
          <p:nvPr>
            <p:ph type="subTitle" idx="4"/>
          </p:nvPr>
        </p:nvSpPr>
        <p:spPr>
          <a:xfrm>
            <a:off x="958038" y="2201225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6" name="Google Shape;656;p22"/>
          <p:cNvSpPr txBox="1">
            <a:spLocks noGrp="1"/>
          </p:cNvSpPr>
          <p:nvPr>
            <p:ph type="subTitle" idx="5"/>
          </p:nvPr>
        </p:nvSpPr>
        <p:spPr>
          <a:xfrm>
            <a:off x="5947813" y="1888200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657" name="Google Shape;657;p22"/>
          <p:cNvSpPr txBox="1">
            <a:spLocks noGrp="1"/>
          </p:cNvSpPr>
          <p:nvPr>
            <p:ph type="subTitle" idx="6"/>
          </p:nvPr>
        </p:nvSpPr>
        <p:spPr>
          <a:xfrm>
            <a:off x="5947813" y="2201225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8" name="Google Shape;658;p22"/>
          <p:cNvSpPr txBox="1">
            <a:spLocks noGrp="1"/>
          </p:cNvSpPr>
          <p:nvPr>
            <p:ph type="subTitle" idx="7"/>
          </p:nvPr>
        </p:nvSpPr>
        <p:spPr>
          <a:xfrm>
            <a:off x="3452900" y="3722850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659" name="Google Shape;659;p22"/>
          <p:cNvSpPr txBox="1">
            <a:spLocks noGrp="1"/>
          </p:cNvSpPr>
          <p:nvPr>
            <p:ph type="subTitle" idx="8"/>
          </p:nvPr>
        </p:nvSpPr>
        <p:spPr>
          <a:xfrm>
            <a:off x="3452900" y="4035875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60" name="Google Shape;660;p22"/>
          <p:cNvSpPr txBox="1">
            <a:spLocks noGrp="1"/>
          </p:cNvSpPr>
          <p:nvPr>
            <p:ph type="subTitle" idx="9"/>
          </p:nvPr>
        </p:nvSpPr>
        <p:spPr>
          <a:xfrm>
            <a:off x="958038" y="3722850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661" name="Google Shape;661;p22"/>
          <p:cNvSpPr txBox="1">
            <a:spLocks noGrp="1"/>
          </p:cNvSpPr>
          <p:nvPr>
            <p:ph type="subTitle" idx="13"/>
          </p:nvPr>
        </p:nvSpPr>
        <p:spPr>
          <a:xfrm>
            <a:off x="958038" y="4035875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62" name="Google Shape;662;p22"/>
          <p:cNvSpPr txBox="1">
            <a:spLocks noGrp="1"/>
          </p:cNvSpPr>
          <p:nvPr>
            <p:ph type="subTitle" idx="14"/>
          </p:nvPr>
        </p:nvSpPr>
        <p:spPr>
          <a:xfrm>
            <a:off x="5947813" y="3722850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3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owlby One SC"/>
              <a:buNone/>
              <a:defRPr sz="21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663" name="Google Shape;663;p22"/>
          <p:cNvSpPr txBox="1">
            <a:spLocks noGrp="1"/>
          </p:cNvSpPr>
          <p:nvPr>
            <p:ph type="subTitle" idx="15"/>
          </p:nvPr>
        </p:nvSpPr>
        <p:spPr>
          <a:xfrm>
            <a:off x="5947813" y="4035875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64" name="Google Shape;664;p22"/>
          <p:cNvSpPr/>
          <p:nvPr/>
        </p:nvSpPr>
        <p:spPr>
          <a:xfrm rot="10800000" flipH="1">
            <a:off x="-35825" y="2394793"/>
            <a:ext cx="509640" cy="1556432"/>
          </a:xfrm>
          <a:custGeom>
            <a:avLst/>
            <a:gdLst/>
            <a:ahLst/>
            <a:cxnLst/>
            <a:rect l="l" t="t" r="r" b="b"/>
            <a:pathLst>
              <a:path w="8653" h="26425" extrusionOk="0">
                <a:moveTo>
                  <a:pt x="0" y="1"/>
                </a:moveTo>
                <a:lnTo>
                  <a:pt x="147" y="26425"/>
                </a:lnTo>
                <a:cubicBezTo>
                  <a:pt x="4807" y="18787"/>
                  <a:pt x="8652" y="11444"/>
                  <a:pt x="6917" y="6917"/>
                </a:cubicBezTo>
                <a:cubicBezTo>
                  <a:pt x="5087" y="2124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2"/>
          <p:cNvSpPr/>
          <p:nvPr/>
        </p:nvSpPr>
        <p:spPr>
          <a:xfrm flipH="1">
            <a:off x="-106200" y="3996275"/>
            <a:ext cx="727300" cy="273000"/>
          </a:xfrm>
          <a:custGeom>
            <a:avLst/>
            <a:gdLst/>
            <a:ahLst/>
            <a:cxnLst/>
            <a:rect l="l" t="t" r="r" b="b"/>
            <a:pathLst>
              <a:path w="29092" h="10920" extrusionOk="0">
                <a:moveTo>
                  <a:pt x="9899" y="0"/>
                </a:moveTo>
                <a:cubicBezTo>
                  <a:pt x="9303" y="0"/>
                  <a:pt x="8707" y="32"/>
                  <a:pt x="8116" y="99"/>
                </a:cubicBezTo>
                <a:cubicBezTo>
                  <a:pt x="2269" y="769"/>
                  <a:pt x="0" y="10919"/>
                  <a:pt x="11186" y="10919"/>
                </a:cubicBezTo>
                <a:cubicBezTo>
                  <a:pt x="12261" y="10919"/>
                  <a:pt x="13460" y="10826"/>
                  <a:pt x="14792" y="10621"/>
                </a:cubicBezTo>
                <a:cubicBezTo>
                  <a:pt x="29092" y="8420"/>
                  <a:pt x="19557" y="0"/>
                  <a:pt x="98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6" name="Google Shape;666;p22"/>
          <p:cNvGrpSpPr/>
          <p:nvPr/>
        </p:nvGrpSpPr>
        <p:grpSpPr>
          <a:xfrm>
            <a:off x="141311" y="2688891"/>
            <a:ext cx="560169" cy="534680"/>
            <a:chOff x="7436261" y="4478491"/>
            <a:chExt cx="560169" cy="534680"/>
          </a:xfrm>
        </p:grpSpPr>
        <p:sp>
          <p:nvSpPr>
            <p:cNvPr id="667" name="Google Shape;667;p22"/>
            <p:cNvSpPr/>
            <p:nvPr/>
          </p:nvSpPr>
          <p:spPr>
            <a:xfrm>
              <a:off x="7502034" y="4478644"/>
              <a:ext cx="78518" cy="99401"/>
            </a:xfrm>
            <a:custGeom>
              <a:avLst/>
              <a:gdLst/>
              <a:ahLst/>
              <a:cxnLst/>
              <a:rect l="l" t="t" r="r" b="b"/>
              <a:pathLst>
                <a:path w="1534" h="1942" extrusionOk="0">
                  <a:moveTo>
                    <a:pt x="1270" y="1"/>
                  </a:moveTo>
                  <a:cubicBezTo>
                    <a:pt x="1260" y="1"/>
                    <a:pt x="1250" y="1"/>
                    <a:pt x="1239" y="3"/>
                  </a:cubicBezTo>
                  <a:cubicBezTo>
                    <a:pt x="906" y="56"/>
                    <a:pt x="719" y="457"/>
                    <a:pt x="545" y="724"/>
                  </a:cubicBezTo>
                  <a:cubicBezTo>
                    <a:pt x="358" y="1017"/>
                    <a:pt x="64" y="1364"/>
                    <a:pt x="11" y="1725"/>
                  </a:cubicBezTo>
                  <a:cubicBezTo>
                    <a:pt x="1" y="1829"/>
                    <a:pt x="88" y="1941"/>
                    <a:pt x="190" y="1941"/>
                  </a:cubicBezTo>
                  <a:cubicBezTo>
                    <a:pt x="219" y="1941"/>
                    <a:pt x="249" y="1932"/>
                    <a:pt x="278" y="1912"/>
                  </a:cubicBezTo>
                  <a:cubicBezTo>
                    <a:pt x="598" y="1698"/>
                    <a:pt x="812" y="1311"/>
                    <a:pt x="1052" y="1004"/>
                  </a:cubicBezTo>
                  <a:cubicBezTo>
                    <a:pt x="1239" y="764"/>
                    <a:pt x="1533" y="510"/>
                    <a:pt x="1480" y="176"/>
                  </a:cubicBezTo>
                  <a:cubicBezTo>
                    <a:pt x="1468" y="66"/>
                    <a:pt x="1377" y="1"/>
                    <a:pt x="12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7579119" y="4540476"/>
              <a:ext cx="105953" cy="102165"/>
            </a:xfrm>
            <a:custGeom>
              <a:avLst/>
              <a:gdLst/>
              <a:ahLst/>
              <a:cxnLst/>
              <a:rect l="l" t="t" r="r" b="b"/>
              <a:pathLst>
                <a:path w="2070" h="1996" extrusionOk="0">
                  <a:moveTo>
                    <a:pt x="1703" y="0"/>
                  </a:moveTo>
                  <a:cubicBezTo>
                    <a:pt x="1655" y="0"/>
                    <a:pt x="1607" y="12"/>
                    <a:pt x="1563" y="36"/>
                  </a:cubicBezTo>
                  <a:cubicBezTo>
                    <a:pt x="1175" y="237"/>
                    <a:pt x="828" y="651"/>
                    <a:pt x="548" y="984"/>
                  </a:cubicBezTo>
                  <a:cubicBezTo>
                    <a:pt x="388" y="1198"/>
                    <a:pt x="0" y="1665"/>
                    <a:pt x="214" y="1946"/>
                  </a:cubicBezTo>
                  <a:cubicBezTo>
                    <a:pt x="238" y="1978"/>
                    <a:pt x="272" y="1996"/>
                    <a:pt x="310" y="1996"/>
                  </a:cubicBezTo>
                  <a:cubicBezTo>
                    <a:pt x="335" y="1996"/>
                    <a:pt x="361" y="1988"/>
                    <a:pt x="388" y="1972"/>
                  </a:cubicBezTo>
                  <a:cubicBezTo>
                    <a:pt x="508" y="1906"/>
                    <a:pt x="575" y="1759"/>
                    <a:pt x="668" y="1639"/>
                  </a:cubicBezTo>
                  <a:cubicBezTo>
                    <a:pt x="788" y="1505"/>
                    <a:pt x="908" y="1372"/>
                    <a:pt x="1055" y="1238"/>
                  </a:cubicBezTo>
                  <a:cubicBezTo>
                    <a:pt x="1376" y="958"/>
                    <a:pt x="1736" y="731"/>
                    <a:pt x="1963" y="357"/>
                  </a:cubicBezTo>
                  <a:cubicBezTo>
                    <a:pt x="2069" y="166"/>
                    <a:pt x="1889" y="0"/>
                    <a:pt x="1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7718905" y="4478491"/>
              <a:ext cx="93566" cy="107949"/>
            </a:xfrm>
            <a:custGeom>
              <a:avLst/>
              <a:gdLst/>
              <a:ahLst/>
              <a:cxnLst/>
              <a:rect l="l" t="t" r="r" b="b"/>
              <a:pathLst>
                <a:path w="1828" h="2109" extrusionOk="0">
                  <a:moveTo>
                    <a:pt x="1541" y="1"/>
                  </a:moveTo>
                  <a:cubicBezTo>
                    <a:pt x="1498" y="1"/>
                    <a:pt x="1456" y="14"/>
                    <a:pt x="1422" y="46"/>
                  </a:cubicBezTo>
                  <a:cubicBezTo>
                    <a:pt x="1142" y="286"/>
                    <a:pt x="968" y="633"/>
                    <a:pt x="768" y="927"/>
                  </a:cubicBezTo>
                  <a:cubicBezTo>
                    <a:pt x="527" y="1261"/>
                    <a:pt x="287" y="1608"/>
                    <a:pt x="60" y="1955"/>
                  </a:cubicBezTo>
                  <a:cubicBezTo>
                    <a:pt x="0" y="2025"/>
                    <a:pt x="81" y="2109"/>
                    <a:pt x="160" y="2109"/>
                  </a:cubicBezTo>
                  <a:cubicBezTo>
                    <a:pt x="187" y="2109"/>
                    <a:pt x="213" y="2099"/>
                    <a:pt x="234" y="2075"/>
                  </a:cubicBezTo>
                  <a:cubicBezTo>
                    <a:pt x="527" y="1768"/>
                    <a:pt x="808" y="1448"/>
                    <a:pt x="1088" y="1127"/>
                  </a:cubicBezTo>
                  <a:cubicBezTo>
                    <a:pt x="1342" y="873"/>
                    <a:pt x="1569" y="593"/>
                    <a:pt x="1756" y="299"/>
                  </a:cubicBezTo>
                  <a:cubicBezTo>
                    <a:pt x="1827" y="146"/>
                    <a:pt x="1680" y="1"/>
                    <a:pt x="15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7709641" y="4629538"/>
              <a:ext cx="70840" cy="86759"/>
            </a:xfrm>
            <a:custGeom>
              <a:avLst/>
              <a:gdLst/>
              <a:ahLst/>
              <a:cxnLst/>
              <a:rect l="l" t="t" r="r" b="b"/>
              <a:pathLst>
                <a:path w="1384" h="1695" extrusionOk="0">
                  <a:moveTo>
                    <a:pt x="935" y="0"/>
                  </a:moveTo>
                  <a:cubicBezTo>
                    <a:pt x="855" y="0"/>
                    <a:pt x="774" y="36"/>
                    <a:pt x="708" y="126"/>
                  </a:cubicBezTo>
                  <a:cubicBezTo>
                    <a:pt x="388" y="566"/>
                    <a:pt x="148" y="1060"/>
                    <a:pt x="1" y="1594"/>
                  </a:cubicBezTo>
                  <a:cubicBezTo>
                    <a:pt x="1" y="1656"/>
                    <a:pt x="47" y="1694"/>
                    <a:pt x="98" y="1694"/>
                  </a:cubicBezTo>
                  <a:cubicBezTo>
                    <a:pt x="124" y="1694"/>
                    <a:pt x="151" y="1684"/>
                    <a:pt x="174" y="1661"/>
                  </a:cubicBezTo>
                  <a:cubicBezTo>
                    <a:pt x="455" y="1247"/>
                    <a:pt x="775" y="860"/>
                    <a:pt x="1136" y="513"/>
                  </a:cubicBezTo>
                  <a:cubicBezTo>
                    <a:pt x="1384" y="304"/>
                    <a:pt x="1167" y="0"/>
                    <a:pt x="9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7814212" y="4534539"/>
              <a:ext cx="86861" cy="100886"/>
            </a:xfrm>
            <a:custGeom>
              <a:avLst/>
              <a:gdLst/>
              <a:ahLst/>
              <a:cxnLst/>
              <a:rect l="l" t="t" r="r" b="b"/>
              <a:pathLst>
                <a:path w="1697" h="1971" extrusionOk="0">
                  <a:moveTo>
                    <a:pt x="1431" y="0"/>
                  </a:moveTo>
                  <a:cubicBezTo>
                    <a:pt x="1417" y="0"/>
                    <a:pt x="1403" y="2"/>
                    <a:pt x="1389" y="5"/>
                  </a:cubicBezTo>
                  <a:cubicBezTo>
                    <a:pt x="1296" y="5"/>
                    <a:pt x="1202" y="46"/>
                    <a:pt x="1122" y="99"/>
                  </a:cubicBezTo>
                  <a:cubicBezTo>
                    <a:pt x="935" y="219"/>
                    <a:pt x="788" y="393"/>
                    <a:pt x="682" y="580"/>
                  </a:cubicBezTo>
                  <a:cubicBezTo>
                    <a:pt x="441" y="967"/>
                    <a:pt x="254" y="1394"/>
                    <a:pt x="54" y="1795"/>
                  </a:cubicBezTo>
                  <a:cubicBezTo>
                    <a:pt x="0" y="1891"/>
                    <a:pt x="84" y="1970"/>
                    <a:pt x="168" y="1970"/>
                  </a:cubicBezTo>
                  <a:cubicBezTo>
                    <a:pt x="189" y="1970"/>
                    <a:pt x="209" y="1965"/>
                    <a:pt x="228" y="1955"/>
                  </a:cubicBezTo>
                  <a:cubicBezTo>
                    <a:pt x="521" y="1781"/>
                    <a:pt x="748" y="1447"/>
                    <a:pt x="949" y="1180"/>
                  </a:cubicBezTo>
                  <a:cubicBezTo>
                    <a:pt x="1149" y="913"/>
                    <a:pt x="1456" y="673"/>
                    <a:pt x="1643" y="379"/>
                  </a:cubicBezTo>
                  <a:cubicBezTo>
                    <a:pt x="1696" y="272"/>
                    <a:pt x="1670" y="139"/>
                    <a:pt x="1576" y="59"/>
                  </a:cubicBezTo>
                  <a:lnTo>
                    <a:pt x="1563" y="46"/>
                  </a:lnTo>
                  <a:cubicBezTo>
                    <a:pt x="1523" y="15"/>
                    <a:pt x="1475" y="0"/>
                    <a:pt x="14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7835402" y="4673711"/>
              <a:ext cx="73962" cy="97098"/>
            </a:xfrm>
            <a:custGeom>
              <a:avLst/>
              <a:gdLst/>
              <a:ahLst/>
              <a:cxnLst/>
              <a:rect l="l" t="t" r="r" b="b"/>
              <a:pathLst>
                <a:path w="1445" h="1897" extrusionOk="0">
                  <a:moveTo>
                    <a:pt x="1088" y="0"/>
                  </a:moveTo>
                  <a:cubicBezTo>
                    <a:pt x="1007" y="0"/>
                    <a:pt x="927" y="39"/>
                    <a:pt x="868" y="130"/>
                  </a:cubicBezTo>
                  <a:cubicBezTo>
                    <a:pt x="708" y="397"/>
                    <a:pt x="535" y="665"/>
                    <a:pt x="374" y="932"/>
                  </a:cubicBezTo>
                  <a:cubicBezTo>
                    <a:pt x="187" y="1172"/>
                    <a:pt x="54" y="1452"/>
                    <a:pt x="1" y="1746"/>
                  </a:cubicBezTo>
                  <a:cubicBezTo>
                    <a:pt x="1" y="1825"/>
                    <a:pt x="66" y="1896"/>
                    <a:pt x="138" y="1896"/>
                  </a:cubicBezTo>
                  <a:cubicBezTo>
                    <a:pt x="163" y="1896"/>
                    <a:pt x="190" y="1887"/>
                    <a:pt x="214" y="1866"/>
                  </a:cubicBezTo>
                  <a:cubicBezTo>
                    <a:pt x="454" y="1653"/>
                    <a:pt x="681" y="1412"/>
                    <a:pt x="882" y="1159"/>
                  </a:cubicBezTo>
                  <a:cubicBezTo>
                    <a:pt x="1109" y="945"/>
                    <a:pt x="1282" y="678"/>
                    <a:pt x="1389" y="397"/>
                  </a:cubicBezTo>
                  <a:cubicBezTo>
                    <a:pt x="1444" y="186"/>
                    <a:pt x="1266" y="0"/>
                    <a:pt x="1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2"/>
            <p:cNvSpPr/>
            <p:nvPr/>
          </p:nvSpPr>
          <p:spPr>
            <a:xfrm>
              <a:off x="7710460" y="4768506"/>
              <a:ext cx="67564" cy="94283"/>
            </a:xfrm>
            <a:custGeom>
              <a:avLst/>
              <a:gdLst/>
              <a:ahLst/>
              <a:cxnLst/>
              <a:rect l="l" t="t" r="r" b="b"/>
              <a:pathLst>
                <a:path w="1320" h="1842" extrusionOk="0">
                  <a:moveTo>
                    <a:pt x="1106" y="1"/>
                  </a:moveTo>
                  <a:cubicBezTo>
                    <a:pt x="973" y="41"/>
                    <a:pt x="866" y="108"/>
                    <a:pt x="772" y="214"/>
                  </a:cubicBezTo>
                  <a:cubicBezTo>
                    <a:pt x="732" y="281"/>
                    <a:pt x="706" y="335"/>
                    <a:pt x="679" y="401"/>
                  </a:cubicBezTo>
                  <a:cubicBezTo>
                    <a:pt x="612" y="535"/>
                    <a:pt x="532" y="668"/>
                    <a:pt x="452" y="802"/>
                  </a:cubicBezTo>
                  <a:cubicBezTo>
                    <a:pt x="292" y="1082"/>
                    <a:pt x="158" y="1363"/>
                    <a:pt x="38" y="1643"/>
                  </a:cubicBezTo>
                  <a:cubicBezTo>
                    <a:pt x="1" y="1756"/>
                    <a:pt x="81" y="1842"/>
                    <a:pt x="170" y="1842"/>
                  </a:cubicBezTo>
                  <a:cubicBezTo>
                    <a:pt x="207" y="1842"/>
                    <a:pt x="247" y="1826"/>
                    <a:pt x="278" y="1790"/>
                  </a:cubicBezTo>
                  <a:cubicBezTo>
                    <a:pt x="612" y="1309"/>
                    <a:pt x="1106" y="855"/>
                    <a:pt x="1293" y="295"/>
                  </a:cubicBezTo>
                  <a:cubicBezTo>
                    <a:pt x="1320" y="214"/>
                    <a:pt x="1280" y="121"/>
                    <a:pt x="1226" y="68"/>
                  </a:cubicBezTo>
                  <a:lnTo>
                    <a:pt x="1173" y="28"/>
                  </a:lnTo>
                  <a:cubicBezTo>
                    <a:pt x="1160" y="14"/>
                    <a:pt x="1133" y="1"/>
                    <a:pt x="1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7567397" y="4717782"/>
              <a:ext cx="83995" cy="104776"/>
            </a:xfrm>
            <a:custGeom>
              <a:avLst/>
              <a:gdLst/>
              <a:ahLst/>
              <a:cxnLst/>
              <a:rect l="l" t="t" r="r" b="b"/>
              <a:pathLst>
                <a:path w="1641" h="2047" extrusionOk="0">
                  <a:moveTo>
                    <a:pt x="1399" y="1"/>
                  </a:moveTo>
                  <a:cubicBezTo>
                    <a:pt x="1388" y="1"/>
                    <a:pt x="1376" y="2"/>
                    <a:pt x="1364" y="4"/>
                  </a:cubicBezTo>
                  <a:cubicBezTo>
                    <a:pt x="977" y="97"/>
                    <a:pt x="697" y="551"/>
                    <a:pt x="470" y="872"/>
                  </a:cubicBezTo>
                  <a:cubicBezTo>
                    <a:pt x="256" y="1179"/>
                    <a:pt x="96" y="1526"/>
                    <a:pt x="16" y="1900"/>
                  </a:cubicBezTo>
                  <a:cubicBezTo>
                    <a:pt x="0" y="1994"/>
                    <a:pt x="77" y="2047"/>
                    <a:pt x="154" y="2047"/>
                  </a:cubicBezTo>
                  <a:cubicBezTo>
                    <a:pt x="207" y="2047"/>
                    <a:pt x="261" y="2021"/>
                    <a:pt x="283" y="1967"/>
                  </a:cubicBezTo>
                  <a:cubicBezTo>
                    <a:pt x="456" y="1619"/>
                    <a:pt x="670" y="1312"/>
                    <a:pt x="937" y="1045"/>
                  </a:cubicBezTo>
                  <a:cubicBezTo>
                    <a:pt x="1151" y="805"/>
                    <a:pt x="1471" y="578"/>
                    <a:pt x="1591" y="284"/>
                  </a:cubicBezTo>
                  <a:cubicBezTo>
                    <a:pt x="1641" y="148"/>
                    <a:pt x="1542" y="1"/>
                    <a:pt x="1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2"/>
            <p:cNvSpPr/>
            <p:nvPr/>
          </p:nvSpPr>
          <p:spPr>
            <a:xfrm>
              <a:off x="7436261" y="4645304"/>
              <a:ext cx="79337" cy="117060"/>
            </a:xfrm>
            <a:custGeom>
              <a:avLst/>
              <a:gdLst/>
              <a:ahLst/>
              <a:cxnLst/>
              <a:rect l="l" t="t" r="r" b="b"/>
              <a:pathLst>
                <a:path w="1550" h="2287" extrusionOk="0">
                  <a:moveTo>
                    <a:pt x="1324" y="0"/>
                  </a:moveTo>
                  <a:cubicBezTo>
                    <a:pt x="1310" y="0"/>
                    <a:pt x="1296" y="2"/>
                    <a:pt x="1283" y="4"/>
                  </a:cubicBezTo>
                  <a:cubicBezTo>
                    <a:pt x="922" y="45"/>
                    <a:pt x="602" y="659"/>
                    <a:pt x="441" y="926"/>
                  </a:cubicBezTo>
                  <a:cubicBezTo>
                    <a:pt x="214" y="1300"/>
                    <a:pt x="1" y="1727"/>
                    <a:pt x="28" y="2181"/>
                  </a:cubicBezTo>
                  <a:cubicBezTo>
                    <a:pt x="34" y="2253"/>
                    <a:pt x="88" y="2286"/>
                    <a:pt x="145" y="2286"/>
                  </a:cubicBezTo>
                  <a:cubicBezTo>
                    <a:pt x="205" y="2286"/>
                    <a:pt x="268" y="2249"/>
                    <a:pt x="281" y="2181"/>
                  </a:cubicBezTo>
                  <a:cubicBezTo>
                    <a:pt x="375" y="1780"/>
                    <a:pt x="708" y="1393"/>
                    <a:pt x="949" y="1073"/>
                  </a:cubicBezTo>
                  <a:cubicBezTo>
                    <a:pt x="1136" y="832"/>
                    <a:pt x="1523" y="552"/>
                    <a:pt x="1550" y="231"/>
                  </a:cubicBezTo>
                  <a:cubicBezTo>
                    <a:pt x="1550" y="100"/>
                    <a:pt x="1442" y="0"/>
                    <a:pt x="1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2"/>
            <p:cNvSpPr/>
            <p:nvPr/>
          </p:nvSpPr>
          <p:spPr>
            <a:xfrm>
              <a:off x="7441073" y="4781251"/>
              <a:ext cx="74269" cy="113068"/>
            </a:xfrm>
            <a:custGeom>
              <a:avLst/>
              <a:gdLst/>
              <a:ahLst/>
              <a:cxnLst/>
              <a:rect l="l" t="t" r="r" b="b"/>
              <a:pathLst>
                <a:path w="1451" h="2209" extrusionOk="0">
                  <a:moveTo>
                    <a:pt x="1222" y="0"/>
                  </a:moveTo>
                  <a:cubicBezTo>
                    <a:pt x="1193" y="0"/>
                    <a:pt x="1164" y="6"/>
                    <a:pt x="1135" y="19"/>
                  </a:cubicBezTo>
                  <a:cubicBezTo>
                    <a:pt x="801" y="112"/>
                    <a:pt x="548" y="646"/>
                    <a:pt x="388" y="927"/>
                  </a:cubicBezTo>
                  <a:cubicBezTo>
                    <a:pt x="147" y="1274"/>
                    <a:pt x="14" y="1675"/>
                    <a:pt x="0" y="2088"/>
                  </a:cubicBezTo>
                  <a:cubicBezTo>
                    <a:pt x="0" y="2172"/>
                    <a:pt x="55" y="2209"/>
                    <a:pt x="116" y="2209"/>
                  </a:cubicBezTo>
                  <a:cubicBezTo>
                    <a:pt x="182" y="2209"/>
                    <a:pt x="253" y="2165"/>
                    <a:pt x="267" y="2088"/>
                  </a:cubicBezTo>
                  <a:cubicBezTo>
                    <a:pt x="361" y="1715"/>
                    <a:pt x="628" y="1367"/>
                    <a:pt x="868" y="1074"/>
                  </a:cubicBezTo>
                  <a:cubicBezTo>
                    <a:pt x="1068" y="820"/>
                    <a:pt x="1416" y="553"/>
                    <a:pt x="1429" y="233"/>
                  </a:cubicBezTo>
                  <a:cubicBezTo>
                    <a:pt x="1451" y="103"/>
                    <a:pt x="1342" y="0"/>
                    <a:pt x="1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2"/>
            <p:cNvSpPr/>
            <p:nvPr/>
          </p:nvSpPr>
          <p:spPr>
            <a:xfrm>
              <a:off x="7473882" y="4928000"/>
              <a:ext cx="64186" cy="85172"/>
            </a:xfrm>
            <a:custGeom>
              <a:avLst/>
              <a:gdLst/>
              <a:ahLst/>
              <a:cxnLst/>
              <a:rect l="l" t="t" r="r" b="b"/>
              <a:pathLst>
                <a:path w="1254" h="1664" extrusionOk="0">
                  <a:moveTo>
                    <a:pt x="967" y="0"/>
                  </a:moveTo>
                  <a:cubicBezTo>
                    <a:pt x="925" y="0"/>
                    <a:pt x="882" y="15"/>
                    <a:pt x="841" y="49"/>
                  </a:cubicBezTo>
                  <a:cubicBezTo>
                    <a:pt x="414" y="410"/>
                    <a:pt x="40" y="944"/>
                    <a:pt x="0" y="1518"/>
                  </a:cubicBezTo>
                  <a:cubicBezTo>
                    <a:pt x="0" y="1596"/>
                    <a:pt x="74" y="1664"/>
                    <a:pt x="140" y="1664"/>
                  </a:cubicBezTo>
                  <a:cubicBezTo>
                    <a:pt x="176" y="1664"/>
                    <a:pt x="209" y="1645"/>
                    <a:pt x="227" y="1598"/>
                  </a:cubicBezTo>
                  <a:cubicBezTo>
                    <a:pt x="427" y="1077"/>
                    <a:pt x="841" y="784"/>
                    <a:pt x="1148" y="343"/>
                  </a:cubicBezTo>
                  <a:cubicBezTo>
                    <a:pt x="1253" y="196"/>
                    <a:pt x="1119" y="0"/>
                    <a:pt x="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2"/>
            <p:cNvSpPr/>
            <p:nvPr/>
          </p:nvSpPr>
          <p:spPr>
            <a:xfrm>
              <a:off x="7611775" y="4822456"/>
              <a:ext cx="59067" cy="79644"/>
            </a:xfrm>
            <a:custGeom>
              <a:avLst/>
              <a:gdLst/>
              <a:ahLst/>
              <a:cxnLst/>
              <a:rect l="l" t="t" r="r" b="b"/>
              <a:pathLst>
                <a:path w="1154" h="1556" extrusionOk="0">
                  <a:moveTo>
                    <a:pt x="918" y="0"/>
                  </a:moveTo>
                  <a:cubicBezTo>
                    <a:pt x="875" y="0"/>
                    <a:pt x="830" y="17"/>
                    <a:pt x="791" y="55"/>
                  </a:cubicBezTo>
                  <a:cubicBezTo>
                    <a:pt x="404" y="416"/>
                    <a:pt x="137" y="896"/>
                    <a:pt x="17" y="1404"/>
                  </a:cubicBezTo>
                  <a:cubicBezTo>
                    <a:pt x="0" y="1495"/>
                    <a:pt x="82" y="1556"/>
                    <a:pt x="159" y="1556"/>
                  </a:cubicBezTo>
                  <a:cubicBezTo>
                    <a:pt x="206" y="1556"/>
                    <a:pt x="250" y="1534"/>
                    <a:pt x="270" y="1484"/>
                  </a:cubicBezTo>
                  <a:cubicBezTo>
                    <a:pt x="417" y="990"/>
                    <a:pt x="845" y="696"/>
                    <a:pt x="1085" y="269"/>
                  </a:cubicBezTo>
                  <a:cubicBezTo>
                    <a:pt x="1154" y="131"/>
                    <a:pt x="1041" y="0"/>
                    <a:pt x="9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2"/>
            <p:cNvSpPr/>
            <p:nvPr/>
          </p:nvSpPr>
          <p:spPr>
            <a:xfrm>
              <a:off x="7643254" y="4925184"/>
              <a:ext cx="62036" cy="84609"/>
            </a:xfrm>
            <a:custGeom>
              <a:avLst/>
              <a:gdLst/>
              <a:ahLst/>
              <a:cxnLst/>
              <a:rect l="l" t="t" r="r" b="b"/>
              <a:pathLst>
                <a:path w="1212" h="1653" extrusionOk="0">
                  <a:moveTo>
                    <a:pt x="1004" y="1"/>
                  </a:moveTo>
                  <a:cubicBezTo>
                    <a:pt x="969" y="1"/>
                    <a:pt x="932" y="12"/>
                    <a:pt x="897" y="38"/>
                  </a:cubicBezTo>
                  <a:cubicBezTo>
                    <a:pt x="684" y="211"/>
                    <a:pt x="563" y="465"/>
                    <a:pt x="430" y="692"/>
                  </a:cubicBezTo>
                  <a:cubicBezTo>
                    <a:pt x="270" y="932"/>
                    <a:pt x="136" y="1186"/>
                    <a:pt x="29" y="1466"/>
                  </a:cubicBezTo>
                  <a:cubicBezTo>
                    <a:pt x="0" y="1553"/>
                    <a:pt x="82" y="1653"/>
                    <a:pt x="165" y="1653"/>
                  </a:cubicBezTo>
                  <a:cubicBezTo>
                    <a:pt x="197" y="1653"/>
                    <a:pt x="230" y="1637"/>
                    <a:pt x="256" y="1600"/>
                  </a:cubicBezTo>
                  <a:cubicBezTo>
                    <a:pt x="403" y="1373"/>
                    <a:pt x="577" y="1146"/>
                    <a:pt x="750" y="932"/>
                  </a:cubicBezTo>
                  <a:cubicBezTo>
                    <a:pt x="924" y="719"/>
                    <a:pt x="1151" y="505"/>
                    <a:pt x="1191" y="224"/>
                  </a:cubicBezTo>
                  <a:cubicBezTo>
                    <a:pt x="1211" y="113"/>
                    <a:pt x="1116" y="1"/>
                    <a:pt x="10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2"/>
            <p:cNvSpPr/>
            <p:nvPr/>
          </p:nvSpPr>
          <p:spPr>
            <a:xfrm>
              <a:off x="7782119" y="4839193"/>
              <a:ext cx="90393" cy="102524"/>
            </a:xfrm>
            <a:custGeom>
              <a:avLst/>
              <a:gdLst/>
              <a:ahLst/>
              <a:cxnLst/>
              <a:rect l="l" t="t" r="r" b="b"/>
              <a:pathLst>
                <a:path w="1766" h="2003" extrusionOk="0">
                  <a:moveTo>
                    <a:pt x="1350" y="0"/>
                  </a:moveTo>
                  <a:cubicBezTo>
                    <a:pt x="1271" y="0"/>
                    <a:pt x="1189" y="31"/>
                    <a:pt x="1122" y="102"/>
                  </a:cubicBezTo>
                  <a:cubicBezTo>
                    <a:pt x="841" y="382"/>
                    <a:pt x="588" y="703"/>
                    <a:pt x="361" y="1023"/>
                  </a:cubicBezTo>
                  <a:cubicBezTo>
                    <a:pt x="200" y="1277"/>
                    <a:pt x="0" y="1611"/>
                    <a:pt x="120" y="1918"/>
                  </a:cubicBezTo>
                  <a:cubicBezTo>
                    <a:pt x="139" y="1973"/>
                    <a:pt x="189" y="2003"/>
                    <a:pt x="240" y="2003"/>
                  </a:cubicBezTo>
                  <a:cubicBezTo>
                    <a:pt x="263" y="2003"/>
                    <a:pt x="286" y="1997"/>
                    <a:pt x="307" y="1985"/>
                  </a:cubicBezTo>
                  <a:cubicBezTo>
                    <a:pt x="561" y="1784"/>
                    <a:pt x="748" y="1477"/>
                    <a:pt x="961" y="1250"/>
                  </a:cubicBezTo>
                  <a:cubicBezTo>
                    <a:pt x="1215" y="1010"/>
                    <a:pt x="1442" y="756"/>
                    <a:pt x="1629" y="462"/>
                  </a:cubicBezTo>
                  <a:cubicBezTo>
                    <a:pt x="1766" y="228"/>
                    <a:pt x="1566" y="0"/>
                    <a:pt x="1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2"/>
            <p:cNvSpPr/>
            <p:nvPr/>
          </p:nvSpPr>
          <p:spPr>
            <a:xfrm>
              <a:off x="7927689" y="4706982"/>
              <a:ext cx="68741" cy="85940"/>
            </a:xfrm>
            <a:custGeom>
              <a:avLst/>
              <a:gdLst/>
              <a:ahLst/>
              <a:cxnLst/>
              <a:rect l="l" t="t" r="r" b="b"/>
              <a:pathLst>
                <a:path w="1343" h="1679" extrusionOk="0">
                  <a:moveTo>
                    <a:pt x="986" y="1"/>
                  </a:moveTo>
                  <a:cubicBezTo>
                    <a:pt x="920" y="1"/>
                    <a:pt x="854" y="25"/>
                    <a:pt x="801" y="81"/>
                  </a:cubicBezTo>
                  <a:cubicBezTo>
                    <a:pt x="467" y="455"/>
                    <a:pt x="0" y="1083"/>
                    <a:pt x="94" y="1603"/>
                  </a:cubicBezTo>
                  <a:cubicBezTo>
                    <a:pt x="111" y="1655"/>
                    <a:pt x="150" y="1679"/>
                    <a:pt x="193" y="1679"/>
                  </a:cubicBezTo>
                  <a:cubicBezTo>
                    <a:pt x="217" y="1679"/>
                    <a:pt x="243" y="1671"/>
                    <a:pt x="267" y="1657"/>
                  </a:cubicBezTo>
                  <a:cubicBezTo>
                    <a:pt x="427" y="1443"/>
                    <a:pt x="547" y="1190"/>
                    <a:pt x="721" y="989"/>
                  </a:cubicBezTo>
                  <a:cubicBezTo>
                    <a:pt x="895" y="789"/>
                    <a:pt x="1055" y="575"/>
                    <a:pt x="1215" y="362"/>
                  </a:cubicBezTo>
                  <a:cubicBezTo>
                    <a:pt x="1343" y="185"/>
                    <a:pt x="1167" y="1"/>
                    <a:pt x="9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22"/>
          <p:cNvSpPr/>
          <p:nvPr/>
        </p:nvSpPr>
        <p:spPr>
          <a:xfrm>
            <a:off x="473825" y="3646652"/>
            <a:ext cx="315473" cy="186454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2"/>
          <p:cNvSpPr/>
          <p:nvPr/>
        </p:nvSpPr>
        <p:spPr>
          <a:xfrm rot="-5400000">
            <a:off x="7963700" y="3995155"/>
            <a:ext cx="1967177" cy="499051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2"/>
          <p:cNvSpPr/>
          <p:nvPr/>
        </p:nvSpPr>
        <p:spPr>
          <a:xfrm rot="-5400000">
            <a:off x="7699073" y="4005582"/>
            <a:ext cx="2496421" cy="633315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2"/>
          <p:cNvSpPr/>
          <p:nvPr/>
        </p:nvSpPr>
        <p:spPr>
          <a:xfrm>
            <a:off x="7611375" y="232148"/>
            <a:ext cx="989460" cy="509138"/>
          </a:xfrm>
          <a:custGeom>
            <a:avLst/>
            <a:gdLst/>
            <a:ahLst/>
            <a:cxnLst/>
            <a:rect l="l" t="t" r="r" b="b"/>
            <a:pathLst>
              <a:path w="22846" h="11755" extrusionOk="0">
                <a:moveTo>
                  <a:pt x="9829" y="1"/>
                </a:moveTo>
                <a:cubicBezTo>
                  <a:pt x="7780" y="1"/>
                  <a:pt x="5886" y="381"/>
                  <a:pt x="4553" y="1277"/>
                </a:cubicBezTo>
                <a:cubicBezTo>
                  <a:pt x="1" y="4338"/>
                  <a:pt x="2407" y="11755"/>
                  <a:pt x="8167" y="11755"/>
                </a:cubicBezTo>
                <a:cubicBezTo>
                  <a:pt x="8287" y="11755"/>
                  <a:pt x="8409" y="11752"/>
                  <a:pt x="8532" y="11745"/>
                </a:cubicBezTo>
                <a:cubicBezTo>
                  <a:pt x="13085" y="11505"/>
                  <a:pt x="22845" y="8567"/>
                  <a:pt x="21750" y="4936"/>
                </a:cubicBezTo>
                <a:cubicBezTo>
                  <a:pt x="20970" y="2346"/>
                  <a:pt x="14921" y="1"/>
                  <a:pt x="98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2"/>
          <p:cNvSpPr/>
          <p:nvPr/>
        </p:nvSpPr>
        <p:spPr>
          <a:xfrm>
            <a:off x="8175524" y="73825"/>
            <a:ext cx="921781" cy="760183"/>
          </a:xfrm>
          <a:custGeom>
            <a:avLst/>
            <a:gdLst/>
            <a:ahLst/>
            <a:cxnLst/>
            <a:rect l="l" t="t" r="r" b="b"/>
            <a:pathLst>
              <a:path w="23581" h="19447" extrusionOk="0">
                <a:moveTo>
                  <a:pt x="7232" y="195"/>
                </a:moveTo>
                <a:cubicBezTo>
                  <a:pt x="8490" y="195"/>
                  <a:pt x="9775" y="488"/>
                  <a:pt x="10936" y="852"/>
                </a:cubicBezTo>
                <a:cubicBezTo>
                  <a:pt x="15115" y="2174"/>
                  <a:pt x="18266" y="5459"/>
                  <a:pt x="20536" y="9077"/>
                </a:cubicBezTo>
                <a:cubicBezTo>
                  <a:pt x="21871" y="11214"/>
                  <a:pt x="23580" y="13831"/>
                  <a:pt x="22312" y="16381"/>
                </a:cubicBezTo>
                <a:cubicBezTo>
                  <a:pt x="21439" y="18113"/>
                  <a:pt x="19532" y="19204"/>
                  <a:pt x="17619" y="19204"/>
                </a:cubicBezTo>
                <a:cubicBezTo>
                  <a:pt x="17541" y="19204"/>
                  <a:pt x="17463" y="19202"/>
                  <a:pt x="17385" y="19198"/>
                </a:cubicBezTo>
                <a:cubicBezTo>
                  <a:pt x="15435" y="19105"/>
                  <a:pt x="13473" y="18637"/>
                  <a:pt x="11603" y="18077"/>
                </a:cubicBezTo>
                <a:cubicBezTo>
                  <a:pt x="9512" y="17455"/>
                  <a:pt x="7409" y="16636"/>
                  <a:pt x="5655" y="15309"/>
                </a:cubicBezTo>
                <a:lnTo>
                  <a:pt x="5655" y="15309"/>
                </a:lnTo>
                <a:cubicBezTo>
                  <a:pt x="5650" y="15301"/>
                  <a:pt x="5643" y="15293"/>
                  <a:pt x="5635" y="15286"/>
                </a:cubicBezTo>
                <a:cubicBezTo>
                  <a:pt x="3806" y="13831"/>
                  <a:pt x="2297" y="11948"/>
                  <a:pt x="1402" y="9798"/>
                </a:cubicBezTo>
                <a:cubicBezTo>
                  <a:pt x="561" y="7809"/>
                  <a:pt x="94" y="5005"/>
                  <a:pt x="1242" y="3029"/>
                </a:cubicBezTo>
                <a:cubicBezTo>
                  <a:pt x="2110" y="1533"/>
                  <a:pt x="4046" y="772"/>
                  <a:pt x="5648" y="372"/>
                </a:cubicBezTo>
                <a:cubicBezTo>
                  <a:pt x="6163" y="248"/>
                  <a:pt x="6695" y="195"/>
                  <a:pt x="7232" y="195"/>
                </a:cubicBezTo>
                <a:close/>
                <a:moveTo>
                  <a:pt x="7244" y="1"/>
                </a:moveTo>
                <a:cubicBezTo>
                  <a:pt x="5230" y="1"/>
                  <a:pt x="3261" y="581"/>
                  <a:pt x="1723" y="2041"/>
                </a:cubicBezTo>
                <a:cubicBezTo>
                  <a:pt x="0" y="3670"/>
                  <a:pt x="134" y="6621"/>
                  <a:pt x="748" y="8717"/>
                </a:cubicBezTo>
                <a:cubicBezTo>
                  <a:pt x="1535" y="11398"/>
                  <a:pt x="3295" y="13733"/>
                  <a:pt x="5456" y="15469"/>
                </a:cubicBezTo>
                <a:lnTo>
                  <a:pt x="5456" y="15469"/>
                </a:lnTo>
                <a:cubicBezTo>
                  <a:pt x="5461" y="15475"/>
                  <a:pt x="5468" y="15481"/>
                  <a:pt x="5475" y="15486"/>
                </a:cubicBezTo>
                <a:cubicBezTo>
                  <a:pt x="7197" y="16808"/>
                  <a:pt x="9267" y="17636"/>
                  <a:pt x="11323" y="18264"/>
                </a:cubicBezTo>
                <a:cubicBezTo>
                  <a:pt x="13192" y="18838"/>
                  <a:pt x="15155" y="19292"/>
                  <a:pt x="17104" y="19425"/>
                </a:cubicBezTo>
                <a:cubicBezTo>
                  <a:pt x="17268" y="19440"/>
                  <a:pt x="17431" y="19447"/>
                  <a:pt x="17594" y="19447"/>
                </a:cubicBezTo>
                <a:cubicBezTo>
                  <a:pt x="19249" y="19447"/>
                  <a:pt x="20828" y="18714"/>
                  <a:pt x="21898" y="17449"/>
                </a:cubicBezTo>
                <a:cubicBezTo>
                  <a:pt x="23554" y="15473"/>
                  <a:pt x="23073" y="13096"/>
                  <a:pt x="21938" y="11000"/>
                </a:cubicBezTo>
                <a:cubicBezTo>
                  <a:pt x="19735" y="6914"/>
                  <a:pt x="16664" y="2962"/>
                  <a:pt x="12284" y="1093"/>
                </a:cubicBezTo>
                <a:cubicBezTo>
                  <a:pt x="10731" y="427"/>
                  <a:pt x="8971" y="1"/>
                  <a:pt x="72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7" name="Google Shape;687;p22"/>
          <p:cNvGrpSpPr/>
          <p:nvPr/>
        </p:nvGrpSpPr>
        <p:grpSpPr>
          <a:xfrm rot="2905817" flipH="1">
            <a:off x="8383028" y="3518130"/>
            <a:ext cx="653528" cy="443492"/>
            <a:chOff x="1203668" y="337749"/>
            <a:chExt cx="1082197" cy="734392"/>
          </a:xfrm>
        </p:grpSpPr>
        <p:sp>
          <p:nvSpPr>
            <p:cNvPr id="688" name="Google Shape;688;p22"/>
            <p:cNvSpPr/>
            <p:nvPr/>
          </p:nvSpPr>
          <p:spPr>
            <a:xfrm rot="10800000" flipH="1">
              <a:off x="1414437" y="882308"/>
              <a:ext cx="186083" cy="84653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2"/>
            <p:cNvSpPr/>
            <p:nvPr/>
          </p:nvSpPr>
          <p:spPr>
            <a:xfrm rot="10800000" flipH="1">
              <a:off x="1631235" y="1025456"/>
              <a:ext cx="165145" cy="46685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2"/>
            <p:cNvSpPr/>
            <p:nvPr/>
          </p:nvSpPr>
          <p:spPr>
            <a:xfrm rot="10800000" flipH="1">
              <a:off x="1669038" y="892819"/>
              <a:ext cx="177366" cy="50433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2"/>
            <p:cNvSpPr/>
            <p:nvPr/>
          </p:nvSpPr>
          <p:spPr>
            <a:xfrm rot="10800000" flipH="1">
              <a:off x="1886569" y="988548"/>
              <a:ext cx="170848" cy="62165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2"/>
            <p:cNvSpPr/>
            <p:nvPr/>
          </p:nvSpPr>
          <p:spPr>
            <a:xfrm rot="10800000" flipH="1">
              <a:off x="1963805" y="859415"/>
              <a:ext cx="194882" cy="53936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2"/>
            <p:cNvSpPr/>
            <p:nvPr/>
          </p:nvSpPr>
          <p:spPr>
            <a:xfrm rot="10800000" flipH="1">
              <a:off x="1805015" y="766618"/>
              <a:ext cx="150154" cy="54344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2"/>
            <p:cNvSpPr/>
            <p:nvPr/>
          </p:nvSpPr>
          <p:spPr>
            <a:xfrm rot="10800000" flipH="1">
              <a:off x="1505849" y="734030"/>
              <a:ext cx="165389" cy="55322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2"/>
            <p:cNvSpPr/>
            <p:nvPr/>
          </p:nvSpPr>
          <p:spPr>
            <a:xfrm rot="10800000" flipH="1">
              <a:off x="1634086" y="605140"/>
              <a:ext cx="168811" cy="62410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2"/>
            <p:cNvSpPr/>
            <p:nvPr/>
          </p:nvSpPr>
          <p:spPr>
            <a:xfrm rot="10800000" flipH="1">
              <a:off x="1942052" y="668770"/>
              <a:ext cx="155612" cy="52470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2"/>
            <p:cNvSpPr/>
            <p:nvPr/>
          </p:nvSpPr>
          <p:spPr>
            <a:xfrm rot="10800000" flipH="1">
              <a:off x="1900990" y="540208"/>
              <a:ext cx="169544" cy="48722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2"/>
            <p:cNvSpPr/>
            <p:nvPr/>
          </p:nvSpPr>
          <p:spPr>
            <a:xfrm rot="10800000" flipH="1">
              <a:off x="1637671" y="492383"/>
              <a:ext cx="155531" cy="71046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2"/>
            <p:cNvSpPr/>
            <p:nvPr/>
          </p:nvSpPr>
          <p:spPr>
            <a:xfrm rot="10800000" flipH="1">
              <a:off x="1342660" y="589661"/>
              <a:ext cx="157812" cy="67298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2"/>
            <p:cNvSpPr/>
            <p:nvPr/>
          </p:nvSpPr>
          <p:spPr>
            <a:xfrm rot="10800000" flipH="1">
              <a:off x="1203668" y="749183"/>
              <a:ext cx="172803" cy="59477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2"/>
            <p:cNvSpPr/>
            <p:nvPr/>
          </p:nvSpPr>
          <p:spPr>
            <a:xfrm rot="10800000" flipH="1">
              <a:off x="1357895" y="429894"/>
              <a:ext cx="156753" cy="61269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2"/>
            <p:cNvSpPr/>
            <p:nvPr/>
          </p:nvSpPr>
          <p:spPr>
            <a:xfrm rot="10800000" flipH="1">
              <a:off x="1615674" y="337749"/>
              <a:ext cx="176306" cy="61188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2"/>
            <p:cNvSpPr/>
            <p:nvPr/>
          </p:nvSpPr>
          <p:spPr>
            <a:xfrm rot="10800000" flipH="1">
              <a:off x="1867504" y="393313"/>
              <a:ext cx="169300" cy="59558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2"/>
            <p:cNvSpPr/>
            <p:nvPr/>
          </p:nvSpPr>
          <p:spPr>
            <a:xfrm rot="10800000" flipH="1">
              <a:off x="2147688" y="520329"/>
              <a:ext cx="138177" cy="46767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2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3"/>
          <p:cNvSpPr txBox="1">
            <a:spLocks noGrp="1"/>
          </p:cNvSpPr>
          <p:nvPr>
            <p:ph type="title"/>
          </p:nvPr>
        </p:nvSpPr>
        <p:spPr>
          <a:xfrm>
            <a:off x="3515899" y="2561750"/>
            <a:ext cx="5007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7" name="Google Shape;707;p23"/>
          <p:cNvSpPr txBox="1">
            <a:spLocks noGrp="1"/>
          </p:cNvSpPr>
          <p:nvPr>
            <p:ph type="title" idx="2" hasCustomPrompt="1"/>
          </p:nvPr>
        </p:nvSpPr>
        <p:spPr>
          <a:xfrm>
            <a:off x="3408013" y="1402263"/>
            <a:ext cx="2132100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8" name="Google Shape;708;p23"/>
          <p:cNvSpPr txBox="1">
            <a:spLocks noGrp="1"/>
          </p:cNvSpPr>
          <p:nvPr>
            <p:ph type="subTitle" idx="1"/>
          </p:nvPr>
        </p:nvSpPr>
        <p:spPr>
          <a:xfrm>
            <a:off x="3515900" y="3404088"/>
            <a:ext cx="37116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23"/>
          <p:cNvSpPr/>
          <p:nvPr/>
        </p:nvSpPr>
        <p:spPr>
          <a:xfrm rot="10800000">
            <a:off x="377204" y="-32702"/>
            <a:ext cx="2496421" cy="666652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3"/>
          <p:cNvSpPr/>
          <p:nvPr/>
        </p:nvSpPr>
        <p:spPr>
          <a:xfrm rot="10800000">
            <a:off x="564260" y="34433"/>
            <a:ext cx="1967177" cy="499051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1" name="Google Shape;711;p23"/>
          <p:cNvGrpSpPr/>
          <p:nvPr/>
        </p:nvGrpSpPr>
        <p:grpSpPr>
          <a:xfrm>
            <a:off x="-438122" y="1554373"/>
            <a:ext cx="3591332" cy="2514831"/>
            <a:chOff x="489850" y="2715253"/>
            <a:chExt cx="2071126" cy="1450307"/>
          </a:xfrm>
        </p:grpSpPr>
        <p:sp>
          <p:nvSpPr>
            <p:cNvPr id="712" name="Google Shape;712;p23"/>
            <p:cNvSpPr/>
            <p:nvPr/>
          </p:nvSpPr>
          <p:spPr>
            <a:xfrm>
              <a:off x="489850" y="3500025"/>
              <a:ext cx="1203190" cy="665535"/>
            </a:xfrm>
            <a:custGeom>
              <a:avLst/>
              <a:gdLst/>
              <a:ahLst/>
              <a:cxnLst/>
              <a:rect l="l" t="t" r="r" b="b"/>
              <a:pathLst>
                <a:path w="14946" h="8267" extrusionOk="0">
                  <a:moveTo>
                    <a:pt x="5109" y="0"/>
                  </a:moveTo>
                  <a:cubicBezTo>
                    <a:pt x="3949" y="0"/>
                    <a:pt x="2967" y="282"/>
                    <a:pt x="2417" y="914"/>
                  </a:cubicBezTo>
                  <a:cubicBezTo>
                    <a:pt x="1" y="3678"/>
                    <a:pt x="4487" y="6335"/>
                    <a:pt x="6196" y="7096"/>
                  </a:cubicBezTo>
                  <a:cubicBezTo>
                    <a:pt x="8034" y="7896"/>
                    <a:pt x="9523" y="8266"/>
                    <a:pt x="10665" y="8266"/>
                  </a:cubicBezTo>
                  <a:cubicBezTo>
                    <a:pt x="11961" y="8266"/>
                    <a:pt x="12808" y="7789"/>
                    <a:pt x="13206" y="6923"/>
                  </a:cubicBezTo>
                  <a:cubicBezTo>
                    <a:pt x="14946" y="3195"/>
                    <a:pt x="9016" y="0"/>
                    <a:pt x="51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3"/>
            <p:cNvSpPr/>
            <p:nvPr/>
          </p:nvSpPr>
          <p:spPr>
            <a:xfrm>
              <a:off x="1453225" y="2715253"/>
              <a:ext cx="1107751" cy="415806"/>
            </a:xfrm>
            <a:custGeom>
              <a:avLst/>
              <a:gdLst/>
              <a:ahLst/>
              <a:cxnLst/>
              <a:rect l="l" t="t" r="r" b="b"/>
              <a:pathLst>
                <a:path w="29092" h="10920" extrusionOk="0">
                  <a:moveTo>
                    <a:pt x="9899" y="0"/>
                  </a:moveTo>
                  <a:cubicBezTo>
                    <a:pt x="9303" y="0"/>
                    <a:pt x="8707" y="32"/>
                    <a:pt x="8116" y="99"/>
                  </a:cubicBezTo>
                  <a:cubicBezTo>
                    <a:pt x="2269" y="769"/>
                    <a:pt x="0" y="10919"/>
                    <a:pt x="11186" y="10919"/>
                  </a:cubicBezTo>
                  <a:cubicBezTo>
                    <a:pt x="12261" y="10919"/>
                    <a:pt x="13460" y="10826"/>
                    <a:pt x="14792" y="10621"/>
                  </a:cubicBezTo>
                  <a:cubicBezTo>
                    <a:pt x="29092" y="8420"/>
                    <a:pt x="19557" y="0"/>
                    <a:pt x="98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3"/>
            <p:cNvSpPr/>
            <p:nvPr/>
          </p:nvSpPr>
          <p:spPr>
            <a:xfrm>
              <a:off x="652900" y="2780425"/>
              <a:ext cx="1598969" cy="1128604"/>
            </a:xfrm>
            <a:custGeom>
              <a:avLst/>
              <a:gdLst/>
              <a:ahLst/>
              <a:cxnLst/>
              <a:rect l="l" t="t" r="r" b="b"/>
              <a:pathLst>
                <a:path w="8019" h="5660" extrusionOk="0">
                  <a:moveTo>
                    <a:pt x="3978" y="0"/>
                  </a:moveTo>
                  <a:cubicBezTo>
                    <a:pt x="3755" y="0"/>
                    <a:pt x="3519" y="14"/>
                    <a:pt x="3269" y="42"/>
                  </a:cubicBezTo>
                  <a:cubicBezTo>
                    <a:pt x="738" y="333"/>
                    <a:pt x="1" y="5660"/>
                    <a:pt x="3737" y="5660"/>
                  </a:cubicBezTo>
                  <a:cubicBezTo>
                    <a:pt x="4455" y="5660"/>
                    <a:pt x="5339" y="5463"/>
                    <a:pt x="6407" y="4996"/>
                  </a:cubicBezTo>
                  <a:cubicBezTo>
                    <a:pt x="7596" y="4477"/>
                    <a:pt x="8018" y="0"/>
                    <a:pt x="39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5" name="Google Shape;715;p23"/>
          <p:cNvSpPr/>
          <p:nvPr/>
        </p:nvSpPr>
        <p:spPr>
          <a:xfrm>
            <a:off x="-62650" y="3649701"/>
            <a:ext cx="2621024" cy="1519057"/>
          </a:xfrm>
          <a:custGeom>
            <a:avLst/>
            <a:gdLst/>
            <a:ahLst/>
            <a:cxnLst/>
            <a:rect l="l" t="t" r="r" b="b"/>
            <a:pathLst>
              <a:path w="40325" h="23371" extrusionOk="0">
                <a:moveTo>
                  <a:pt x="7637" y="1"/>
                </a:moveTo>
                <a:cubicBezTo>
                  <a:pt x="5234" y="1"/>
                  <a:pt x="2550" y="1311"/>
                  <a:pt x="1" y="4811"/>
                </a:cubicBezTo>
                <a:lnTo>
                  <a:pt x="1" y="23371"/>
                </a:lnTo>
                <a:lnTo>
                  <a:pt x="40324" y="23371"/>
                </a:lnTo>
                <a:cubicBezTo>
                  <a:pt x="40324" y="23371"/>
                  <a:pt x="40324" y="18083"/>
                  <a:pt x="30617" y="15880"/>
                </a:cubicBezTo>
                <a:cubicBezTo>
                  <a:pt x="24075" y="14398"/>
                  <a:pt x="16558" y="11260"/>
                  <a:pt x="15262" y="6267"/>
                </a:cubicBezTo>
                <a:cubicBezTo>
                  <a:pt x="14480" y="3218"/>
                  <a:pt x="11404" y="1"/>
                  <a:pt x="763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6" name="Google Shape;716;p23"/>
          <p:cNvGrpSpPr/>
          <p:nvPr/>
        </p:nvGrpSpPr>
        <p:grpSpPr>
          <a:xfrm rot="-1509558">
            <a:off x="1108859" y="4286277"/>
            <a:ext cx="776728" cy="527094"/>
            <a:chOff x="1209485" y="4100554"/>
            <a:chExt cx="1075970" cy="730162"/>
          </a:xfrm>
        </p:grpSpPr>
        <p:sp>
          <p:nvSpPr>
            <p:cNvPr id="717" name="Google Shape;717;p23"/>
            <p:cNvSpPr/>
            <p:nvPr/>
          </p:nvSpPr>
          <p:spPr>
            <a:xfrm>
              <a:off x="1419041" y="4205129"/>
              <a:ext cx="185010" cy="84162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3"/>
            <p:cNvSpPr/>
            <p:nvPr/>
          </p:nvSpPr>
          <p:spPr>
            <a:xfrm>
              <a:off x="1634592" y="4100554"/>
              <a:ext cx="164192" cy="46414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3"/>
            <p:cNvSpPr/>
            <p:nvPr/>
          </p:nvSpPr>
          <p:spPr>
            <a:xfrm>
              <a:off x="1672178" y="4228701"/>
              <a:ext cx="176342" cy="50141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3"/>
            <p:cNvSpPr/>
            <p:nvPr/>
          </p:nvSpPr>
          <p:spPr>
            <a:xfrm>
              <a:off x="1888458" y="4121858"/>
              <a:ext cx="169862" cy="61805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3"/>
            <p:cNvSpPr/>
            <p:nvPr/>
          </p:nvSpPr>
          <p:spPr>
            <a:xfrm>
              <a:off x="1965249" y="4258429"/>
              <a:ext cx="193758" cy="53624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3"/>
            <p:cNvSpPr/>
            <p:nvPr/>
          </p:nvSpPr>
          <p:spPr>
            <a:xfrm>
              <a:off x="1807373" y="4350287"/>
              <a:ext cx="149288" cy="54029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3"/>
            <p:cNvSpPr/>
            <p:nvPr/>
          </p:nvSpPr>
          <p:spPr>
            <a:xfrm>
              <a:off x="1509927" y="4381716"/>
              <a:ext cx="164435" cy="55001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3"/>
            <p:cNvSpPr/>
            <p:nvPr/>
          </p:nvSpPr>
          <p:spPr>
            <a:xfrm>
              <a:off x="1637427" y="4502816"/>
              <a:ext cx="167837" cy="62048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3"/>
            <p:cNvSpPr/>
            <p:nvPr/>
          </p:nvSpPr>
          <p:spPr>
            <a:xfrm>
              <a:off x="1943621" y="4449435"/>
              <a:ext cx="154715" cy="52166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3"/>
            <p:cNvSpPr/>
            <p:nvPr/>
          </p:nvSpPr>
          <p:spPr>
            <a:xfrm>
              <a:off x="1902795" y="4580984"/>
              <a:ext cx="168566" cy="48439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3"/>
            <p:cNvSpPr/>
            <p:nvPr/>
          </p:nvSpPr>
          <p:spPr>
            <a:xfrm>
              <a:off x="1640991" y="4606338"/>
              <a:ext cx="154634" cy="70634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3"/>
            <p:cNvSpPr/>
            <p:nvPr/>
          </p:nvSpPr>
          <p:spPr>
            <a:xfrm>
              <a:off x="1347677" y="4513346"/>
              <a:ext cx="156902" cy="66908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3"/>
            <p:cNvSpPr/>
            <p:nvPr/>
          </p:nvSpPr>
          <p:spPr>
            <a:xfrm>
              <a:off x="1209485" y="4362518"/>
              <a:ext cx="171806" cy="59132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3"/>
            <p:cNvSpPr/>
            <p:nvPr/>
          </p:nvSpPr>
          <p:spPr>
            <a:xfrm>
              <a:off x="1362825" y="4678188"/>
              <a:ext cx="155849" cy="60914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3"/>
            <p:cNvSpPr/>
            <p:nvPr/>
          </p:nvSpPr>
          <p:spPr>
            <a:xfrm>
              <a:off x="1619120" y="4769883"/>
              <a:ext cx="175289" cy="60833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1869503" y="4716259"/>
              <a:ext cx="168323" cy="59213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3"/>
            <p:cNvSpPr/>
            <p:nvPr/>
          </p:nvSpPr>
          <p:spPr>
            <a:xfrm>
              <a:off x="2148075" y="4602693"/>
              <a:ext cx="137380" cy="46495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23"/>
          <p:cNvGrpSpPr/>
          <p:nvPr/>
        </p:nvGrpSpPr>
        <p:grpSpPr>
          <a:xfrm rot="-2494183" flipH="1">
            <a:off x="113405" y="735810"/>
            <a:ext cx="653528" cy="443492"/>
            <a:chOff x="1203668" y="337749"/>
            <a:chExt cx="1082197" cy="734392"/>
          </a:xfrm>
        </p:grpSpPr>
        <p:sp>
          <p:nvSpPr>
            <p:cNvPr id="735" name="Google Shape;735;p23"/>
            <p:cNvSpPr/>
            <p:nvPr/>
          </p:nvSpPr>
          <p:spPr>
            <a:xfrm rot="10800000" flipH="1">
              <a:off x="1414437" y="882308"/>
              <a:ext cx="186083" cy="84653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3"/>
            <p:cNvSpPr/>
            <p:nvPr/>
          </p:nvSpPr>
          <p:spPr>
            <a:xfrm rot="10800000" flipH="1">
              <a:off x="1631235" y="1025456"/>
              <a:ext cx="165145" cy="46685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/>
            <p:cNvSpPr/>
            <p:nvPr/>
          </p:nvSpPr>
          <p:spPr>
            <a:xfrm rot="10800000" flipH="1">
              <a:off x="1669038" y="892819"/>
              <a:ext cx="177366" cy="50433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3"/>
            <p:cNvSpPr/>
            <p:nvPr/>
          </p:nvSpPr>
          <p:spPr>
            <a:xfrm rot="10800000" flipH="1">
              <a:off x="1886569" y="988548"/>
              <a:ext cx="170848" cy="62165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3"/>
            <p:cNvSpPr/>
            <p:nvPr/>
          </p:nvSpPr>
          <p:spPr>
            <a:xfrm rot="10800000" flipH="1">
              <a:off x="1963805" y="859415"/>
              <a:ext cx="194882" cy="53936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3"/>
            <p:cNvSpPr/>
            <p:nvPr/>
          </p:nvSpPr>
          <p:spPr>
            <a:xfrm rot="10800000" flipH="1">
              <a:off x="1805015" y="766618"/>
              <a:ext cx="150154" cy="54344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3"/>
            <p:cNvSpPr/>
            <p:nvPr/>
          </p:nvSpPr>
          <p:spPr>
            <a:xfrm rot="10800000" flipH="1">
              <a:off x="1505849" y="734030"/>
              <a:ext cx="165389" cy="55322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3"/>
            <p:cNvSpPr/>
            <p:nvPr/>
          </p:nvSpPr>
          <p:spPr>
            <a:xfrm rot="10800000" flipH="1">
              <a:off x="1634086" y="605140"/>
              <a:ext cx="168811" cy="62410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3"/>
            <p:cNvSpPr/>
            <p:nvPr/>
          </p:nvSpPr>
          <p:spPr>
            <a:xfrm rot="10800000" flipH="1">
              <a:off x="1942052" y="668770"/>
              <a:ext cx="155612" cy="52470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3"/>
            <p:cNvSpPr/>
            <p:nvPr/>
          </p:nvSpPr>
          <p:spPr>
            <a:xfrm rot="10800000" flipH="1">
              <a:off x="1900990" y="540208"/>
              <a:ext cx="169544" cy="48722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3"/>
            <p:cNvSpPr/>
            <p:nvPr/>
          </p:nvSpPr>
          <p:spPr>
            <a:xfrm rot="10800000" flipH="1">
              <a:off x="1637671" y="492383"/>
              <a:ext cx="155531" cy="71046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3"/>
            <p:cNvSpPr/>
            <p:nvPr/>
          </p:nvSpPr>
          <p:spPr>
            <a:xfrm rot="10800000" flipH="1">
              <a:off x="1342660" y="589661"/>
              <a:ext cx="157812" cy="67298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3"/>
            <p:cNvSpPr/>
            <p:nvPr/>
          </p:nvSpPr>
          <p:spPr>
            <a:xfrm rot="10800000" flipH="1">
              <a:off x="1203668" y="749183"/>
              <a:ext cx="172803" cy="59477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3"/>
            <p:cNvSpPr/>
            <p:nvPr/>
          </p:nvSpPr>
          <p:spPr>
            <a:xfrm rot="10800000" flipH="1">
              <a:off x="1357895" y="429894"/>
              <a:ext cx="156753" cy="61269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3"/>
            <p:cNvSpPr/>
            <p:nvPr/>
          </p:nvSpPr>
          <p:spPr>
            <a:xfrm rot="10800000" flipH="1">
              <a:off x="1615674" y="337749"/>
              <a:ext cx="176306" cy="61188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3"/>
            <p:cNvSpPr/>
            <p:nvPr/>
          </p:nvSpPr>
          <p:spPr>
            <a:xfrm rot="10800000" flipH="1">
              <a:off x="1867504" y="393313"/>
              <a:ext cx="169300" cy="59558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3"/>
            <p:cNvSpPr/>
            <p:nvPr/>
          </p:nvSpPr>
          <p:spPr>
            <a:xfrm rot="10800000" flipH="1">
              <a:off x="2147688" y="520329"/>
              <a:ext cx="138177" cy="46767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2"/>
          <p:cNvSpPr/>
          <p:nvPr/>
        </p:nvSpPr>
        <p:spPr>
          <a:xfrm>
            <a:off x="-59822" y="3322617"/>
            <a:ext cx="4158717" cy="1904152"/>
          </a:xfrm>
          <a:custGeom>
            <a:avLst/>
            <a:gdLst/>
            <a:ahLst/>
            <a:cxnLst/>
            <a:rect l="l" t="t" r="r" b="b"/>
            <a:pathLst>
              <a:path w="40325" h="23371" extrusionOk="0">
                <a:moveTo>
                  <a:pt x="7637" y="1"/>
                </a:moveTo>
                <a:cubicBezTo>
                  <a:pt x="5234" y="1"/>
                  <a:pt x="2550" y="1311"/>
                  <a:pt x="1" y="4811"/>
                </a:cubicBezTo>
                <a:lnTo>
                  <a:pt x="1" y="23371"/>
                </a:lnTo>
                <a:lnTo>
                  <a:pt x="40324" y="23371"/>
                </a:lnTo>
                <a:cubicBezTo>
                  <a:pt x="40324" y="23371"/>
                  <a:pt x="40324" y="18083"/>
                  <a:pt x="30617" y="15880"/>
                </a:cubicBezTo>
                <a:cubicBezTo>
                  <a:pt x="24075" y="14398"/>
                  <a:pt x="16558" y="11260"/>
                  <a:pt x="15262" y="6267"/>
                </a:cubicBezTo>
                <a:cubicBezTo>
                  <a:pt x="14480" y="3218"/>
                  <a:pt x="11404" y="1"/>
                  <a:pt x="763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2"/>
          <p:cNvSpPr/>
          <p:nvPr/>
        </p:nvSpPr>
        <p:spPr>
          <a:xfrm>
            <a:off x="7603619" y="4263501"/>
            <a:ext cx="834020" cy="1060026"/>
          </a:xfrm>
          <a:custGeom>
            <a:avLst/>
            <a:gdLst/>
            <a:ahLst/>
            <a:cxnLst/>
            <a:rect l="l" t="t" r="r" b="b"/>
            <a:pathLst>
              <a:path w="5462" h="6942" extrusionOk="0">
                <a:moveTo>
                  <a:pt x="3565" y="0"/>
                </a:moveTo>
                <a:cubicBezTo>
                  <a:pt x="2779" y="0"/>
                  <a:pt x="1800" y="834"/>
                  <a:pt x="1012" y="2977"/>
                </a:cubicBezTo>
                <a:cubicBezTo>
                  <a:pt x="0" y="5710"/>
                  <a:pt x="517" y="6941"/>
                  <a:pt x="1492" y="6941"/>
                </a:cubicBezTo>
                <a:cubicBezTo>
                  <a:pt x="2408" y="6941"/>
                  <a:pt x="3729" y="5853"/>
                  <a:pt x="4563" y="3899"/>
                </a:cubicBezTo>
                <a:cubicBezTo>
                  <a:pt x="5462" y="1807"/>
                  <a:pt x="4722" y="0"/>
                  <a:pt x="35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32"/>
          <p:cNvSpPr/>
          <p:nvPr/>
        </p:nvSpPr>
        <p:spPr>
          <a:xfrm>
            <a:off x="7215009" y="4163640"/>
            <a:ext cx="536723" cy="591703"/>
          </a:xfrm>
          <a:custGeom>
            <a:avLst/>
            <a:gdLst/>
            <a:ahLst/>
            <a:cxnLst/>
            <a:rect l="l" t="t" r="r" b="b"/>
            <a:pathLst>
              <a:path w="3515" h="3875" extrusionOk="0">
                <a:moveTo>
                  <a:pt x="2339" y="0"/>
                </a:moveTo>
                <a:cubicBezTo>
                  <a:pt x="1843" y="0"/>
                  <a:pt x="1209" y="458"/>
                  <a:pt x="713" y="1535"/>
                </a:cubicBezTo>
                <a:cubicBezTo>
                  <a:pt x="0" y="3083"/>
                  <a:pt x="382" y="3874"/>
                  <a:pt x="1052" y="3874"/>
                </a:cubicBezTo>
                <a:cubicBezTo>
                  <a:pt x="1549" y="3874"/>
                  <a:pt x="2205" y="3438"/>
                  <a:pt x="2689" y="2550"/>
                </a:cubicBezTo>
                <a:cubicBezTo>
                  <a:pt x="3515" y="1034"/>
                  <a:pt x="3084" y="0"/>
                  <a:pt x="233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32"/>
          <p:cNvSpPr/>
          <p:nvPr/>
        </p:nvSpPr>
        <p:spPr>
          <a:xfrm>
            <a:off x="7221422" y="4939779"/>
            <a:ext cx="257749" cy="423583"/>
          </a:xfrm>
          <a:custGeom>
            <a:avLst/>
            <a:gdLst/>
            <a:ahLst/>
            <a:cxnLst/>
            <a:rect l="l" t="t" r="r" b="b"/>
            <a:pathLst>
              <a:path w="1688" h="2774" extrusionOk="0">
                <a:moveTo>
                  <a:pt x="1024" y="1"/>
                </a:moveTo>
                <a:cubicBezTo>
                  <a:pt x="552" y="1"/>
                  <a:pt x="1" y="595"/>
                  <a:pt x="177" y="1566"/>
                </a:cubicBezTo>
                <a:cubicBezTo>
                  <a:pt x="314" y="2358"/>
                  <a:pt x="596" y="2774"/>
                  <a:pt x="878" y="2774"/>
                </a:cubicBezTo>
                <a:cubicBezTo>
                  <a:pt x="1199" y="2774"/>
                  <a:pt x="1519" y="2231"/>
                  <a:pt x="1619" y="1085"/>
                </a:cubicBezTo>
                <a:cubicBezTo>
                  <a:pt x="1687" y="332"/>
                  <a:pt x="1378" y="1"/>
                  <a:pt x="102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2" name="Google Shape;982;p32"/>
          <p:cNvGrpSpPr/>
          <p:nvPr/>
        </p:nvGrpSpPr>
        <p:grpSpPr>
          <a:xfrm rot="10800000" flipH="1">
            <a:off x="2355158" y="4163651"/>
            <a:ext cx="1082197" cy="734392"/>
            <a:chOff x="1203668" y="337749"/>
            <a:chExt cx="1082197" cy="734392"/>
          </a:xfrm>
        </p:grpSpPr>
        <p:sp>
          <p:nvSpPr>
            <p:cNvPr id="983" name="Google Shape;983;p32"/>
            <p:cNvSpPr/>
            <p:nvPr/>
          </p:nvSpPr>
          <p:spPr>
            <a:xfrm rot="10800000" flipH="1">
              <a:off x="1414437" y="882308"/>
              <a:ext cx="186083" cy="84653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2"/>
            <p:cNvSpPr/>
            <p:nvPr/>
          </p:nvSpPr>
          <p:spPr>
            <a:xfrm rot="10800000" flipH="1">
              <a:off x="1631235" y="1025456"/>
              <a:ext cx="165145" cy="46685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2"/>
            <p:cNvSpPr/>
            <p:nvPr/>
          </p:nvSpPr>
          <p:spPr>
            <a:xfrm rot="10800000" flipH="1">
              <a:off x="1669038" y="892819"/>
              <a:ext cx="177366" cy="50433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2"/>
            <p:cNvSpPr/>
            <p:nvPr/>
          </p:nvSpPr>
          <p:spPr>
            <a:xfrm rot="10800000" flipH="1">
              <a:off x="1886569" y="988548"/>
              <a:ext cx="170848" cy="62165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2"/>
            <p:cNvSpPr/>
            <p:nvPr/>
          </p:nvSpPr>
          <p:spPr>
            <a:xfrm rot="10800000" flipH="1">
              <a:off x="1963805" y="859415"/>
              <a:ext cx="194882" cy="53936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2"/>
            <p:cNvSpPr/>
            <p:nvPr/>
          </p:nvSpPr>
          <p:spPr>
            <a:xfrm rot="10800000" flipH="1">
              <a:off x="1805015" y="766618"/>
              <a:ext cx="150154" cy="54344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2"/>
            <p:cNvSpPr/>
            <p:nvPr/>
          </p:nvSpPr>
          <p:spPr>
            <a:xfrm rot="10800000" flipH="1">
              <a:off x="1505849" y="734030"/>
              <a:ext cx="165389" cy="55322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2"/>
            <p:cNvSpPr/>
            <p:nvPr/>
          </p:nvSpPr>
          <p:spPr>
            <a:xfrm rot="10800000" flipH="1">
              <a:off x="1634086" y="605140"/>
              <a:ext cx="168811" cy="62410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 rot="10800000" flipH="1">
              <a:off x="1942052" y="668770"/>
              <a:ext cx="155612" cy="52470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2"/>
            <p:cNvSpPr/>
            <p:nvPr/>
          </p:nvSpPr>
          <p:spPr>
            <a:xfrm rot="10800000" flipH="1">
              <a:off x="1900990" y="540208"/>
              <a:ext cx="169544" cy="48722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2"/>
            <p:cNvSpPr/>
            <p:nvPr/>
          </p:nvSpPr>
          <p:spPr>
            <a:xfrm rot="10800000" flipH="1">
              <a:off x="1637671" y="492383"/>
              <a:ext cx="155531" cy="71046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2"/>
            <p:cNvSpPr/>
            <p:nvPr/>
          </p:nvSpPr>
          <p:spPr>
            <a:xfrm rot="10800000" flipH="1">
              <a:off x="1342660" y="589661"/>
              <a:ext cx="157812" cy="67298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2"/>
            <p:cNvSpPr/>
            <p:nvPr/>
          </p:nvSpPr>
          <p:spPr>
            <a:xfrm rot="10800000" flipH="1">
              <a:off x="1203668" y="749183"/>
              <a:ext cx="172803" cy="59477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2"/>
            <p:cNvSpPr/>
            <p:nvPr/>
          </p:nvSpPr>
          <p:spPr>
            <a:xfrm rot="10800000" flipH="1">
              <a:off x="1357895" y="429894"/>
              <a:ext cx="156753" cy="61269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2"/>
            <p:cNvSpPr/>
            <p:nvPr/>
          </p:nvSpPr>
          <p:spPr>
            <a:xfrm rot="10800000" flipH="1">
              <a:off x="1615674" y="337749"/>
              <a:ext cx="176306" cy="61188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2"/>
            <p:cNvSpPr/>
            <p:nvPr/>
          </p:nvSpPr>
          <p:spPr>
            <a:xfrm rot="10800000" flipH="1">
              <a:off x="1867504" y="393313"/>
              <a:ext cx="169300" cy="59558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2"/>
            <p:cNvSpPr/>
            <p:nvPr/>
          </p:nvSpPr>
          <p:spPr>
            <a:xfrm rot="10800000" flipH="1">
              <a:off x="2147688" y="520329"/>
              <a:ext cx="138177" cy="46767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32"/>
          <p:cNvSpPr/>
          <p:nvPr/>
        </p:nvSpPr>
        <p:spPr>
          <a:xfrm rot="10800000">
            <a:off x="-271671" y="-9448"/>
            <a:ext cx="3709030" cy="940940"/>
          </a:xfrm>
          <a:custGeom>
            <a:avLst/>
            <a:gdLst/>
            <a:ahLst/>
            <a:cxnLst/>
            <a:rect l="l" t="t" r="r" b="b"/>
            <a:pathLst>
              <a:path w="36052" h="9146" extrusionOk="0">
                <a:moveTo>
                  <a:pt x="23499" y="0"/>
                </a:moveTo>
                <a:cubicBezTo>
                  <a:pt x="14978" y="0"/>
                  <a:pt x="8996" y="5145"/>
                  <a:pt x="1" y="9146"/>
                </a:cubicBezTo>
                <a:lnTo>
                  <a:pt x="36052" y="9146"/>
                </a:lnTo>
                <a:cubicBezTo>
                  <a:pt x="36052" y="3805"/>
                  <a:pt x="30938" y="1041"/>
                  <a:pt x="28041" y="467"/>
                </a:cubicBezTo>
                <a:cubicBezTo>
                  <a:pt x="26437" y="146"/>
                  <a:pt x="24932" y="0"/>
                  <a:pt x="234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2"/>
          <p:cNvSpPr/>
          <p:nvPr/>
        </p:nvSpPr>
        <p:spPr>
          <a:xfrm rot="10800000">
            <a:off x="4873206" y="-9446"/>
            <a:ext cx="4167477" cy="454026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2" name="Google Shape;1002;p32"/>
          <p:cNvGrpSpPr/>
          <p:nvPr/>
        </p:nvGrpSpPr>
        <p:grpSpPr>
          <a:xfrm rot="1251898">
            <a:off x="1831907" y="238388"/>
            <a:ext cx="1166630" cy="1123614"/>
            <a:chOff x="2560800" y="4304955"/>
            <a:chExt cx="961394" cy="925946"/>
          </a:xfrm>
        </p:grpSpPr>
        <p:sp>
          <p:nvSpPr>
            <p:cNvPr id="1003" name="Google Shape;1003;p32"/>
            <p:cNvSpPr/>
            <p:nvPr/>
          </p:nvSpPr>
          <p:spPr>
            <a:xfrm rot="-3122830">
              <a:off x="2672015" y="4699763"/>
              <a:ext cx="101891" cy="188206"/>
            </a:xfrm>
            <a:custGeom>
              <a:avLst/>
              <a:gdLst/>
              <a:ahLst/>
              <a:cxnLst/>
              <a:rect l="l" t="t" r="r" b="b"/>
              <a:pathLst>
                <a:path w="1400" h="2586" extrusionOk="0">
                  <a:moveTo>
                    <a:pt x="124" y="0"/>
                  </a:moveTo>
                  <a:cubicBezTo>
                    <a:pt x="60" y="0"/>
                    <a:pt x="1" y="54"/>
                    <a:pt x="11" y="121"/>
                  </a:cubicBezTo>
                  <a:cubicBezTo>
                    <a:pt x="104" y="575"/>
                    <a:pt x="237" y="1002"/>
                    <a:pt x="411" y="1429"/>
                  </a:cubicBezTo>
                  <a:cubicBezTo>
                    <a:pt x="545" y="1803"/>
                    <a:pt x="598" y="2404"/>
                    <a:pt x="1012" y="2578"/>
                  </a:cubicBezTo>
                  <a:cubicBezTo>
                    <a:pt x="1029" y="2583"/>
                    <a:pt x="1045" y="2586"/>
                    <a:pt x="1062" y="2586"/>
                  </a:cubicBezTo>
                  <a:cubicBezTo>
                    <a:pt x="1124" y="2586"/>
                    <a:pt x="1183" y="2548"/>
                    <a:pt x="1226" y="2484"/>
                  </a:cubicBezTo>
                  <a:cubicBezTo>
                    <a:pt x="1399" y="2097"/>
                    <a:pt x="1039" y="1616"/>
                    <a:pt x="878" y="1256"/>
                  </a:cubicBezTo>
                  <a:cubicBezTo>
                    <a:pt x="718" y="815"/>
                    <a:pt x="491" y="401"/>
                    <a:pt x="197" y="27"/>
                  </a:cubicBezTo>
                  <a:cubicBezTo>
                    <a:pt x="175" y="9"/>
                    <a:pt x="149" y="0"/>
                    <a:pt x="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2"/>
            <p:cNvSpPr/>
            <p:nvPr/>
          </p:nvSpPr>
          <p:spPr>
            <a:xfrm rot="-3122830">
              <a:off x="2613090" y="4564633"/>
              <a:ext cx="104292" cy="183549"/>
            </a:xfrm>
            <a:custGeom>
              <a:avLst/>
              <a:gdLst/>
              <a:ahLst/>
              <a:cxnLst/>
              <a:rect l="l" t="t" r="r" b="b"/>
              <a:pathLst>
                <a:path w="1433" h="2522" extrusionOk="0">
                  <a:moveTo>
                    <a:pt x="150" y="0"/>
                  </a:moveTo>
                  <a:cubicBezTo>
                    <a:pt x="98" y="0"/>
                    <a:pt x="49" y="38"/>
                    <a:pt x="40" y="100"/>
                  </a:cubicBezTo>
                  <a:cubicBezTo>
                    <a:pt x="0" y="527"/>
                    <a:pt x="334" y="928"/>
                    <a:pt x="454" y="1342"/>
                  </a:cubicBezTo>
                  <a:cubicBezTo>
                    <a:pt x="574" y="1702"/>
                    <a:pt x="641" y="2130"/>
                    <a:pt x="895" y="2437"/>
                  </a:cubicBezTo>
                  <a:cubicBezTo>
                    <a:pt x="948" y="2496"/>
                    <a:pt x="1010" y="2521"/>
                    <a:pt x="1071" y="2521"/>
                  </a:cubicBezTo>
                  <a:cubicBezTo>
                    <a:pt x="1256" y="2521"/>
                    <a:pt x="1433" y="2290"/>
                    <a:pt x="1322" y="2089"/>
                  </a:cubicBezTo>
                  <a:cubicBezTo>
                    <a:pt x="962" y="1422"/>
                    <a:pt x="735" y="621"/>
                    <a:pt x="227" y="33"/>
                  </a:cubicBezTo>
                  <a:cubicBezTo>
                    <a:pt x="204" y="10"/>
                    <a:pt x="177" y="0"/>
                    <a:pt x="1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2"/>
            <p:cNvSpPr/>
            <p:nvPr/>
          </p:nvSpPr>
          <p:spPr>
            <a:xfrm rot="-3122830">
              <a:off x="2806822" y="4535730"/>
              <a:ext cx="60334" cy="131221"/>
            </a:xfrm>
            <a:custGeom>
              <a:avLst/>
              <a:gdLst/>
              <a:ahLst/>
              <a:cxnLst/>
              <a:rect l="l" t="t" r="r" b="b"/>
              <a:pathLst>
                <a:path w="829" h="1803" extrusionOk="0">
                  <a:moveTo>
                    <a:pt x="94" y="1"/>
                  </a:moveTo>
                  <a:cubicBezTo>
                    <a:pt x="54" y="1"/>
                    <a:pt x="14" y="27"/>
                    <a:pt x="14" y="67"/>
                  </a:cubicBezTo>
                  <a:cubicBezTo>
                    <a:pt x="0" y="188"/>
                    <a:pt x="27" y="308"/>
                    <a:pt x="67" y="415"/>
                  </a:cubicBezTo>
                  <a:cubicBezTo>
                    <a:pt x="107" y="602"/>
                    <a:pt x="134" y="775"/>
                    <a:pt x="160" y="949"/>
                  </a:cubicBezTo>
                  <a:cubicBezTo>
                    <a:pt x="214" y="1242"/>
                    <a:pt x="227" y="1670"/>
                    <a:pt x="548" y="1790"/>
                  </a:cubicBezTo>
                  <a:cubicBezTo>
                    <a:pt x="571" y="1798"/>
                    <a:pt x="592" y="1802"/>
                    <a:pt x="611" y="1802"/>
                  </a:cubicBezTo>
                  <a:cubicBezTo>
                    <a:pt x="714" y="1802"/>
                    <a:pt x="765" y="1693"/>
                    <a:pt x="788" y="1603"/>
                  </a:cubicBezTo>
                  <a:cubicBezTo>
                    <a:pt x="828" y="1456"/>
                    <a:pt x="668" y="1176"/>
                    <a:pt x="628" y="1029"/>
                  </a:cubicBezTo>
                  <a:cubicBezTo>
                    <a:pt x="574" y="882"/>
                    <a:pt x="548" y="748"/>
                    <a:pt x="508" y="602"/>
                  </a:cubicBezTo>
                  <a:cubicBezTo>
                    <a:pt x="454" y="388"/>
                    <a:pt x="347" y="41"/>
                    <a:pt x="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2"/>
            <p:cNvSpPr/>
            <p:nvPr/>
          </p:nvSpPr>
          <p:spPr>
            <a:xfrm rot="-3122830">
              <a:off x="2775098" y="4405378"/>
              <a:ext cx="67248" cy="127145"/>
            </a:xfrm>
            <a:custGeom>
              <a:avLst/>
              <a:gdLst/>
              <a:ahLst/>
              <a:cxnLst/>
              <a:rect l="l" t="t" r="r" b="b"/>
              <a:pathLst>
                <a:path w="924" h="1747" extrusionOk="0">
                  <a:moveTo>
                    <a:pt x="111" y="1"/>
                  </a:moveTo>
                  <a:cubicBezTo>
                    <a:pt x="68" y="1"/>
                    <a:pt x="27" y="34"/>
                    <a:pt x="27" y="76"/>
                  </a:cubicBezTo>
                  <a:cubicBezTo>
                    <a:pt x="0" y="330"/>
                    <a:pt x="121" y="597"/>
                    <a:pt x="174" y="850"/>
                  </a:cubicBezTo>
                  <a:cubicBezTo>
                    <a:pt x="214" y="1091"/>
                    <a:pt x="268" y="1331"/>
                    <a:pt x="334" y="1558"/>
                  </a:cubicBezTo>
                  <a:cubicBezTo>
                    <a:pt x="383" y="1689"/>
                    <a:pt x="498" y="1746"/>
                    <a:pt x="609" y="1746"/>
                  </a:cubicBezTo>
                  <a:cubicBezTo>
                    <a:pt x="769" y="1746"/>
                    <a:pt x="924" y="1627"/>
                    <a:pt x="868" y="1438"/>
                  </a:cubicBezTo>
                  <a:cubicBezTo>
                    <a:pt x="855" y="1424"/>
                    <a:pt x="855" y="1411"/>
                    <a:pt x="842" y="1398"/>
                  </a:cubicBezTo>
                  <a:cubicBezTo>
                    <a:pt x="815" y="1264"/>
                    <a:pt x="762" y="1144"/>
                    <a:pt x="708" y="1024"/>
                  </a:cubicBezTo>
                  <a:cubicBezTo>
                    <a:pt x="668" y="904"/>
                    <a:pt x="628" y="783"/>
                    <a:pt x="588" y="677"/>
                  </a:cubicBezTo>
                  <a:cubicBezTo>
                    <a:pt x="495" y="436"/>
                    <a:pt x="374" y="143"/>
                    <a:pt x="147" y="9"/>
                  </a:cubicBezTo>
                  <a:cubicBezTo>
                    <a:pt x="136" y="3"/>
                    <a:pt x="123" y="1"/>
                    <a:pt x="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2"/>
            <p:cNvSpPr/>
            <p:nvPr/>
          </p:nvSpPr>
          <p:spPr>
            <a:xfrm rot="-3122830">
              <a:off x="2859492" y="4469339"/>
              <a:ext cx="1892" cy="4949"/>
            </a:xfrm>
            <a:custGeom>
              <a:avLst/>
              <a:gdLst/>
              <a:ahLst/>
              <a:cxnLst/>
              <a:rect l="l" t="t" r="r" b="b"/>
              <a:pathLst>
                <a:path w="26" h="68" extrusionOk="0">
                  <a:moveTo>
                    <a:pt x="0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14" y="43"/>
                    <a:pt x="25" y="68"/>
                    <a:pt x="25" y="68"/>
                  </a:cubicBezTo>
                  <a:cubicBezTo>
                    <a:pt x="26" y="68"/>
                    <a:pt x="18" y="49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2"/>
            <p:cNvSpPr/>
            <p:nvPr/>
          </p:nvSpPr>
          <p:spPr>
            <a:xfrm rot="-3122830">
              <a:off x="2895780" y="4683985"/>
              <a:ext cx="72488" cy="149925"/>
            </a:xfrm>
            <a:custGeom>
              <a:avLst/>
              <a:gdLst/>
              <a:ahLst/>
              <a:cxnLst/>
              <a:rect l="l" t="t" r="r" b="b"/>
              <a:pathLst>
                <a:path w="996" h="2060" extrusionOk="0">
                  <a:moveTo>
                    <a:pt x="58" y="0"/>
                  </a:moveTo>
                  <a:cubicBezTo>
                    <a:pt x="28" y="0"/>
                    <a:pt x="0" y="22"/>
                    <a:pt x="0" y="51"/>
                  </a:cubicBezTo>
                  <a:cubicBezTo>
                    <a:pt x="0" y="345"/>
                    <a:pt x="174" y="638"/>
                    <a:pt x="281" y="905"/>
                  </a:cubicBezTo>
                  <a:cubicBezTo>
                    <a:pt x="414" y="1239"/>
                    <a:pt x="481" y="1573"/>
                    <a:pt x="588" y="1920"/>
                  </a:cubicBezTo>
                  <a:cubicBezTo>
                    <a:pt x="617" y="2015"/>
                    <a:pt x="701" y="2059"/>
                    <a:pt x="785" y="2059"/>
                  </a:cubicBezTo>
                  <a:cubicBezTo>
                    <a:pt x="891" y="2059"/>
                    <a:pt x="996" y="1988"/>
                    <a:pt x="988" y="1853"/>
                  </a:cubicBezTo>
                  <a:cubicBezTo>
                    <a:pt x="921" y="1506"/>
                    <a:pt x="801" y="1172"/>
                    <a:pt x="601" y="879"/>
                  </a:cubicBezTo>
                  <a:cubicBezTo>
                    <a:pt x="467" y="572"/>
                    <a:pt x="294" y="278"/>
                    <a:pt x="94" y="11"/>
                  </a:cubicBezTo>
                  <a:cubicBezTo>
                    <a:pt x="82" y="3"/>
                    <a:pt x="70" y="0"/>
                    <a:pt x="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2"/>
            <p:cNvSpPr/>
            <p:nvPr/>
          </p:nvSpPr>
          <p:spPr>
            <a:xfrm rot="-3122830">
              <a:off x="2715509" y="4912133"/>
              <a:ext cx="72925" cy="144321"/>
            </a:xfrm>
            <a:custGeom>
              <a:avLst/>
              <a:gdLst/>
              <a:ahLst/>
              <a:cxnLst/>
              <a:rect l="l" t="t" r="r" b="b"/>
              <a:pathLst>
                <a:path w="1002" h="1983" extrusionOk="0">
                  <a:moveTo>
                    <a:pt x="89" y="0"/>
                  </a:moveTo>
                  <a:cubicBezTo>
                    <a:pt x="57" y="0"/>
                    <a:pt x="27" y="15"/>
                    <a:pt x="27" y="46"/>
                  </a:cubicBezTo>
                  <a:cubicBezTo>
                    <a:pt x="1" y="366"/>
                    <a:pt x="174" y="686"/>
                    <a:pt x="268" y="980"/>
                  </a:cubicBezTo>
                  <a:cubicBezTo>
                    <a:pt x="361" y="1274"/>
                    <a:pt x="428" y="1674"/>
                    <a:pt x="668" y="1928"/>
                  </a:cubicBezTo>
                  <a:cubicBezTo>
                    <a:pt x="706" y="1966"/>
                    <a:pt x="752" y="1982"/>
                    <a:pt x="798" y="1982"/>
                  </a:cubicBezTo>
                  <a:cubicBezTo>
                    <a:pt x="901" y="1982"/>
                    <a:pt x="1002" y="1901"/>
                    <a:pt x="1002" y="1781"/>
                  </a:cubicBezTo>
                  <a:cubicBezTo>
                    <a:pt x="989" y="1448"/>
                    <a:pt x="788" y="1114"/>
                    <a:pt x="655" y="820"/>
                  </a:cubicBezTo>
                  <a:cubicBezTo>
                    <a:pt x="521" y="540"/>
                    <a:pt x="388" y="166"/>
                    <a:pt x="121" y="5"/>
                  </a:cubicBezTo>
                  <a:cubicBezTo>
                    <a:pt x="111" y="2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2"/>
            <p:cNvSpPr/>
            <p:nvPr/>
          </p:nvSpPr>
          <p:spPr>
            <a:xfrm rot="-3122830">
              <a:off x="2859737" y="5003290"/>
              <a:ext cx="112807" cy="204436"/>
            </a:xfrm>
            <a:custGeom>
              <a:avLst/>
              <a:gdLst/>
              <a:ahLst/>
              <a:cxnLst/>
              <a:rect l="l" t="t" r="r" b="b"/>
              <a:pathLst>
                <a:path w="1550" h="2809" extrusionOk="0">
                  <a:moveTo>
                    <a:pt x="135" y="0"/>
                  </a:moveTo>
                  <a:cubicBezTo>
                    <a:pt x="99" y="0"/>
                    <a:pt x="62" y="24"/>
                    <a:pt x="54" y="72"/>
                  </a:cubicBezTo>
                  <a:cubicBezTo>
                    <a:pt x="0" y="446"/>
                    <a:pt x="254" y="807"/>
                    <a:pt x="414" y="1127"/>
                  </a:cubicBezTo>
                  <a:cubicBezTo>
                    <a:pt x="668" y="1634"/>
                    <a:pt x="775" y="2262"/>
                    <a:pt x="1095" y="2716"/>
                  </a:cubicBezTo>
                  <a:cubicBezTo>
                    <a:pt x="1143" y="2781"/>
                    <a:pt x="1203" y="2808"/>
                    <a:pt x="1264" y="2808"/>
                  </a:cubicBezTo>
                  <a:cubicBezTo>
                    <a:pt x="1390" y="2808"/>
                    <a:pt x="1518" y="2691"/>
                    <a:pt x="1536" y="2556"/>
                  </a:cubicBezTo>
                  <a:lnTo>
                    <a:pt x="1549" y="2569"/>
                  </a:lnTo>
                  <a:cubicBezTo>
                    <a:pt x="1509" y="2142"/>
                    <a:pt x="1255" y="1715"/>
                    <a:pt x="1042" y="1354"/>
                  </a:cubicBezTo>
                  <a:cubicBezTo>
                    <a:pt x="788" y="900"/>
                    <a:pt x="481" y="473"/>
                    <a:pt x="201" y="32"/>
                  </a:cubicBezTo>
                  <a:cubicBezTo>
                    <a:pt x="185" y="11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2"/>
            <p:cNvSpPr/>
            <p:nvPr/>
          </p:nvSpPr>
          <p:spPr>
            <a:xfrm rot="-3122830">
              <a:off x="2895023" y="4842464"/>
              <a:ext cx="98252" cy="152035"/>
            </a:xfrm>
            <a:custGeom>
              <a:avLst/>
              <a:gdLst/>
              <a:ahLst/>
              <a:cxnLst/>
              <a:rect l="l" t="t" r="r" b="b"/>
              <a:pathLst>
                <a:path w="1350" h="2089" extrusionOk="0">
                  <a:moveTo>
                    <a:pt x="154" y="0"/>
                  </a:moveTo>
                  <a:cubicBezTo>
                    <a:pt x="75" y="0"/>
                    <a:pt x="0" y="84"/>
                    <a:pt x="41" y="175"/>
                  </a:cubicBezTo>
                  <a:cubicBezTo>
                    <a:pt x="175" y="432"/>
                    <a:pt x="444" y="2088"/>
                    <a:pt x="919" y="2088"/>
                  </a:cubicBezTo>
                  <a:cubicBezTo>
                    <a:pt x="963" y="2088"/>
                    <a:pt x="1008" y="2074"/>
                    <a:pt x="1055" y="2044"/>
                  </a:cubicBezTo>
                  <a:cubicBezTo>
                    <a:pt x="1349" y="1857"/>
                    <a:pt x="909" y="1296"/>
                    <a:pt x="815" y="1083"/>
                  </a:cubicBezTo>
                  <a:cubicBezTo>
                    <a:pt x="642" y="722"/>
                    <a:pt x="508" y="322"/>
                    <a:pt x="228" y="28"/>
                  </a:cubicBezTo>
                  <a:cubicBezTo>
                    <a:pt x="205" y="9"/>
                    <a:pt x="179" y="0"/>
                    <a:pt x="1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2"/>
            <p:cNvSpPr/>
            <p:nvPr/>
          </p:nvSpPr>
          <p:spPr>
            <a:xfrm rot="-3122830">
              <a:off x="3085058" y="4766210"/>
              <a:ext cx="88208" cy="139226"/>
            </a:xfrm>
            <a:custGeom>
              <a:avLst/>
              <a:gdLst/>
              <a:ahLst/>
              <a:cxnLst/>
              <a:rect l="l" t="t" r="r" b="b"/>
              <a:pathLst>
                <a:path w="1212" h="1913" extrusionOk="0">
                  <a:moveTo>
                    <a:pt x="116" y="1"/>
                  </a:moveTo>
                  <a:cubicBezTo>
                    <a:pt x="55" y="1"/>
                    <a:pt x="0" y="55"/>
                    <a:pt x="10" y="129"/>
                  </a:cubicBezTo>
                  <a:cubicBezTo>
                    <a:pt x="50" y="370"/>
                    <a:pt x="130" y="597"/>
                    <a:pt x="236" y="824"/>
                  </a:cubicBezTo>
                  <a:cubicBezTo>
                    <a:pt x="303" y="997"/>
                    <a:pt x="383" y="1171"/>
                    <a:pt x="437" y="1344"/>
                  </a:cubicBezTo>
                  <a:cubicBezTo>
                    <a:pt x="477" y="1518"/>
                    <a:pt x="544" y="1692"/>
                    <a:pt x="650" y="1825"/>
                  </a:cubicBezTo>
                  <a:cubicBezTo>
                    <a:pt x="705" y="1885"/>
                    <a:pt x="778" y="1913"/>
                    <a:pt x="850" y="1913"/>
                  </a:cubicBezTo>
                  <a:cubicBezTo>
                    <a:pt x="939" y="1913"/>
                    <a:pt x="1026" y="1872"/>
                    <a:pt x="1078" y="1798"/>
                  </a:cubicBezTo>
                  <a:cubicBezTo>
                    <a:pt x="1211" y="1598"/>
                    <a:pt x="958" y="1291"/>
                    <a:pt x="864" y="1117"/>
                  </a:cubicBezTo>
                  <a:cubicBezTo>
                    <a:pt x="757" y="944"/>
                    <a:pt x="664" y="770"/>
                    <a:pt x="557" y="597"/>
                  </a:cubicBezTo>
                  <a:cubicBezTo>
                    <a:pt x="463" y="383"/>
                    <a:pt x="343" y="196"/>
                    <a:pt x="196" y="36"/>
                  </a:cubicBezTo>
                  <a:cubicBezTo>
                    <a:pt x="172" y="11"/>
                    <a:pt x="143" y="1"/>
                    <a:pt x="1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2"/>
            <p:cNvSpPr/>
            <p:nvPr/>
          </p:nvSpPr>
          <p:spPr>
            <a:xfrm rot="-3122830">
              <a:off x="3073315" y="4641680"/>
              <a:ext cx="75108" cy="128819"/>
            </a:xfrm>
            <a:custGeom>
              <a:avLst/>
              <a:gdLst/>
              <a:ahLst/>
              <a:cxnLst/>
              <a:rect l="l" t="t" r="r" b="b"/>
              <a:pathLst>
                <a:path w="1032" h="1770" extrusionOk="0">
                  <a:moveTo>
                    <a:pt x="134" y="0"/>
                  </a:moveTo>
                  <a:cubicBezTo>
                    <a:pt x="66" y="0"/>
                    <a:pt x="1" y="72"/>
                    <a:pt x="30" y="151"/>
                  </a:cubicBezTo>
                  <a:cubicBezTo>
                    <a:pt x="137" y="391"/>
                    <a:pt x="257" y="631"/>
                    <a:pt x="351" y="872"/>
                  </a:cubicBezTo>
                  <a:cubicBezTo>
                    <a:pt x="471" y="1152"/>
                    <a:pt x="538" y="1499"/>
                    <a:pt x="738" y="1726"/>
                  </a:cubicBezTo>
                  <a:cubicBezTo>
                    <a:pt x="772" y="1756"/>
                    <a:pt x="812" y="1769"/>
                    <a:pt x="852" y="1769"/>
                  </a:cubicBezTo>
                  <a:cubicBezTo>
                    <a:pt x="939" y="1769"/>
                    <a:pt x="1023" y="1706"/>
                    <a:pt x="1032" y="1606"/>
                  </a:cubicBezTo>
                  <a:cubicBezTo>
                    <a:pt x="1018" y="1326"/>
                    <a:pt x="832" y="1045"/>
                    <a:pt x="698" y="792"/>
                  </a:cubicBezTo>
                  <a:cubicBezTo>
                    <a:pt x="565" y="525"/>
                    <a:pt x="404" y="257"/>
                    <a:pt x="204" y="30"/>
                  </a:cubicBezTo>
                  <a:cubicBezTo>
                    <a:pt x="183" y="9"/>
                    <a:pt x="158" y="0"/>
                    <a:pt x="1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2"/>
            <p:cNvSpPr/>
            <p:nvPr/>
          </p:nvSpPr>
          <p:spPr>
            <a:xfrm rot="-3122830">
              <a:off x="3016813" y="4489329"/>
              <a:ext cx="68048" cy="148542"/>
            </a:xfrm>
            <a:custGeom>
              <a:avLst/>
              <a:gdLst/>
              <a:ahLst/>
              <a:cxnLst/>
              <a:rect l="l" t="t" r="r" b="b"/>
              <a:pathLst>
                <a:path w="935" h="2041" extrusionOk="0">
                  <a:moveTo>
                    <a:pt x="93" y="1"/>
                  </a:moveTo>
                  <a:cubicBezTo>
                    <a:pt x="50" y="1"/>
                    <a:pt x="11" y="27"/>
                    <a:pt x="0" y="71"/>
                  </a:cubicBezTo>
                  <a:cubicBezTo>
                    <a:pt x="0" y="165"/>
                    <a:pt x="14" y="271"/>
                    <a:pt x="67" y="365"/>
                  </a:cubicBezTo>
                  <a:cubicBezTo>
                    <a:pt x="134" y="565"/>
                    <a:pt x="187" y="752"/>
                    <a:pt x="241" y="952"/>
                  </a:cubicBezTo>
                  <a:cubicBezTo>
                    <a:pt x="321" y="1273"/>
                    <a:pt x="347" y="1727"/>
                    <a:pt x="561" y="1980"/>
                  </a:cubicBezTo>
                  <a:cubicBezTo>
                    <a:pt x="597" y="2021"/>
                    <a:pt x="645" y="2041"/>
                    <a:pt x="692" y="2041"/>
                  </a:cubicBezTo>
                  <a:cubicBezTo>
                    <a:pt x="768" y="2041"/>
                    <a:pt x="843" y="1991"/>
                    <a:pt x="868" y="1900"/>
                  </a:cubicBezTo>
                  <a:cubicBezTo>
                    <a:pt x="935" y="1567"/>
                    <a:pt x="708" y="1139"/>
                    <a:pt x="588" y="846"/>
                  </a:cubicBezTo>
                  <a:cubicBezTo>
                    <a:pt x="508" y="605"/>
                    <a:pt x="374" y="84"/>
                    <a:pt x="120" y="4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2"/>
            <p:cNvSpPr/>
            <p:nvPr/>
          </p:nvSpPr>
          <p:spPr>
            <a:xfrm rot="-3122830">
              <a:off x="2981579" y="4311513"/>
              <a:ext cx="98397" cy="167464"/>
            </a:xfrm>
            <a:custGeom>
              <a:avLst/>
              <a:gdLst/>
              <a:ahLst/>
              <a:cxnLst/>
              <a:rect l="l" t="t" r="r" b="b"/>
              <a:pathLst>
                <a:path w="1352" h="2301" extrusionOk="0">
                  <a:moveTo>
                    <a:pt x="27" y="1"/>
                  </a:moveTo>
                  <a:cubicBezTo>
                    <a:pt x="11" y="1"/>
                    <a:pt x="0" y="20"/>
                    <a:pt x="10" y="39"/>
                  </a:cubicBezTo>
                  <a:cubicBezTo>
                    <a:pt x="143" y="372"/>
                    <a:pt x="317" y="693"/>
                    <a:pt x="437" y="1040"/>
                  </a:cubicBezTo>
                  <a:cubicBezTo>
                    <a:pt x="570" y="1441"/>
                    <a:pt x="664" y="1921"/>
                    <a:pt x="944" y="2242"/>
                  </a:cubicBezTo>
                  <a:cubicBezTo>
                    <a:pt x="982" y="2283"/>
                    <a:pt x="1028" y="2300"/>
                    <a:pt x="1075" y="2300"/>
                  </a:cubicBezTo>
                  <a:cubicBezTo>
                    <a:pt x="1211" y="2300"/>
                    <a:pt x="1351" y="2154"/>
                    <a:pt x="1291" y="2015"/>
                  </a:cubicBezTo>
                  <a:cubicBezTo>
                    <a:pt x="1131" y="1641"/>
                    <a:pt x="904" y="1294"/>
                    <a:pt x="731" y="920"/>
                  </a:cubicBezTo>
                  <a:cubicBezTo>
                    <a:pt x="570" y="586"/>
                    <a:pt x="384" y="185"/>
                    <a:pt x="50" y="12"/>
                  </a:cubicBezTo>
                  <a:cubicBezTo>
                    <a:pt x="42" y="4"/>
                    <a:pt x="34" y="1"/>
                    <a:pt x="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2"/>
            <p:cNvSpPr/>
            <p:nvPr/>
          </p:nvSpPr>
          <p:spPr>
            <a:xfrm rot="-3122830">
              <a:off x="3221661" y="4435529"/>
              <a:ext cx="87335" cy="159604"/>
            </a:xfrm>
            <a:custGeom>
              <a:avLst/>
              <a:gdLst/>
              <a:ahLst/>
              <a:cxnLst/>
              <a:rect l="l" t="t" r="r" b="b"/>
              <a:pathLst>
                <a:path w="1200" h="2193" extrusionOk="0">
                  <a:moveTo>
                    <a:pt x="52" y="1"/>
                  </a:moveTo>
                  <a:cubicBezTo>
                    <a:pt x="24" y="1"/>
                    <a:pt x="0" y="25"/>
                    <a:pt x="0" y="60"/>
                  </a:cubicBezTo>
                  <a:cubicBezTo>
                    <a:pt x="14" y="448"/>
                    <a:pt x="174" y="861"/>
                    <a:pt x="267" y="1235"/>
                  </a:cubicBezTo>
                  <a:cubicBezTo>
                    <a:pt x="348" y="1529"/>
                    <a:pt x="441" y="2090"/>
                    <a:pt x="788" y="2183"/>
                  </a:cubicBezTo>
                  <a:cubicBezTo>
                    <a:pt x="812" y="2190"/>
                    <a:pt x="835" y="2193"/>
                    <a:pt x="858" y="2193"/>
                  </a:cubicBezTo>
                  <a:cubicBezTo>
                    <a:pt x="1062" y="2193"/>
                    <a:pt x="1200" y="1938"/>
                    <a:pt x="1055" y="1769"/>
                  </a:cubicBezTo>
                  <a:cubicBezTo>
                    <a:pt x="842" y="1529"/>
                    <a:pt x="668" y="1249"/>
                    <a:pt x="534" y="955"/>
                  </a:cubicBezTo>
                  <a:cubicBezTo>
                    <a:pt x="414" y="675"/>
                    <a:pt x="334" y="234"/>
                    <a:pt x="94" y="20"/>
                  </a:cubicBezTo>
                  <a:cubicBezTo>
                    <a:pt x="80" y="7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2"/>
            <p:cNvSpPr/>
            <p:nvPr/>
          </p:nvSpPr>
          <p:spPr>
            <a:xfrm rot="-3122830">
              <a:off x="3295104" y="4597997"/>
              <a:ext cx="94322" cy="135587"/>
            </a:xfrm>
            <a:custGeom>
              <a:avLst/>
              <a:gdLst/>
              <a:ahLst/>
              <a:cxnLst/>
              <a:rect l="l" t="t" r="r" b="b"/>
              <a:pathLst>
                <a:path w="1296" h="1863" extrusionOk="0">
                  <a:moveTo>
                    <a:pt x="171" y="1"/>
                  </a:moveTo>
                  <a:cubicBezTo>
                    <a:pt x="143" y="1"/>
                    <a:pt x="116" y="25"/>
                    <a:pt x="107" y="60"/>
                  </a:cubicBezTo>
                  <a:cubicBezTo>
                    <a:pt x="0" y="381"/>
                    <a:pt x="201" y="768"/>
                    <a:pt x="347" y="1062"/>
                  </a:cubicBezTo>
                  <a:cubicBezTo>
                    <a:pt x="468" y="1315"/>
                    <a:pt x="628" y="1849"/>
                    <a:pt x="962" y="1863"/>
                  </a:cubicBezTo>
                  <a:cubicBezTo>
                    <a:pt x="1028" y="1863"/>
                    <a:pt x="1095" y="1823"/>
                    <a:pt x="1135" y="1769"/>
                  </a:cubicBezTo>
                  <a:cubicBezTo>
                    <a:pt x="1295" y="1502"/>
                    <a:pt x="962" y="1155"/>
                    <a:pt x="828" y="941"/>
                  </a:cubicBezTo>
                  <a:cubicBezTo>
                    <a:pt x="641" y="648"/>
                    <a:pt x="468" y="274"/>
                    <a:pt x="214" y="20"/>
                  </a:cubicBezTo>
                  <a:cubicBezTo>
                    <a:pt x="201" y="7"/>
                    <a:pt x="186" y="1"/>
                    <a:pt x="1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2"/>
            <p:cNvSpPr/>
            <p:nvPr/>
          </p:nvSpPr>
          <p:spPr>
            <a:xfrm rot="-3122830">
              <a:off x="3312626" y="4741792"/>
              <a:ext cx="68703" cy="131876"/>
            </a:xfrm>
            <a:custGeom>
              <a:avLst/>
              <a:gdLst/>
              <a:ahLst/>
              <a:cxnLst/>
              <a:rect l="l" t="t" r="r" b="b"/>
              <a:pathLst>
                <a:path w="944" h="1812" extrusionOk="0">
                  <a:moveTo>
                    <a:pt x="190" y="0"/>
                  </a:moveTo>
                  <a:cubicBezTo>
                    <a:pt x="143" y="0"/>
                    <a:pt x="95" y="27"/>
                    <a:pt x="80" y="79"/>
                  </a:cubicBezTo>
                  <a:cubicBezTo>
                    <a:pt x="0" y="320"/>
                    <a:pt x="107" y="600"/>
                    <a:pt x="187" y="840"/>
                  </a:cubicBezTo>
                  <a:cubicBezTo>
                    <a:pt x="307" y="1134"/>
                    <a:pt x="428" y="1428"/>
                    <a:pt x="561" y="1708"/>
                  </a:cubicBezTo>
                  <a:cubicBezTo>
                    <a:pt x="595" y="1781"/>
                    <a:pt x="656" y="1812"/>
                    <a:pt x="719" y="1812"/>
                  </a:cubicBezTo>
                  <a:cubicBezTo>
                    <a:pt x="828" y="1812"/>
                    <a:pt x="944" y="1720"/>
                    <a:pt x="935" y="1601"/>
                  </a:cubicBezTo>
                  <a:cubicBezTo>
                    <a:pt x="922" y="1281"/>
                    <a:pt x="748" y="987"/>
                    <a:pt x="601" y="720"/>
                  </a:cubicBezTo>
                  <a:cubicBezTo>
                    <a:pt x="494" y="507"/>
                    <a:pt x="401" y="280"/>
                    <a:pt x="281" y="53"/>
                  </a:cubicBezTo>
                  <a:cubicBezTo>
                    <a:pt x="263" y="17"/>
                    <a:pt x="227" y="0"/>
                    <a:pt x="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2"/>
            <p:cNvSpPr/>
            <p:nvPr/>
          </p:nvSpPr>
          <p:spPr>
            <a:xfrm rot="-3122830">
              <a:off x="3164478" y="4923143"/>
              <a:ext cx="93375" cy="154583"/>
            </a:xfrm>
            <a:custGeom>
              <a:avLst/>
              <a:gdLst/>
              <a:ahLst/>
              <a:cxnLst/>
              <a:rect l="l" t="t" r="r" b="b"/>
              <a:pathLst>
                <a:path w="1283" h="2124" extrusionOk="0">
                  <a:moveTo>
                    <a:pt x="94" y="0"/>
                  </a:moveTo>
                  <a:cubicBezTo>
                    <a:pt x="44" y="0"/>
                    <a:pt x="1" y="59"/>
                    <a:pt x="1" y="118"/>
                  </a:cubicBezTo>
                  <a:cubicBezTo>
                    <a:pt x="14" y="519"/>
                    <a:pt x="281" y="960"/>
                    <a:pt x="441" y="1320"/>
                  </a:cubicBezTo>
                  <a:cubicBezTo>
                    <a:pt x="575" y="1600"/>
                    <a:pt x="668" y="2041"/>
                    <a:pt x="1002" y="2121"/>
                  </a:cubicBezTo>
                  <a:cubicBezTo>
                    <a:pt x="1011" y="2123"/>
                    <a:pt x="1019" y="2124"/>
                    <a:pt x="1028" y="2124"/>
                  </a:cubicBezTo>
                  <a:cubicBezTo>
                    <a:pt x="1083" y="2124"/>
                    <a:pt x="1127" y="2087"/>
                    <a:pt x="1162" y="2041"/>
                  </a:cubicBezTo>
                  <a:cubicBezTo>
                    <a:pt x="1282" y="1721"/>
                    <a:pt x="922" y="1280"/>
                    <a:pt x="775" y="986"/>
                  </a:cubicBezTo>
                  <a:cubicBezTo>
                    <a:pt x="601" y="666"/>
                    <a:pt x="441" y="252"/>
                    <a:pt x="147" y="25"/>
                  </a:cubicBezTo>
                  <a:cubicBezTo>
                    <a:pt x="130" y="7"/>
                    <a:pt x="112" y="0"/>
                    <a:pt x="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2"/>
            <p:cNvSpPr/>
            <p:nvPr/>
          </p:nvSpPr>
          <p:spPr>
            <a:xfrm rot="-3122830">
              <a:off x="3173712" y="5057123"/>
              <a:ext cx="96287" cy="168192"/>
            </a:xfrm>
            <a:custGeom>
              <a:avLst/>
              <a:gdLst/>
              <a:ahLst/>
              <a:cxnLst/>
              <a:rect l="l" t="t" r="r" b="b"/>
              <a:pathLst>
                <a:path w="1323" h="2311" extrusionOk="0">
                  <a:moveTo>
                    <a:pt x="217" y="1"/>
                  </a:moveTo>
                  <a:cubicBezTo>
                    <a:pt x="184" y="1"/>
                    <a:pt x="152" y="18"/>
                    <a:pt x="134" y="55"/>
                  </a:cubicBezTo>
                  <a:cubicBezTo>
                    <a:pt x="0" y="442"/>
                    <a:pt x="214" y="869"/>
                    <a:pt x="387" y="1216"/>
                  </a:cubicBezTo>
                  <a:cubicBezTo>
                    <a:pt x="494" y="1430"/>
                    <a:pt x="614" y="1644"/>
                    <a:pt x="735" y="1844"/>
                  </a:cubicBezTo>
                  <a:cubicBezTo>
                    <a:pt x="801" y="2017"/>
                    <a:pt x="908" y="2164"/>
                    <a:pt x="1042" y="2284"/>
                  </a:cubicBezTo>
                  <a:cubicBezTo>
                    <a:pt x="1071" y="2303"/>
                    <a:pt x="1102" y="2311"/>
                    <a:pt x="1132" y="2311"/>
                  </a:cubicBezTo>
                  <a:cubicBezTo>
                    <a:pt x="1212" y="2311"/>
                    <a:pt x="1286" y="2252"/>
                    <a:pt x="1295" y="2164"/>
                  </a:cubicBezTo>
                  <a:cubicBezTo>
                    <a:pt x="1322" y="1804"/>
                    <a:pt x="921" y="1417"/>
                    <a:pt x="748" y="1123"/>
                  </a:cubicBezTo>
                  <a:cubicBezTo>
                    <a:pt x="534" y="802"/>
                    <a:pt x="387" y="442"/>
                    <a:pt x="307" y="68"/>
                  </a:cubicBezTo>
                  <a:cubicBezTo>
                    <a:pt x="293" y="25"/>
                    <a:pt x="255" y="1"/>
                    <a:pt x="2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2"/>
            <p:cNvSpPr/>
            <p:nvPr/>
          </p:nvSpPr>
          <p:spPr>
            <a:xfrm rot="-3122830">
              <a:off x="3398033" y="4865313"/>
              <a:ext cx="78747" cy="153636"/>
            </a:xfrm>
            <a:custGeom>
              <a:avLst/>
              <a:gdLst/>
              <a:ahLst/>
              <a:cxnLst/>
              <a:rect l="l" t="t" r="r" b="b"/>
              <a:pathLst>
                <a:path w="1082" h="2111" extrusionOk="0">
                  <a:moveTo>
                    <a:pt x="110" y="1"/>
                  </a:moveTo>
                  <a:cubicBezTo>
                    <a:pt x="53" y="1"/>
                    <a:pt x="0" y="44"/>
                    <a:pt x="0" y="116"/>
                  </a:cubicBezTo>
                  <a:cubicBezTo>
                    <a:pt x="40" y="490"/>
                    <a:pt x="161" y="851"/>
                    <a:pt x="321" y="1184"/>
                  </a:cubicBezTo>
                  <a:cubicBezTo>
                    <a:pt x="388" y="1331"/>
                    <a:pt x="441" y="1491"/>
                    <a:pt x="494" y="1638"/>
                  </a:cubicBezTo>
                  <a:cubicBezTo>
                    <a:pt x="561" y="1785"/>
                    <a:pt x="574" y="1972"/>
                    <a:pt x="735" y="2079"/>
                  </a:cubicBezTo>
                  <a:cubicBezTo>
                    <a:pt x="761" y="2100"/>
                    <a:pt x="794" y="2111"/>
                    <a:pt x="827" y="2111"/>
                  </a:cubicBezTo>
                  <a:cubicBezTo>
                    <a:pt x="876" y="2111"/>
                    <a:pt x="924" y="2087"/>
                    <a:pt x="948" y="2039"/>
                  </a:cubicBezTo>
                  <a:cubicBezTo>
                    <a:pt x="1082" y="1758"/>
                    <a:pt x="855" y="1438"/>
                    <a:pt x="748" y="1184"/>
                  </a:cubicBezTo>
                  <a:cubicBezTo>
                    <a:pt x="574" y="810"/>
                    <a:pt x="388" y="437"/>
                    <a:pt x="214" y="63"/>
                  </a:cubicBezTo>
                  <a:cubicBezTo>
                    <a:pt x="187" y="20"/>
                    <a:pt x="148" y="1"/>
                    <a:pt x="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2" name="Google Shape;1022;p32"/>
          <p:cNvGrpSpPr/>
          <p:nvPr/>
        </p:nvGrpSpPr>
        <p:grpSpPr>
          <a:xfrm rot="10800000" flipH="1">
            <a:off x="2314783" y="4095251"/>
            <a:ext cx="1082197" cy="734392"/>
            <a:chOff x="1203668" y="337749"/>
            <a:chExt cx="1082197" cy="734392"/>
          </a:xfrm>
        </p:grpSpPr>
        <p:sp>
          <p:nvSpPr>
            <p:cNvPr id="1023" name="Google Shape;1023;p32"/>
            <p:cNvSpPr/>
            <p:nvPr/>
          </p:nvSpPr>
          <p:spPr>
            <a:xfrm rot="10800000" flipH="1">
              <a:off x="1414437" y="882308"/>
              <a:ext cx="186083" cy="84653"/>
            </a:xfrm>
            <a:custGeom>
              <a:avLst/>
              <a:gdLst/>
              <a:ahLst/>
              <a:cxnLst/>
              <a:rect l="l" t="t" r="r" b="b"/>
              <a:pathLst>
                <a:path w="2284" h="1039" extrusionOk="0">
                  <a:moveTo>
                    <a:pt x="1852" y="1"/>
                  </a:moveTo>
                  <a:cubicBezTo>
                    <a:pt x="1557" y="1"/>
                    <a:pt x="1205" y="154"/>
                    <a:pt x="962" y="215"/>
                  </a:cubicBezTo>
                  <a:cubicBezTo>
                    <a:pt x="628" y="295"/>
                    <a:pt x="241" y="362"/>
                    <a:pt x="67" y="669"/>
                  </a:cubicBezTo>
                  <a:cubicBezTo>
                    <a:pt x="1" y="816"/>
                    <a:pt x="81" y="989"/>
                    <a:pt x="241" y="1029"/>
                  </a:cubicBezTo>
                  <a:cubicBezTo>
                    <a:pt x="282" y="1036"/>
                    <a:pt x="323" y="1039"/>
                    <a:pt x="365" y="1039"/>
                  </a:cubicBezTo>
                  <a:cubicBezTo>
                    <a:pt x="666" y="1039"/>
                    <a:pt x="990" y="888"/>
                    <a:pt x="1283" y="829"/>
                  </a:cubicBezTo>
                  <a:cubicBezTo>
                    <a:pt x="1616" y="776"/>
                    <a:pt x="2097" y="749"/>
                    <a:pt x="2231" y="415"/>
                  </a:cubicBezTo>
                  <a:cubicBezTo>
                    <a:pt x="2284" y="282"/>
                    <a:pt x="2231" y="122"/>
                    <a:pt x="2110" y="55"/>
                  </a:cubicBezTo>
                  <a:cubicBezTo>
                    <a:pt x="2033" y="16"/>
                    <a:pt x="1945" y="1"/>
                    <a:pt x="18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2"/>
            <p:cNvSpPr/>
            <p:nvPr/>
          </p:nvSpPr>
          <p:spPr>
            <a:xfrm rot="10800000" flipH="1">
              <a:off x="1631235" y="1025456"/>
              <a:ext cx="165145" cy="46685"/>
            </a:xfrm>
            <a:custGeom>
              <a:avLst/>
              <a:gdLst/>
              <a:ahLst/>
              <a:cxnLst/>
              <a:rect l="l" t="t" r="r" b="b"/>
              <a:pathLst>
                <a:path w="2027" h="573" extrusionOk="0">
                  <a:moveTo>
                    <a:pt x="1521" y="1"/>
                  </a:moveTo>
                  <a:cubicBezTo>
                    <a:pt x="1365" y="1"/>
                    <a:pt x="1205" y="31"/>
                    <a:pt x="1065" y="51"/>
                  </a:cubicBezTo>
                  <a:cubicBezTo>
                    <a:pt x="704" y="104"/>
                    <a:pt x="357" y="238"/>
                    <a:pt x="64" y="438"/>
                  </a:cubicBezTo>
                  <a:cubicBezTo>
                    <a:pt x="1" y="476"/>
                    <a:pt x="56" y="573"/>
                    <a:pt x="108" y="573"/>
                  </a:cubicBezTo>
                  <a:cubicBezTo>
                    <a:pt x="111" y="573"/>
                    <a:pt x="114" y="572"/>
                    <a:pt x="117" y="571"/>
                  </a:cubicBezTo>
                  <a:cubicBezTo>
                    <a:pt x="464" y="531"/>
                    <a:pt x="825" y="518"/>
                    <a:pt x="1172" y="505"/>
                  </a:cubicBezTo>
                  <a:cubicBezTo>
                    <a:pt x="1279" y="505"/>
                    <a:pt x="1396" y="515"/>
                    <a:pt x="1512" y="515"/>
                  </a:cubicBezTo>
                  <a:cubicBezTo>
                    <a:pt x="1657" y="515"/>
                    <a:pt x="1801" y="499"/>
                    <a:pt x="1920" y="425"/>
                  </a:cubicBezTo>
                  <a:cubicBezTo>
                    <a:pt x="2013" y="358"/>
                    <a:pt x="2026" y="211"/>
                    <a:pt x="1946" y="131"/>
                  </a:cubicBezTo>
                  <a:cubicBezTo>
                    <a:pt x="1826" y="31"/>
                    <a:pt x="1676" y="1"/>
                    <a:pt x="15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2"/>
            <p:cNvSpPr/>
            <p:nvPr/>
          </p:nvSpPr>
          <p:spPr>
            <a:xfrm rot="10800000" flipH="1">
              <a:off x="1669038" y="892819"/>
              <a:ext cx="177366" cy="50433"/>
            </a:xfrm>
            <a:custGeom>
              <a:avLst/>
              <a:gdLst/>
              <a:ahLst/>
              <a:cxnLst/>
              <a:rect l="l" t="t" r="r" b="b"/>
              <a:pathLst>
                <a:path w="2177" h="619" extrusionOk="0">
                  <a:moveTo>
                    <a:pt x="1733" y="0"/>
                  </a:moveTo>
                  <a:cubicBezTo>
                    <a:pt x="1463" y="0"/>
                    <a:pt x="1188" y="97"/>
                    <a:pt x="921" y="138"/>
                  </a:cubicBezTo>
                  <a:cubicBezTo>
                    <a:pt x="668" y="191"/>
                    <a:pt x="414" y="244"/>
                    <a:pt x="160" y="325"/>
                  </a:cubicBezTo>
                  <a:cubicBezTo>
                    <a:pt x="13" y="365"/>
                    <a:pt x="0" y="618"/>
                    <a:pt x="174" y="618"/>
                  </a:cubicBezTo>
                  <a:cubicBezTo>
                    <a:pt x="508" y="618"/>
                    <a:pt x="841" y="618"/>
                    <a:pt x="1175" y="592"/>
                  </a:cubicBezTo>
                  <a:cubicBezTo>
                    <a:pt x="1482" y="578"/>
                    <a:pt x="1803" y="592"/>
                    <a:pt x="2056" y="405"/>
                  </a:cubicBezTo>
                  <a:cubicBezTo>
                    <a:pt x="2177" y="298"/>
                    <a:pt x="2136" y="84"/>
                    <a:pt x="1976" y="31"/>
                  </a:cubicBezTo>
                  <a:cubicBezTo>
                    <a:pt x="1896" y="9"/>
                    <a:pt x="1815" y="0"/>
                    <a:pt x="1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2"/>
            <p:cNvSpPr/>
            <p:nvPr/>
          </p:nvSpPr>
          <p:spPr>
            <a:xfrm rot="10800000" flipH="1">
              <a:off x="1886569" y="988548"/>
              <a:ext cx="170848" cy="62165"/>
            </a:xfrm>
            <a:custGeom>
              <a:avLst/>
              <a:gdLst/>
              <a:ahLst/>
              <a:cxnLst/>
              <a:rect l="l" t="t" r="r" b="b"/>
              <a:pathLst>
                <a:path w="2097" h="763" extrusionOk="0">
                  <a:moveTo>
                    <a:pt x="1122" y="0"/>
                  </a:moveTo>
                  <a:cubicBezTo>
                    <a:pt x="712" y="0"/>
                    <a:pt x="283" y="136"/>
                    <a:pt x="54" y="388"/>
                  </a:cubicBezTo>
                  <a:cubicBezTo>
                    <a:pt x="1" y="455"/>
                    <a:pt x="27" y="549"/>
                    <a:pt x="107" y="589"/>
                  </a:cubicBezTo>
                  <a:cubicBezTo>
                    <a:pt x="283" y="671"/>
                    <a:pt x="478" y="711"/>
                    <a:pt x="668" y="711"/>
                  </a:cubicBezTo>
                  <a:cubicBezTo>
                    <a:pt x="695" y="711"/>
                    <a:pt x="722" y="711"/>
                    <a:pt x="748" y="709"/>
                  </a:cubicBezTo>
                  <a:cubicBezTo>
                    <a:pt x="1055" y="709"/>
                    <a:pt x="1362" y="749"/>
                    <a:pt x="1670" y="762"/>
                  </a:cubicBezTo>
                  <a:cubicBezTo>
                    <a:pt x="1923" y="762"/>
                    <a:pt x="2097" y="375"/>
                    <a:pt x="1870" y="202"/>
                  </a:cubicBezTo>
                  <a:cubicBezTo>
                    <a:pt x="1679" y="65"/>
                    <a:pt x="1405" y="0"/>
                    <a:pt x="1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2"/>
            <p:cNvSpPr/>
            <p:nvPr/>
          </p:nvSpPr>
          <p:spPr>
            <a:xfrm rot="10800000" flipH="1">
              <a:off x="1963805" y="859415"/>
              <a:ext cx="194882" cy="53936"/>
            </a:xfrm>
            <a:custGeom>
              <a:avLst/>
              <a:gdLst/>
              <a:ahLst/>
              <a:cxnLst/>
              <a:rect l="l" t="t" r="r" b="b"/>
              <a:pathLst>
                <a:path w="2392" h="662" extrusionOk="0">
                  <a:moveTo>
                    <a:pt x="1579" y="1"/>
                  </a:moveTo>
                  <a:cubicBezTo>
                    <a:pt x="1377" y="1"/>
                    <a:pt x="1172" y="36"/>
                    <a:pt x="989" y="78"/>
                  </a:cubicBezTo>
                  <a:cubicBezTo>
                    <a:pt x="722" y="145"/>
                    <a:pt x="201" y="238"/>
                    <a:pt x="27" y="452"/>
                  </a:cubicBezTo>
                  <a:cubicBezTo>
                    <a:pt x="1" y="478"/>
                    <a:pt x="14" y="532"/>
                    <a:pt x="54" y="545"/>
                  </a:cubicBezTo>
                  <a:cubicBezTo>
                    <a:pt x="141" y="598"/>
                    <a:pt x="288" y="612"/>
                    <a:pt x="438" y="612"/>
                  </a:cubicBezTo>
                  <a:cubicBezTo>
                    <a:pt x="588" y="612"/>
                    <a:pt x="742" y="598"/>
                    <a:pt x="842" y="598"/>
                  </a:cubicBezTo>
                  <a:cubicBezTo>
                    <a:pt x="931" y="591"/>
                    <a:pt x="1022" y="588"/>
                    <a:pt x="1112" y="588"/>
                  </a:cubicBezTo>
                  <a:cubicBezTo>
                    <a:pt x="1360" y="588"/>
                    <a:pt x="1609" y="613"/>
                    <a:pt x="1843" y="652"/>
                  </a:cubicBezTo>
                  <a:cubicBezTo>
                    <a:pt x="1870" y="658"/>
                    <a:pt x="1896" y="661"/>
                    <a:pt x="1921" y="661"/>
                  </a:cubicBezTo>
                  <a:cubicBezTo>
                    <a:pt x="2212" y="661"/>
                    <a:pt x="2392" y="264"/>
                    <a:pt x="2097" y="104"/>
                  </a:cubicBezTo>
                  <a:cubicBezTo>
                    <a:pt x="1939" y="29"/>
                    <a:pt x="1760" y="1"/>
                    <a:pt x="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2"/>
            <p:cNvSpPr/>
            <p:nvPr/>
          </p:nvSpPr>
          <p:spPr>
            <a:xfrm rot="10800000" flipH="1">
              <a:off x="1805015" y="766618"/>
              <a:ext cx="150154" cy="54344"/>
            </a:xfrm>
            <a:custGeom>
              <a:avLst/>
              <a:gdLst/>
              <a:ahLst/>
              <a:cxnLst/>
              <a:rect l="l" t="t" r="r" b="b"/>
              <a:pathLst>
                <a:path w="1843" h="667" extrusionOk="0">
                  <a:moveTo>
                    <a:pt x="1392" y="0"/>
                  </a:moveTo>
                  <a:cubicBezTo>
                    <a:pt x="1235" y="0"/>
                    <a:pt x="1066" y="39"/>
                    <a:pt x="935" y="65"/>
                  </a:cubicBezTo>
                  <a:cubicBezTo>
                    <a:pt x="588" y="119"/>
                    <a:pt x="254" y="292"/>
                    <a:pt x="27" y="559"/>
                  </a:cubicBezTo>
                  <a:cubicBezTo>
                    <a:pt x="0" y="613"/>
                    <a:pt x="27" y="666"/>
                    <a:pt x="80" y="666"/>
                  </a:cubicBezTo>
                  <a:cubicBezTo>
                    <a:pt x="414" y="599"/>
                    <a:pt x="748" y="559"/>
                    <a:pt x="1082" y="559"/>
                  </a:cubicBezTo>
                  <a:cubicBezTo>
                    <a:pt x="1179" y="559"/>
                    <a:pt x="1296" y="574"/>
                    <a:pt x="1409" y="574"/>
                  </a:cubicBezTo>
                  <a:cubicBezTo>
                    <a:pt x="1560" y="574"/>
                    <a:pt x="1705" y="548"/>
                    <a:pt x="1789" y="426"/>
                  </a:cubicBezTo>
                  <a:cubicBezTo>
                    <a:pt x="1843" y="346"/>
                    <a:pt x="1843" y="252"/>
                    <a:pt x="1789" y="185"/>
                  </a:cubicBezTo>
                  <a:cubicBezTo>
                    <a:pt x="1708" y="42"/>
                    <a:pt x="1556" y="0"/>
                    <a:pt x="1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2"/>
            <p:cNvSpPr/>
            <p:nvPr/>
          </p:nvSpPr>
          <p:spPr>
            <a:xfrm rot="10800000" flipH="1">
              <a:off x="1505849" y="734030"/>
              <a:ext cx="165389" cy="55322"/>
            </a:xfrm>
            <a:custGeom>
              <a:avLst/>
              <a:gdLst/>
              <a:ahLst/>
              <a:cxnLst/>
              <a:rect l="l" t="t" r="r" b="b"/>
              <a:pathLst>
                <a:path w="2030" h="679" extrusionOk="0">
                  <a:moveTo>
                    <a:pt x="1393" y="0"/>
                  </a:moveTo>
                  <a:cubicBezTo>
                    <a:pt x="925" y="0"/>
                    <a:pt x="366" y="331"/>
                    <a:pt x="40" y="545"/>
                  </a:cubicBezTo>
                  <a:cubicBezTo>
                    <a:pt x="0" y="585"/>
                    <a:pt x="14" y="665"/>
                    <a:pt x="80" y="679"/>
                  </a:cubicBezTo>
                  <a:cubicBezTo>
                    <a:pt x="374" y="665"/>
                    <a:pt x="668" y="639"/>
                    <a:pt x="962" y="585"/>
                  </a:cubicBezTo>
                  <a:cubicBezTo>
                    <a:pt x="1010" y="581"/>
                    <a:pt x="1058" y="580"/>
                    <a:pt x="1106" y="580"/>
                  </a:cubicBezTo>
                  <a:cubicBezTo>
                    <a:pt x="1242" y="580"/>
                    <a:pt x="1375" y="592"/>
                    <a:pt x="1510" y="592"/>
                  </a:cubicBezTo>
                  <a:cubicBezTo>
                    <a:pt x="1629" y="592"/>
                    <a:pt x="1748" y="582"/>
                    <a:pt x="1870" y="545"/>
                  </a:cubicBezTo>
                  <a:cubicBezTo>
                    <a:pt x="1990" y="492"/>
                    <a:pt x="2030" y="332"/>
                    <a:pt x="1923" y="225"/>
                  </a:cubicBezTo>
                  <a:cubicBezTo>
                    <a:pt x="1781" y="63"/>
                    <a:pt x="1596" y="0"/>
                    <a:pt x="13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2"/>
            <p:cNvSpPr/>
            <p:nvPr/>
          </p:nvSpPr>
          <p:spPr>
            <a:xfrm rot="10800000" flipH="1">
              <a:off x="1634086" y="605140"/>
              <a:ext cx="168811" cy="62410"/>
            </a:xfrm>
            <a:custGeom>
              <a:avLst/>
              <a:gdLst/>
              <a:ahLst/>
              <a:cxnLst/>
              <a:rect l="l" t="t" r="r" b="b"/>
              <a:pathLst>
                <a:path w="2072" h="766" extrusionOk="0">
                  <a:moveTo>
                    <a:pt x="1599" y="1"/>
                  </a:moveTo>
                  <a:cubicBezTo>
                    <a:pt x="1426" y="1"/>
                    <a:pt x="1243" y="48"/>
                    <a:pt x="1083" y="92"/>
                  </a:cubicBezTo>
                  <a:cubicBezTo>
                    <a:pt x="736" y="212"/>
                    <a:pt x="402" y="372"/>
                    <a:pt x="95" y="572"/>
                  </a:cubicBezTo>
                  <a:cubicBezTo>
                    <a:pt x="0" y="632"/>
                    <a:pt x="43" y="766"/>
                    <a:pt x="138" y="766"/>
                  </a:cubicBezTo>
                  <a:cubicBezTo>
                    <a:pt x="150" y="766"/>
                    <a:pt x="162" y="764"/>
                    <a:pt x="175" y="759"/>
                  </a:cubicBezTo>
                  <a:cubicBezTo>
                    <a:pt x="523" y="679"/>
                    <a:pt x="870" y="612"/>
                    <a:pt x="1230" y="572"/>
                  </a:cubicBezTo>
                  <a:cubicBezTo>
                    <a:pt x="1471" y="546"/>
                    <a:pt x="1764" y="599"/>
                    <a:pt x="1965" y="425"/>
                  </a:cubicBezTo>
                  <a:cubicBezTo>
                    <a:pt x="2071" y="359"/>
                    <a:pt x="2071" y="225"/>
                    <a:pt x="1991" y="132"/>
                  </a:cubicBezTo>
                  <a:cubicBezTo>
                    <a:pt x="1882" y="34"/>
                    <a:pt x="1744" y="1"/>
                    <a:pt x="15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2"/>
            <p:cNvSpPr/>
            <p:nvPr/>
          </p:nvSpPr>
          <p:spPr>
            <a:xfrm rot="10800000" flipH="1">
              <a:off x="1942052" y="668770"/>
              <a:ext cx="155612" cy="52470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02" y="0"/>
                  </a:moveTo>
                  <a:cubicBezTo>
                    <a:pt x="1124" y="0"/>
                    <a:pt x="941" y="26"/>
                    <a:pt x="775" y="56"/>
                  </a:cubicBezTo>
                  <a:cubicBezTo>
                    <a:pt x="481" y="96"/>
                    <a:pt x="107" y="203"/>
                    <a:pt x="14" y="524"/>
                  </a:cubicBezTo>
                  <a:cubicBezTo>
                    <a:pt x="1" y="577"/>
                    <a:pt x="41" y="644"/>
                    <a:pt x="107" y="644"/>
                  </a:cubicBezTo>
                  <a:cubicBezTo>
                    <a:pt x="348" y="644"/>
                    <a:pt x="588" y="577"/>
                    <a:pt x="842" y="577"/>
                  </a:cubicBezTo>
                  <a:cubicBezTo>
                    <a:pt x="1019" y="577"/>
                    <a:pt x="1201" y="609"/>
                    <a:pt x="1379" y="609"/>
                  </a:cubicBezTo>
                  <a:cubicBezTo>
                    <a:pt x="1483" y="609"/>
                    <a:pt x="1585" y="598"/>
                    <a:pt x="1683" y="564"/>
                  </a:cubicBezTo>
                  <a:cubicBezTo>
                    <a:pt x="1910" y="470"/>
                    <a:pt x="1910" y="163"/>
                    <a:pt x="1696" y="56"/>
                  </a:cubicBezTo>
                  <a:cubicBezTo>
                    <a:pt x="1574" y="16"/>
                    <a:pt x="1440" y="0"/>
                    <a:pt x="1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2"/>
            <p:cNvSpPr/>
            <p:nvPr/>
          </p:nvSpPr>
          <p:spPr>
            <a:xfrm rot="10800000" flipH="1">
              <a:off x="1900990" y="540208"/>
              <a:ext cx="169544" cy="48722"/>
            </a:xfrm>
            <a:custGeom>
              <a:avLst/>
              <a:gdLst/>
              <a:ahLst/>
              <a:cxnLst/>
              <a:rect l="l" t="t" r="r" b="b"/>
              <a:pathLst>
                <a:path w="2081" h="598" extrusionOk="0">
                  <a:moveTo>
                    <a:pt x="1504" y="0"/>
                  </a:moveTo>
                  <a:cubicBezTo>
                    <a:pt x="991" y="0"/>
                    <a:pt x="427" y="267"/>
                    <a:pt x="37" y="515"/>
                  </a:cubicBezTo>
                  <a:cubicBezTo>
                    <a:pt x="1" y="540"/>
                    <a:pt x="20" y="597"/>
                    <a:pt x="64" y="597"/>
                  </a:cubicBezTo>
                  <a:cubicBezTo>
                    <a:pt x="68" y="597"/>
                    <a:pt x="72" y="597"/>
                    <a:pt x="77" y="595"/>
                  </a:cubicBezTo>
                  <a:cubicBezTo>
                    <a:pt x="344" y="542"/>
                    <a:pt x="625" y="502"/>
                    <a:pt x="905" y="475"/>
                  </a:cubicBezTo>
                  <a:cubicBezTo>
                    <a:pt x="933" y="474"/>
                    <a:pt x="961" y="473"/>
                    <a:pt x="990" y="473"/>
                  </a:cubicBezTo>
                  <a:cubicBezTo>
                    <a:pt x="1157" y="473"/>
                    <a:pt x="1330" y="492"/>
                    <a:pt x="1501" y="492"/>
                  </a:cubicBezTo>
                  <a:cubicBezTo>
                    <a:pt x="1607" y="492"/>
                    <a:pt x="1712" y="485"/>
                    <a:pt x="1813" y="462"/>
                  </a:cubicBezTo>
                  <a:cubicBezTo>
                    <a:pt x="2000" y="408"/>
                    <a:pt x="2080" y="101"/>
                    <a:pt x="1853" y="48"/>
                  </a:cubicBezTo>
                  <a:cubicBezTo>
                    <a:pt x="1741" y="15"/>
                    <a:pt x="1624" y="0"/>
                    <a:pt x="15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2"/>
            <p:cNvSpPr/>
            <p:nvPr/>
          </p:nvSpPr>
          <p:spPr>
            <a:xfrm rot="10800000" flipH="1">
              <a:off x="1637671" y="492383"/>
              <a:ext cx="155531" cy="71046"/>
            </a:xfrm>
            <a:custGeom>
              <a:avLst/>
              <a:gdLst/>
              <a:ahLst/>
              <a:cxnLst/>
              <a:rect l="l" t="t" r="r" b="b"/>
              <a:pathLst>
                <a:path w="1909" h="872" extrusionOk="0">
                  <a:moveTo>
                    <a:pt x="1529" y="0"/>
                  </a:moveTo>
                  <a:cubicBezTo>
                    <a:pt x="1518" y="0"/>
                    <a:pt x="1506" y="1"/>
                    <a:pt x="1493" y="2"/>
                  </a:cubicBezTo>
                  <a:cubicBezTo>
                    <a:pt x="1026" y="42"/>
                    <a:pt x="212" y="282"/>
                    <a:pt x="25" y="763"/>
                  </a:cubicBezTo>
                  <a:cubicBezTo>
                    <a:pt x="0" y="812"/>
                    <a:pt x="54" y="872"/>
                    <a:pt x="114" y="872"/>
                  </a:cubicBezTo>
                  <a:cubicBezTo>
                    <a:pt x="120" y="872"/>
                    <a:pt x="126" y="871"/>
                    <a:pt x="131" y="870"/>
                  </a:cubicBezTo>
                  <a:cubicBezTo>
                    <a:pt x="599" y="803"/>
                    <a:pt x="1039" y="670"/>
                    <a:pt x="1520" y="643"/>
                  </a:cubicBezTo>
                  <a:cubicBezTo>
                    <a:pt x="1909" y="617"/>
                    <a:pt x="1908" y="0"/>
                    <a:pt x="1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2"/>
            <p:cNvSpPr/>
            <p:nvPr/>
          </p:nvSpPr>
          <p:spPr>
            <a:xfrm rot="10800000" flipH="1">
              <a:off x="1342660" y="589661"/>
              <a:ext cx="157812" cy="67298"/>
            </a:xfrm>
            <a:custGeom>
              <a:avLst/>
              <a:gdLst/>
              <a:ahLst/>
              <a:cxnLst/>
              <a:rect l="l" t="t" r="r" b="b"/>
              <a:pathLst>
                <a:path w="1937" h="826" extrusionOk="0">
                  <a:moveTo>
                    <a:pt x="1462" y="1"/>
                  </a:moveTo>
                  <a:cubicBezTo>
                    <a:pt x="1266" y="1"/>
                    <a:pt x="1039" y="81"/>
                    <a:pt x="842" y="162"/>
                  </a:cubicBezTo>
                  <a:cubicBezTo>
                    <a:pt x="668" y="242"/>
                    <a:pt x="481" y="336"/>
                    <a:pt x="308" y="416"/>
                  </a:cubicBezTo>
                  <a:cubicBezTo>
                    <a:pt x="214" y="469"/>
                    <a:pt x="67" y="522"/>
                    <a:pt x="27" y="643"/>
                  </a:cubicBezTo>
                  <a:cubicBezTo>
                    <a:pt x="0" y="763"/>
                    <a:pt x="54" y="776"/>
                    <a:pt x="134" y="816"/>
                  </a:cubicBezTo>
                  <a:cubicBezTo>
                    <a:pt x="145" y="823"/>
                    <a:pt x="162" y="826"/>
                    <a:pt x="182" y="826"/>
                  </a:cubicBezTo>
                  <a:cubicBezTo>
                    <a:pt x="278" y="826"/>
                    <a:pt x="457" y="756"/>
                    <a:pt x="535" y="723"/>
                  </a:cubicBezTo>
                  <a:cubicBezTo>
                    <a:pt x="681" y="683"/>
                    <a:pt x="828" y="643"/>
                    <a:pt x="975" y="603"/>
                  </a:cubicBezTo>
                  <a:cubicBezTo>
                    <a:pt x="1175" y="549"/>
                    <a:pt x="1402" y="536"/>
                    <a:pt x="1616" y="536"/>
                  </a:cubicBezTo>
                  <a:cubicBezTo>
                    <a:pt x="1856" y="509"/>
                    <a:pt x="1937" y="189"/>
                    <a:pt x="1723" y="68"/>
                  </a:cubicBezTo>
                  <a:cubicBezTo>
                    <a:pt x="1648" y="20"/>
                    <a:pt x="1559" y="1"/>
                    <a:pt x="1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2"/>
            <p:cNvSpPr/>
            <p:nvPr/>
          </p:nvSpPr>
          <p:spPr>
            <a:xfrm rot="10800000" flipH="1">
              <a:off x="1203668" y="749183"/>
              <a:ext cx="172803" cy="59477"/>
            </a:xfrm>
            <a:custGeom>
              <a:avLst/>
              <a:gdLst/>
              <a:ahLst/>
              <a:cxnLst/>
              <a:rect l="l" t="t" r="r" b="b"/>
              <a:pathLst>
                <a:path w="2121" h="730" extrusionOk="0">
                  <a:moveTo>
                    <a:pt x="1616" y="0"/>
                  </a:moveTo>
                  <a:cubicBezTo>
                    <a:pt x="1433" y="0"/>
                    <a:pt x="1241" y="55"/>
                    <a:pt x="1079" y="101"/>
                  </a:cubicBezTo>
                  <a:cubicBezTo>
                    <a:pt x="745" y="208"/>
                    <a:pt x="425" y="328"/>
                    <a:pt x="104" y="488"/>
                  </a:cubicBezTo>
                  <a:cubicBezTo>
                    <a:pt x="1" y="540"/>
                    <a:pt x="10" y="729"/>
                    <a:pt x="144" y="729"/>
                  </a:cubicBezTo>
                  <a:cubicBezTo>
                    <a:pt x="148" y="729"/>
                    <a:pt x="153" y="729"/>
                    <a:pt x="158" y="729"/>
                  </a:cubicBezTo>
                  <a:cubicBezTo>
                    <a:pt x="478" y="702"/>
                    <a:pt x="799" y="649"/>
                    <a:pt x="1119" y="609"/>
                  </a:cubicBezTo>
                  <a:cubicBezTo>
                    <a:pt x="1399" y="582"/>
                    <a:pt x="1720" y="635"/>
                    <a:pt x="1960" y="502"/>
                  </a:cubicBezTo>
                  <a:cubicBezTo>
                    <a:pt x="2107" y="422"/>
                    <a:pt x="2120" y="208"/>
                    <a:pt x="1987" y="115"/>
                  </a:cubicBezTo>
                  <a:cubicBezTo>
                    <a:pt x="1879" y="30"/>
                    <a:pt x="1750" y="0"/>
                    <a:pt x="16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2"/>
            <p:cNvSpPr/>
            <p:nvPr/>
          </p:nvSpPr>
          <p:spPr>
            <a:xfrm rot="10800000" flipH="1">
              <a:off x="1357895" y="429894"/>
              <a:ext cx="156753" cy="61269"/>
            </a:xfrm>
            <a:custGeom>
              <a:avLst/>
              <a:gdLst/>
              <a:ahLst/>
              <a:cxnLst/>
              <a:rect l="l" t="t" r="r" b="b"/>
              <a:pathLst>
                <a:path w="1924" h="752" extrusionOk="0">
                  <a:moveTo>
                    <a:pt x="1488" y="1"/>
                  </a:moveTo>
                  <a:cubicBezTo>
                    <a:pt x="1338" y="1"/>
                    <a:pt x="1178" y="47"/>
                    <a:pt x="1029" y="90"/>
                  </a:cubicBezTo>
                  <a:cubicBezTo>
                    <a:pt x="708" y="170"/>
                    <a:pt x="414" y="290"/>
                    <a:pt x="134" y="464"/>
                  </a:cubicBezTo>
                  <a:cubicBezTo>
                    <a:pt x="1" y="536"/>
                    <a:pt x="43" y="751"/>
                    <a:pt x="181" y="751"/>
                  </a:cubicBezTo>
                  <a:cubicBezTo>
                    <a:pt x="196" y="751"/>
                    <a:pt x="211" y="749"/>
                    <a:pt x="227" y="744"/>
                  </a:cubicBezTo>
                  <a:cubicBezTo>
                    <a:pt x="508" y="691"/>
                    <a:pt x="802" y="624"/>
                    <a:pt x="1082" y="597"/>
                  </a:cubicBezTo>
                  <a:cubicBezTo>
                    <a:pt x="1322" y="570"/>
                    <a:pt x="1629" y="637"/>
                    <a:pt x="1816" y="450"/>
                  </a:cubicBezTo>
                  <a:cubicBezTo>
                    <a:pt x="1910" y="383"/>
                    <a:pt x="1923" y="237"/>
                    <a:pt x="1843" y="143"/>
                  </a:cubicBezTo>
                  <a:cubicBezTo>
                    <a:pt x="1743" y="37"/>
                    <a:pt x="1619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2"/>
            <p:cNvSpPr/>
            <p:nvPr/>
          </p:nvSpPr>
          <p:spPr>
            <a:xfrm rot="10800000" flipH="1">
              <a:off x="1615674" y="337749"/>
              <a:ext cx="176306" cy="61188"/>
            </a:xfrm>
            <a:custGeom>
              <a:avLst/>
              <a:gdLst/>
              <a:ahLst/>
              <a:cxnLst/>
              <a:rect l="l" t="t" r="r" b="b"/>
              <a:pathLst>
                <a:path w="2164" h="751" extrusionOk="0">
                  <a:moveTo>
                    <a:pt x="1372" y="0"/>
                  </a:moveTo>
                  <a:cubicBezTo>
                    <a:pt x="844" y="0"/>
                    <a:pt x="230" y="217"/>
                    <a:pt x="41" y="587"/>
                  </a:cubicBezTo>
                  <a:cubicBezTo>
                    <a:pt x="1" y="667"/>
                    <a:pt x="68" y="747"/>
                    <a:pt x="148" y="747"/>
                  </a:cubicBezTo>
                  <a:cubicBezTo>
                    <a:pt x="175" y="750"/>
                    <a:pt x="204" y="751"/>
                    <a:pt x="232" y="751"/>
                  </a:cubicBezTo>
                  <a:cubicBezTo>
                    <a:pt x="494" y="751"/>
                    <a:pt x="790" y="651"/>
                    <a:pt x="1042" y="627"/>
                  </a:cubicBezTo>
                  <a:cubicBezTo>
                    <a:pt x="1376" y="587"/>
                    <a:pt x="1710" y="627"/>
                    <a:pt x="2030" y="480"/>
                  </a:cubicBezTo>
                  <a:cubicBezTo>
                    <a:pt x="2164" y="413"/>
                    <a:pt x="2124" y="240"/>
                    <a:pt x="2017" y="159"/>
                  </a:cubicBezTo>
                  <a:cubicBezTo>
                    <a:pt x="1861" y="51"/>
                    <a:pt x="1626" y="0"/>
                    <a:pt x="13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2"/>
            <p:cNvSpPr/>
            <p:nvPr/>
          </p:nvSpPr>
          <p:spPr>
            <a:xfrm rot="10800000" flipH="1">
              <a:off x="1867504" y="393313"/>
              <a:ext cx="169300" cy="59558"/>
            </a:xfrm>
            <a:custGeom>
              <a:avLst/>
              <a:gdLst/>
              <a:ahLst/>
              <a:cxnLst/>
              <a:rect l="l" t="t" r="r" b="b"/>
              <a:pathLst>
                <a:path w="2078" h="731" extrusionOk="0">
                  <a:moveTo>
                    <a:pt x="1589" y="0"/>
                  </a:moveTo>
                  <a:cubicBezTo>
                    <a:pt x="1073" y="0"/>
                    <a:pt x="555" y="254"/>
                    <a:pt x="114" y="474"/>
                  </a:cubicBezTo>
                  <a:cubicBezTo>
                    <a:pt x="1" y="525"/>
                    <a:pt x="18" y="730"/>
                    <a:pt x="156" y="730"/>
                  </a:cubicBezTo>
                  <a:cubicBezTo>
                    <a:pt x="164" y="730"/>
                    <a:pt x="172" y="729"/>
                    <a:pt x="181" y="728"/>
                  </a:cubicBezTo>
                  <a:cubicBezTo>
                    <a:pt x="595" y="621"/>
                    <a:pt x="1036" y="568"/>
                    <a:pt x="1463" y="554"/>
                  </a:cubicBezTo>
                  <a:cubicBezTo>
                    <a:pt x="1703" y="554"/>
                    <a:pt x="2077" y="501"/>
                    <a:pt x="1944" y="167"/>
                  </a:cubicBezTo>
                  <a:cubicBezTo>
                    <a:pt x="1904" y="87"/>
                    <a:pt x="1823" y="20"/>
                    <a:pt x="1730" y="7"/>
                  </a:cubicBezTo>
                  <a:cubicBezTo>
                    <a:pt x="1683" y="2"/>
                    <a:pt x="1636" y="0"/>
                    <a:pt x="1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2"/>
            <p:cNvSpPr/>
            <p:nvPr/>
          </p:nvSpPr>
          <p:spPr>
            <a:xfrm rot="10800000" flipH="1">
              <a:off x="2147688" y="520329"/>
              <a:ext cx="138177" cy="46767"/>
            </a:xfrm>
            <a:custGeom>
              <a:avLst/>
              <a:gdLst/>
              <a:ahLst/>
              <a:cxnLst/>
              <a:rect l="l" t="t" r="r" b="b"/>
              <a:pathLst>
                <a:path w="1696" h="574" extrusionOk="0">
                  <a:moveTo>
                    <a:pt x="1396" y="1"/>
                  </a:moveTo>
                  <a:cubicBezTo>
                    <a:pt x="1203" y="1"/>
                    <a:pt x="1004" y="82"/>
                    <a:pt x="815" y="114"/>
                  </a:cubicBezTo>
                  <a:cubicBezTo>
                    <a:pt x="561" y="140"/>
                    <a:pt x="321" y="234"/>
                    <a:pt x="94" y="354"/>
                  </a:cubicBezTo>
                  <a:cubicBezTo>
                    <a:pt x="0" y="408"/>
                    <a:pt x="40" y="541"/>
                    <a:pt x="147" y="554"/>
                  </a:cubicBezTo>
                  <a:cubicBezTo>
                    <a:pt x="336" y="564"/>
                    <a:pt x="531" y="573"/>
                    <a:pt x="724" y="573"/>
                  </a:cubicBezTo>
                  <a:cubicBezTo>
                    <a:pt x="804" y="573"/>
                    <a:pt x="883" y="572"/>
                    <a:pt x="961" y="568"/>
                  </a:cubicBezTo>
                  <a:cubicBezTo>
                    <a:pt x="1215" y="554"/>
                    <a:pt x="1522" y="554"/>
                    <a:pt x="1656" y="287"/>
                  </a:cubicBezTo>
                  <a:cubicBezTo>
                    <a:pt x="1696" y="194"/>
                    <a:pt x="1656" y="74"/>
                    <a:pt x="1549" y="20"/>
                  </a:cubicBezTo>
                  <a:cubicBezTo>
                    <a:pt x="1498" y="6"/>
                    <a:pt x="1447" y="1"/>
                    <a:pt x="1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33"/>
          <p:cNvSpPr/>
          <p:nvPr/>
        </p:nvSpPr>
        <p:spPr>
          <a:xfrm flipH="1">
            <a:off x="-51231" y="3924084"/>
            <a:ext cx="2869542" cy="1241758"/>
          </a:xfrm>
          <a:custGeom>
            <a:avLst/>
            <a:gdLst/>
            <a:ahLst/>
            <a:cxnLst/>
            <a:rect l="l" t="t" r="r" b="b"/>
            <a:pathLst>
              <a:path w="53120" h="22987" extrusionOk="0">
                <a:moveTo>
                  <a:pt x="50053" y="1"/>
                </a:moveTo>
                <a:cubicBezTo>
                  <a:pt x="48399" y="1"/>
                  <a:pt x="46433" y="515"/>
                  <a:pt x="45122" y="2545"/>
                </a:cubicBezTo>
                <a:cubicBezTo>
                  <a:pt x="42889" y="6001"/>
                  <a:pt x="42287" y="13928"/>
                  <a:pt x="34574" y="13928"/>
                </a:cubicBezTo>
                <a:cubicBezTo>
                  <a:pt x="33110" y="13928"/>
                  <a:pt x="31389" y="13642"/>
                  <a:pt x="29353" y="12986"/>
                </a:cubicBezTo>
                <a:cubicBezTo>
                  <a:pt x="25641" y="11790"/>
                  <a:pt x="21571" y="11168"/>
                  <a:pt x="17700" y="11168"/>
                </a:cubicBezTo>
                <a:cubicBezTo>
                  <a:pt x="8257" y="11168"/>
                  <a:pt x="1" y="14871"/>
                  <a:pt x="1033" y="22987"/>
                </a:cubicBezTo>
                <a:lnTo>
                  <a:pt x="53120" y="22987"/>
                </a:lnTo>
                <a:lnTo>
                  <a:pt x="53120" y="542"/>
                </a:lnTo>
                <a:cubicBezTo>
                  <a:pt x="53120" y="542"/>
                  <a:pt x="51750" y="1"/>
                  <a:pt x="5005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33"/>
          <p:cNvSpPr/>
          <p:nvPr/>
        </p:nvSpPr>
        <p:spPr>
          <a:xfrm flipH="1">
            <a:off x="-4187" y="3650920"/>
            <a:ext cx="2975908" cy="1639561"/>
          </a:xfrm>
          <a:custGeom>
            <a:avLst/>
            <a:gdLst/>
            <a:ahLst/>
            <a:cxnLst/>
            <a:rect l="l" t="t" r="r" b="b"/>
            <a:pathLst>
              <a:path w="55089" h="30351" extrusionOk="0">
                <a:moveTo>
                  <a:pt x="38167" y="7979"/>
                </a:moveTo>
                <a:cubicBezTo>
                  <a:pt x="38974" y="7979"/>
                  <a:pt x="39495" y="9771"/>
                  <a:pt x="39683" y="10619"/>
                </a:cubicBezTo>
                <a:cubicBezTo>
                  <a:pt x="39617" y="10630"/>
                  <a:pt x="39550" y="10635"/>
                  <a:pt x="39482" y="10635"/>
                </a:cubicBezTo>
                <a:cubicBezTo>
                  <a:pt x="39292" y="10635"/>
                  <a:pt x="39100" y="10595"/>
                  <a:pt x="38922" y="10526"/>
                </a:cubicBezTo>
                <a:cubicBezTo>
                  <a:pt x="38255" y="10245"/>
                  <a:pt x="36786" y="8710"/>
                  <a:pt x="37827" y="8082"/>
                </a:cubicBezTo>
                <a:cubicBezTo>
                  <a:pt x="37946" y="8011"/>
                  <a:pt x="38059" y="7979"/>
                  <a:pt x="38167" y="7979"/>
                </a:cubicBezTo>
                <a:close/>
                <a:moveTo>
                  <a:pt x="15983" y="11834"/>
                </a:moveTo>
                <a:cubicBezTo>
                  <a:pt x="16264" y="11834"/>
                  <a:pt x="16531" y="11861"/>
                  <a:pt x="16798" y="11901"/>
                </a:cubicBezTo>
                <a:cubicBezTo>
                  <a:pt x="17813" y="12034"/>
                  <a:pt x="19134" y="12902"/>
                  <a:pt x="18200" y="14051"/>
                </a:cubicBezTo>
                <a:cubicBezTo>
                  <a:pt x="17938" y="14372"/>
                  <a:pt x="17585" y="14514"/>
                  <a:pt x="17229" y="14514"/>
                </a:cubicBezTo>
                <a:cubicBezTo>
                  <a:pt x="16624" y="14514"/>
                  <a:pt x="16013" y="14102"/>
                  <a:pt x="15836" y="13463"/>
                </a:cubicBezTo>
                <a:cubicBezTo>
                  <a:pt x="15703" y="12942"/>
                  <a:pt x="15796" y="12368"/>
                  <a:pt x="15983" y="11834"/>
                </a:cubicBezTo>
                <a:close/>
                <a:moveTo>
                  <a:pt x="52128" y="0"/>
                </a:moveTo>
                <a:cubicBezTo>
                  <a:pt x="49429" y="0"/>
                  <a:pt x="46532" y="1938"/>
                  <a:pt x="44917" y="3796"/>
                </a:cubicBezTo>
                <a:cubicBezTo>
                  <a:pt x="43582" y="5318"/>
                  <a:pt x="42674" y="7134"/>
                  <a:pt x="41579" y="8817"/>
                </a:cubicBezTo>
                <a:cubicBezTo>
                  <a:pt x="41206" y="9377"/>
                  <a:pt x="40778" y="10085"/>
                  <a:pt x="40204" y="10432"/>
                </a:cubicBezTo>
                <a:cubicBezTo>
                  <a:pt x="40017" y="9564"/>
                  <a:pt x="39697" y="8683"/>
                  <a:pt x="39149" y="8029"/>
                </a:cubicBezTo>
                <a:cubicBezTo>
                  <a:pt x="38860" y="7691"/>
                  <a:pt x="38464" y="7493"/>
                  <a:pt x="38079" y="7493"/>
                </a:cubicBezTo>
                <a:cubicBezTo>
                  <a:pt x="37718" y="7493"/>
                  <a:pt x="37365" y="7668"/>
                  <a:pt x="37120" y="8069"/>
                </a:cubicBezTo>
                <a:cubicBezTo>
                  <a:pt x="36385" y="9297"/>
                  <a:pt x="38094" y="10953"/>
                  <a:pt x="39203" y="11153"/>
                </a:cubicBezTo>
                <a:cubicBezTo>
                  <a:pt x="39303" y="11167"/>
                  <a:pt x="39403" y="11173"/>
                  <a:pt x="39503" y="11173"/>
                </a:cubicBezTo>
                <a:cubicBezTo>
                  <a:pt x="39603" y="11173"/>
                  <a:pt x="39703" y="11167"/>
                  <a:pt x="39804" y="11153"/>
                </a:cubicBezTo>
                <a:lnTo>
                  <a:pt x="39804" y="11153"/>
                </a:lnTo>
                <a:cubicBezTo>
                  <a:pt x="39977" y="12302"/>
                  <a:pt x="39657" y="13463"/>
                  <a:pt x="38922" y="14358"/>
                </a:cubicBezTo>
                <a:cubicBezTo>
                  <a:pt x="38269" y="15183"/>
                  <a:pt x="37407" y="15483"/>
                  <a:pt x="36487" y="15483"/>
                </a:cubicBezTo>
                <a:cubicBezTo>
                  <a:pt x="35130" y="15483"/>
                  <a:pt x="33648" y="14832"/>
                  <a:pt x="32527" y="14251"/>
                </a:cubicBezTo>
                <a:cubicBezTo>
                  <a:pt x="30097" y="12996"/>
                  <a:pt x="27920" y="11313"/>
                  <a:pt x="25664" y="9751"/>
                </a:cubicBezTo>
                <a:cubicBezTo>
                  <a:pt x="24916" y="9231"/>
                  <a:pt x="24141" y="8656"/>
                  <a:pt x="23287" y="8323"/>
                </a:cubicBezTo>
                <a:cubicBezTo>
                  <a:pt x="22507" y="8018"/>
                  <a:pt x="21652" y="7850"/>
                  <a:pt x="20800" y="7850"/>
                </a:cubicBezTo>
                <a:cubicBezTo>
                  <a:pt x="19973" y="7850"/>
                  <a:pt x="19149" y="8008"/>
                  <a:pt x="18400" y="8349"/>
                </a:cubicBezTo>
                <a:cubicBezTo>
                  <a:pt x="17158" y="8950"/>
                  <a:pt x="16184" y="10005"/>
                  <a:pt x="15676" y="11287"/>
                </a:cubicBezTo>
                <a:cubicBezTo>
                  <a:pt x="11417" y="11367"/>
                  <a:pt x="7545" y="13436"/>
                  <a:pt x="4701" y="16561"/>
                </a:cubicBezTo>
                <a:cubicBezTo>
                  <a:pt x="3138" y="18283"/>
                  <a:pt x="1670" y="20366"/>
                  <a:pt x="882" y="22569"/>
                </a:cubicBezTo>
                <a:cubicBezTo>
                  <a:pt x="1" y="25053"/>
                  <a:pt x="335" y="27670"/>
                  <a:pt x="268" y="30247"/>
                </a:cubicBezTo>
                <a:cubicBezTo>
                  <a:pt x="268" y="30317"/>
                  <a:pt x="316" y="30350"/>
                  <a:pt x="369" y="30350"/>
                </a:cubicBezTo>
                <a:cubicBezTo>
                  <a:pt x="426" y="30350"/>
                  <a:pt x="488" y="30310"/>
                  <a:pt x="495" y="30233"/>
                </a:cubicBezTo>
                <a:cubicBezTo>
                  <a:pt x="682" y="27990"/>
                  <a:pt x="495" y="25667"/>
                  <a:pt x="1109" y="23477"/>
                </a:cubicBezTo>
                <a:cubicBezTo>
                  <a:pt x="1683" y="21408"/>
                  <a:pt x="2952" y="19498"/>
                  <a:pt x="4300" y="17856"/>
                </a:cubicBezTo>
                <a:cubicBezTo>
                  <a:pt x="6890" y="14665"/>
                  <a:pt x="10335" y="12422"/>
                  <a:pt x="14474" y="11928"/>
                </a:cubicBezTo>
                <a:cubicBezTo>
                  <a:pt x="14808" y="11888"/>
                  <a:pt x="15142" y="11861"/>
                  <a:pt x="15476" y="11848"/>
                </a:cubicBezTo>
                <a:lnTo>
                  <a:pt x="15476" y="11848"/>
                </a:lnTo>
                <a:cubicBezTo>
                  <a:pt x="15129" y="12996"/>
                  <a:pt x="15249" y="14344"/>
                  <a:pt x="16504" y="14878"/>
                </a:cubicBezTo>
                <a:cubicBezTo>
                  <a:pt x="16730" y="14977"/>
                  <a:pt x="16964" y="15022"/>
                  <a:pt x="17194" y="15022"/>
                </a:cubicBezTo>
                <a:cubicBezTo>
                  <a:pt x="18244" y="15022"/>
                  <a:pt x="19220" y="14079"/>
                  <a:pt x="19001" y="12929"/>
                </a:cubicBezTo>
                <a:cubicBezTo>
                  <a:pt x="18761" y="11634"/>
                  <a:pt x="17372" y="11340"/>
                  <a:pt x="16224" y="11300"/>
                </a:cubicBezTo>
                <a:cubicBezTo>
                  <a:pt x="16290" y="11167"/>
                  <a:pt x="16344" y="11046"/>
                  <a:pt x="16411" y="10926"/>
                </a:cubicBezTo>
                <a:cubicBezTo>
                  <a:pt x="17315" y="9250"/>
                  <a:pt x="18981" y="8358"/>
                  <a:pt x="20820" y="8358"/>
                </a:cubicBezTo>
                <a:cubicBezTo>
                  <a:pt x="21017" y="8358"/>
                  <a:pt x="21217" y="8369"/>
                  <a:pt x="21418" y="8389"/>
                </a:cubicBezTo>
                <a:cubicBezTo>
                  <a:pt x="22659" y="8523"/>
                  <a:pt x="23634" y="9004"/>
                  <a:pt x="24662" y="9671"/>
                </a:cubicBezTo>
                <a:cubicBezTo>
                  <a:pt x="26785" y="11073"/>
                  <a:pt x="28788" y="12662"/>
                  <a:pt x="30991" y="13971"/>
                </a:cubicBezTo>
                <a:cubicBezTo>
                  <a:pt x="32530" y="14898"/>
                  <a:pt x="34501" y="16009"/>
                  <a:pt x="36415" y="16009"/>
                </a:cubicBezTo>
                <a:cubicBezTo>
                  <a:pt x="36760" y="16009"/>
                  <a:pt x="37102" y="15973"/>
                  <a:pt x="37440" y="15893"/>
                </a:cubicBezTo>
                <a:cubicBezTo>
                  <a:pt x="39376" y="15453"/>
                  <a:pt x="40618" y="13209"/>
                  <a:pt x="40364" y="11313"/>
                </a:cubicBezTo>
                <a:cubicBezTo>
                  <a:pt x="40351" y="11207"/>
                  <a:pt x="40324" y="11100"/>
                  <a:pt x="40311" y="10980"/>
                </a:cubicBezTo>
                <a:cubicBezTo>
                  <a:pt x="41486" y="10419"/>
                  <a:pt x="42287" y="8670"/>
                  <a:pt x="42875" y="7708"/>
                </a:cubicBezTo>
                <a:cubicBezTo>
                  <a:pt x="44130" y="5652"/>
                  <a:pt x="45371" y="3649"/>
                  <a:pt x="47414" y="2261"/>
                </a:cubicBezTo>
                <a:cubicBezTo>
                  <a:pt x="48796" y="1316"/>
                  <a:pt x="50558" y="526"/>
                  <a:pt x="52268" y="526"/>
                </a:cubicBezTo>
                <a:cubicBezTo>
                  <a:pt x="53120" y="526"/>
                  <a:pt x="53959" y="722"/>
                  <a:pt x="54731" y="1193"/>
                </a:cubicBezTo>
                <a:cubicBezTo>
                  <a:pt x="54762" y="1214"/>
                  <a:pt x="54792" y="1224"/>
                  <a:pt x="54821" y="1224"/>
                </a:cubicBezTo>
                <a:cubicBezTo>
                  <a:pt x="54973" y="1224"/>
                  <a:pt x="55088" y="973"/>
                  <a:pt x="54932" y="872"/>
                </a:cubicBezTo>
                <a:cubicBezTo>
                  <a:pt x="54071" y="258"/>
                  <a:pt x="53113" y="0"/>
                  <a:pt x="521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33"/>
          <p:cNvSpPr/>
          <p:nvPr/>
        </p:nvSpPr>
        <p:spPr>
          <a:xfrm flipH="1">
            <a:off x="142267" y="4329179"/>
            <a:ext cx="569587" cy="236770"/>
          </a:xfrm>
          <a:custGeom>
            <a:avLst/>
            <a:gdLst/>
            <a:ahLst/>
            <a:cxnLst/>
            <a:rect l="l" t="t" r="r" b="b"/>
            <a:pathLst>
              <a:path w="10544" h="4383" extrusionOk="0">
                <a:moveTo>
                  <a:pt x="5884" y="0"/>
                </a:moveTo>
                <a:cubicBezTo>
                  <a:pt x="5485" y="0"/>
                  <a:pt x="5054" y="34"/>
                  <a:pt x="4590" y="108"/>
                </a:cubicBezTo>
                <a:cubicBezTo>
                  <a:pt x="161" y="815"/>
                  <a:pt x="1" y="4382"/>
                  <a:pt x="4617" y="4382"/>
                </a:cubicBezTo>
                <a:cubicBezTo>
                  <a:pt x="5317" y="4382"/>
                  <a:pt x="6126" y="4300"/>
                  <a:pt x="7047" y="4114"/>
                </a:cubicBezTo>
                <a:cubicBezTo>
                  <a:pt x="10544" y="3410"/>
                  <a:pt x="9878" y="0"/>
                  <a:pt x="588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33"/>
          <p:cNvSpPr/>
          <p:nvPr/>
        </p:nvSpPr>
        <p:spPr>
          <a:xfrm flipH="1">
            <a:off x="702987" y="4393406"/>
            <a:ext cx="154821" cy="154605"/>
          </a:xfrm>
          <a:custGeom>
            <a:avLst/>
            <a:gdLst/>
            <a:ahLst/>
            <a:cxnLst/>
            <a:rect l="l" t="t" r="r" b="b"/>
            <a:pathLst>
              <a:path w="2866" h="2862" extrusionOk="0">
                <a:moveTo>
                  <a:pt x="2191" y="0"/>
                </a:moveTo>
                <a:cubicBezTo>
                  <a:pt x="1762" y="0"/>
                  <a:pt x="1109" y="421"/>
                  <a:pt x="589" y="1296"/>
                </a:cubicBezTo>
                <a:cubicBezTo>
                  <a:pt x="0" y="2288"/>
                  <a:pt x="212" y="2862"/>
                  <a:pt x="712" y="2862"/>
                </a:cubicBezTo>
                <a:cubicBezTo>
                  <a:pt x="1140" y="2862"/>
                  <a:pt x="1782" y="2439"/>
                  <a:pt x="2312" y="1496"/>
                </a:cubicBezTo>
                <a:cubicBezTo>
                  <a:pt x="2866" y="514"/>
                  <a:pt x="2665" y="0"/>
                  <a:pt x="21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33"/>
          <p:cNvSpPr/>
          <p:nvPr/>
        </p:nvSpPr>
        <p:spPr>
          <a:xfrm flipH="1">
            <a:off x="427702" y="4599697"/>
            <a:ext cx="412497" cy="153363"/>
          </a:xfrm>
          <a:custGeom>
            <a:avLst/>
            <a:gdLst/>
            <a:ahLst/>
            <a:cxnLst/>
            <a:rect l="l" t="t" r="r" b="b"/>
            <a:pathLst>
              <a:path w="7636" h="2839" extrusionOk="0">
                <a:moveTo>
                  <a:pt x="3644" y="1"/>
                </a:moveTo>
                <a:cubicBezTo>
                  <a:pt x="3530" y="1"/>
                  <a:pt x="3413" y="5"/>
                  <a:pt x="3294" y="14"/>
                </a:cubicBezTo>
                <a:cubicBezTo>
                  <a:pt x="526" y="215"/>
                  <a:pt x="1" y="2838"/>
                  <a:pt x="2890" y="2838"/>
                </a:cubicBezTo>
                <a:cubicBezTo>
                  <a:pt x="3262" y="2838"/>
                  <a:pt x="3689" y="2795"/>
                  <a:pt x="4176" y="2697"/>
                </a:cubicBezTo>
                <a:cubicBezTo>
                  <a:pt x="7635" y="2008"/>
                  <a:pt x="6139" y="1"/>
                  <a:pt x="364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33"/>
          <p:cNvSpPr/>
          <p:nvPr/>
        </p:nvSpPr>
        <p:spPr>
          <a:xfrm rot="10800000">
            <a:off x="3523974" y="3"/>
            <a:ext cx="2841501" cy="309524"/>
          </a:xfrm>
          <a:custGeom>
            <a:avLst/>
            <a:gdLst/>
            <a:ahLst/>
            <a:cxnLst/>
            <a:rect l="l" t="t" r="r" b="b"/>
            <a:pathLst>
              <a:path w="24529" h="2672" extrusionOk="0">
                <a:moveTo>
                  <a:pt x="11805" y="0"/>
                </a:moveTo>
                <a:cubicBezTo>
                  <a:pt x="6324" y="0"/>
                  <a:pt x="2075" y="1484"/>
                  <a:pt x="1" y="2672"/>
                </a:cubicBezTo>
                <a:lnTo>
                  <a:pt x="24528" y="2672"/>
                </a:lnTo>
                <a:cubicBezTo>
                  <a:pt x="19910" y="699"/>
                  <a:pt x="15567" y="0"/>
                  <a:pt x="118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33"/>
          <p:cNvSpPr/>
          <p:nvPr/>
        </p:nvSpPr>
        <p:spPr>
          <a:xfrm rot="10800000">
            <a:off x="8482353" y="2655774"/>
            <a:ext cx="725597" cy="2216001"/>
          </a:xfrm>
          <a:custGeom>
            <a:avLst/>
            <a:gdLst/>
            <a:ahLst/>
            <a:cxnLst/>
            <a:rect l="l" t="t" r="r" b="b"/>
            <a:pathLst>
              <a:path w="8653" h="26425" extrusionOk="0">
                <a:moveTo>
                  <a:pt x="0" y="1"/>
                </a:moveTo>
                <a:lnTo>
                  <a:pt x="147" y="26425"/>
                </a:lnTo>
                <a:cubicBezTo>
                  <a:pt x="4807" y="18787"/>
                  <a:pt x="8652" y="11444"/>
                  <a:pt x="6917" y="6917"/>
                </a:cubicBezTo>
                <a:cubicBezTo>
                  <a:pt x="5087" y="2124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3"/>
          <p:cNvSpPr/>
          <p:nvPr/>
        </p:nvSpPr>
        <p:spPr>
          <a:xfrm>
            <a:off x="8332825" y="4769150"/>
            <a:ext cx="727300" cy="273000"/>
          </a:xfrm>
          <a:custGeom>
            <a:avLst/>
            <a:gdLst/>
            <a:ahLst/>
            <a:cxnLst/>
            <a:rect l="l" t="t" r="r" b="b"/>
            <a:pathLst>
              <a:path w="29092" h="10920" extrusionOk="0">
                <a:moveTo>
                  <a:pt x="9899" y="0"/>
                </a:moveTo>
                <a:cubicBezTo>
                  <a:pt x="9303" y="0"/>
                  <a:pt x="8707" y="32"/>
                  <a:pt x="8116" y="99"/>
                </a:cubicBezTo>
                <a:cubicBezTo>
                  <a:pt x="2269" y="769"/>
                  <a:pt x="0" y="10919"/>
                  <a:pt x="11186" y="10919"/>
                </a:cubicBezTo>
                <a:cubicBezTo>
                  <a:pt x="12261" y="10919"/>
                  <a:pt x="13460" y="10826"/>
                  <a:pt x="14792" y="10621"/>
                </a:cubicBezTo>
                <a:cubicBezTo>
                  <a:pt x="29092" y="8420"/>
                  <a:pt x="19557" y="0"/>
                  <a:pt x="98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1100" y="1152475"/>
            <a:ext cx="7901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●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○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■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●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○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■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●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○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■"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4" r:id="rId11"/>
    <p:sldLayoutId id="2147483668" r:id="rId12"/>
    <p:sldLayoutId id="2147483669" r:id="rId13"/>
    <p:sldLayoutId id="2147483678" r:id="rId14"/>
    <p:sldLayoutId id="214748367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7"/>
          <p:cNvSpPr txBox="1">
            <a:spLocks noGrp="1"/>
          </p:cNvSpPr>
          <p:nvPr>
            <p:ph type="ctrTitle"/>
          </p:nvPr>
        </p:nvSpPr>
        <p:spPr>
          <a:xfrm>
            <a:off x="1055250" y="2363039"/>
            <a:ext cx="7338300" cy="10160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DISHCOVERY</a:t>
            </a:r>
            <a:endParaRPr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0" name="Google Shape;1060;p37"/>
          <p:cNvSpPr txBox="1">
            <a:spLocks noGrp="1"/>
          </p:cNvSpPr>
          <p:nvPr>
            <p:ph type="subTitle" idx="1"/>
          </p:nvPr>
        </p:nvSpPr>
        <p:spPr>
          <a:xfrm>
            <a:off x="1997700" y="3215387"/>
            <a:ext cx="54534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s" dirty="0"/>
              <a:t>D I S C O V E R I N G  I N S I G H T S</a:t>
            </a:r>
            <a:endParaRPr dirty="0"/>
          </a:p>
        </p:txBody>
      </p:sp>
      <p:grpSp>
        <p:nvGrpSpPr>
          <p:cNvPr id="1061" name="Google Shape;1061;p37"/>
          <p:cNvGrpSpPr/>
          <p:nvPr/>
        </p:nvGrpSpPr>
        <p:grpSpPr>
          <a:xfrm>
            <a:off x="443358" y="3363703"/>
            <a:ext cx="1401942" cy="1234974"/>
            <a:chOff x="796842" y="3638218"/>
            <a:chExt cx="959397" cy="891340"/>
          </a:xfrm>
        </p:grpSpPr>
        <p:sp>
          <p:nvSpPr>
            <p:cNvPr id="1062" name="Google Shape;1062;p37"/>
            <p:cNvSpPr/>
            <p:nvPr/>
          </p:nvSpPr>
          <p:spPr>
            <a:xfrm>
              <a:off x="796842" y="3643211"/>
              <a:ext cx="959397" cy="886347"/>
            </a:xfrm>
            <a:custGeom>
              <a:avLst/>
              <a:gdLst/>
              <a:ahLst/>
              <a:cxnLst/>
              <a:rect l="l" t="t" r="r" b="b"/>
              <a:pathLst>
                <a:path w="26674" h="24643" extrusionOk="0">
                  <a:moveTo>
                    <a:pt x="6834" y="13411"/>
                  </a:moveTo>
                  <a:cubicBezTo>
                    <a:pt x="6832" y="13415"/>
                    <a:pt x="6830" y="13420"/>
                    <a:pt x="6829" y="13425"/>
                  </a:cubicBezTo>
                  <a:lnTo>
                    <a:pt x="6829" y="13425"/>
                  </a:lnTo>
                  <a:lnTo>
                    <a:pt x="6834" y="13411"/>
                  </a:lnTo>
                  <a:close/>
                  <a:moveTo>
                    <a:pt x="16329" y="1"/>
                  </a:moveTo>
                  <a:lnTo>
                    <a:pt x="15859" y="3227"/>
                  </a:lnTo>
                  <a:cubicBezTo>
                    <a:pt x="15802" y="3224"/>
                    <a:pt x="15745" y="3223"/>
                    <a:pt x="15688" y="3223"/>
                  </a:cubicBezTo>
                  <a:cubicBezTo>
                    <a:pt x="15291" y="3223"/>
                    <a:pt x="14897" y="3289"/>
                    <a:pt x="14525" y="3417"/>
                  </a:cubicBezTo>
                  <a:cubicBezTo>
                    <a:pt x="13946" y="3601"/>
                    <a:pt x="13484" y="3938"/>
                    <a:pt x="13242" y="4370"/>
                  </a:cubicBezTo>
                  <a:cubicBezTo>
                    <a:pt x="13095" y="4590"/>
                    <a:pt x="13007" y="4832"/>
                    <a:pt x="12985" y="5096"/>
                  </a:cubicBezTo>
                  <a:cubicBezTo>
                    <a:pt x="12890" y="5991"/>
                    <a:pt x="13542" y="6834"/>
                    <a:pt x="14554" y="7266"/>
                  </a:cubicBezTo>
                  <a:cubicBezTo>
                    <a:pt x="14232" y="7178"/>
                    <a:pt x="13924" y="7069"/>
                    <a:pt x="13623" y="6951"/>
                  </a:cubicBezTo>
                  <a:lnTo>
                    <a:pt x="12890" y="6680"/>
                  </a:lnTo>
                  <a:cubicBezTo>
                    <a:pt x="12626" y="6687"/>
                    <a:pt x="12362" y="6724"/>
                    <a:pt x="12113" y="6790"/>
                  </a:cubicBezTo>
                  <a:cubicBezTo>
                    <a:pt x="11541" y="6944"/>
                    <a:pt x="11013" y="7200"/>
                    <a:pt x="10536" y="7545"/>
                  </a:cubicBezTo>
                  <a:cubicBezTo>
                    <a:pt x="10346" y="7684"/>
                    <a:pt x="10155" y="7838"/>
                    <a:pt x="10053" y="8058"/>
                  </a:cubicBezTo>
                  <a:cubicBezTo>
                    <a:pt x="10053" y="8066"/>
                    <a:pt x="10045" y="8080"/>
                    <a:pt x="10038" y="8095"/>
                  </a:cubicBezTo>
                  <a:cubicBezTo>
                    <a:pt x="10646" y="9158"/>
                    <a:pt x="11666" y="10001"/>
                    <a:pt x="12846" y="10470"/>
                  </a:cubicBezTo>
                  <a:cubicBezTo>
                    <a:pt x="13682" y="10800"/>
                    <a:pt x="14584" y="10969"/>
                    <a:pt x="15485" y="10969"/>
                  </a:cubicBezTo>
                  <a:cubicBezTo>
                    <a:pt x="15251" y="10969"/>
                    <a:pt x="15016" y="10969"/>
                    <a:pt x="14782" y="10954"/>
                  </a:cubicBezTo>
                  <a:cubicBezTo>
                    <a:pt x="14210" y="10925"/>
                    <a:pt x="13645" y="10822"/>
                    <a:pt x="13095" y="10654"/>
                  </a:cubicBezTo>
                  <a:cubicBezTo>
                    <a:pt x="12215" y="10368"/>
                    <a:pt x="11409" y="9899"/>
                    <a:pt x="10720" y="9275"/>
                  </a:cubicBezTo>
                  <a:cubicBezTo>
                    <a:pt x="10375" y="8967"/>
                    <a:pt x="10060" y="8623"/>
                    <a:pt x="9781" y="8249"/>
                  </a:cubicBezTo>
                  <a:cubicBezTo>
                    <a:pt x="9715" y="8161"/>
                    <a:pt x="9649" y="8058"/>
                    <a:pt x="9583" y="7963"/>
                  </a:cubicBezTo>
                  <a:cubicBezTo>
                    <a:pt x="9517" y="7860"/>
                    <a:pt x="9466" y="7758"/>
                    <a:pt x="9400" y="7662"/>
                  </a:cubicBezTo>
                  <a:cubicBezTo>
                    <a:pt x="9341" y="7560"/>
                    <a:pt x="9290" y="7450"/>
                    <a:pt x="9239" y="7347"/>
                  </a:cubicBezTo>
                  <a:cubicBezTo>
                    <a:pt x="9209" y="7296"/>
                    <a:pt x="9187" y="7252"/>
                    <a:pt x="9143" y="7178"/>
                  </a:cubicBezTo>
                  <a:cubicBezTo>
                    <a:pt x="9099" y="7098"/>
                    <a:pt x="9041" y="7010"/>
                    <a:pt x="8982" y="6937"/>
                  </a:cubicBezTo>
                  <a:cubicBezTo>
                    <a:pt x="8853" y="6768"/>
                    <a:pt x="8684" y="6698"/>
                    <a:pt x="8554" y="6698"/>
                  </a:cubicBezTo>
                  <a:cubicBezTo>
                    <a:pt x="8514" y="6698"/>
                    <a:pt x="8478" y="6705"/>
                    <a:pt x="8447" y="6717"/>
                  </a:cubicBezTo>
                  <a:cubicBezTo>
                    <a:pt x="8308" y="6768"/>
                    <a:pt x="8271" y="6900"/>
                    <a:pt x="8374" y="7061"/>
                  </a:cubicBezTo>
                  <a:cubicBezTo>
                    <a:pt x="8425" y="7142"/>
                    <a:pt x="8462" y="7215"/>
                    <a:pt x="8498" y="7296"/>
                  </a:cubicBezTo>
                  <a:cubicBezTo>
                    <a:pt x="8535" y="7369"/>
                    <a:pt x="8572" y="7450"/>
                    <a:pt x="8594" y="7530"/>
                  </a:cubicBezTo>
                  <a:cubicBezTo>
                    <a:pt x="8638" y="7684"/>
                    <a:pt x="8652" y="7802"/>
                    <a:pt x="8682" y="7926"/>
                  </a:cubicBezTo>
                  <a:cubicBezTo>
                    <a:pt x="8733" y="8168"/>
                    <a:pt x="8806" y="8410"/>
                    <a:pt x="8894" y="8652"/>
                  </a:cubicBezTo>
                  <a:cubicBezTo>
                    <a:pt x="8923" y="8718"/>
                    <a:pt x="8945" y="8777"/>
                    <a:pt x="8975" y="8843"/>
                  </a:cubicBezTo>
                  <a:cubicBezTo>
                    <a:pt x="8967" y="8857"/>
                    <a:pt x="8967" y="8879"/>
                    <a:pt x="8967" y="8894"/>
                  </a:cubicBezTo>
                  <a:cubicBezTo>
                    <a:pt x="8960" y="8901"/>
                    <a:pt x="8975" y="8909"/>
                    <a:pt x="8982" y="8909"/>
                  </a:cubicBezTo>
                  <a:lnTo>
                    <a:pt x="9004" y="8894"/>
                  </a:lnTo>
                  <a:cubicBezTo>
                    <a:pt x="9180" y="9283"/>
                    <a:pt x="9407" y="9649"/>
                    <a:pt x="9671" y="9994"/>
                  </a:cubicBezTo>
                  <a:cubicBezTo>
                    <a:pt x="9796" y="10155"/>
                    <a:pt x="9935" y="10309"/>
                    <a:pt x="10075" y="10463"/>
                  </a:cubicBezTo>
                  <a:cubicBezTo>
                    <a:pt x="10221" y="10617"/>
                    <a:pt x="10368" y="10764"/>
                    <a:pt x="10536" y="10896"/>
                  </a:cubicBezTo>
                  <a:cubicBezTo>
                    <a:pt x="10852" y="11174"/>
                    <a:pt x="11196" y="11431"/>
                    <a:pt x="11556" y="11658"/>
                  </a:cubicBezTo>
                  <a:cubicBezTo>
                    <a:pt x="12061" y="11973"/>
                    <a:pt x="12597" y="12245"/>
                    <a:pt x="13154" y="12465"/>
                  </a:cubicBezTo>
                  <a:lnTo>
                    <a:pt x="13103" y="12450"/>
                  </a:lnTo>
                  <a:cubicBezTo>
                    <a:pt x="11959" y="11973"/>
                    <a:pt x="10852" y="11409"/>
                    <a:pt x="9789" y="10771"/>
                  </a:cubicBezTo>
                  <a:cubicBezTo>
                    <a:pt x="9671" y="10690"/>
                    <a:pt x="9539" y="10624"/>
                    <a:pt x="9415" y="10551"/>
                  </a:cubicBezTo>
                  <a:cubicBezTo>
                    <a:pt x="9349" y="10522"/>
                    <a:pt x="9290" y="10492"/>
                    <a:pt x="9231" y="10463"/>
                  </a:cubicBezTo>
                  <a:cubicBezTo>
                    <a:pt x="9275" y="10412"/>
                    <a:pt x="9327" y="10360"/>
                    <a:pt x="9378" y="10316"/>
                  </a:cubicBezTo>
                  <a:lnTo>
                    <a:pt x="9378" y="10316"/>
                  </a:lnTo>
                  <a:cubicBezTo>
                    <a:pt x="9335" y="10323"/>
                    <a:pt x="9292" y="10325"/>
                    <a:pt x="9249" y="10325"/>
                  </a:cubicBezTo>
                  <a:cubicBezTo>
                    <a:pt x="8923" y="10325"/>
                    <a:pt x="8595" y="10169"/>
                    <a:pt x="8255" y="10169"/>
                  </a:cubicBezTo>
                  <a:cubicBezTo>
                    <a:pt x="8159" y="10169"/>
                    <a:pt x="8061" y="10182"/>
                    <a:pt x="7963" y="10214"/>
                  </a:cubicBezTo>
                  <a:cubicBezTo>
                    <a:pt x="7919" y="10229"/>
                    <a:pt x="7875" y="10251"/>
                    <a:pt x="7831" y="10273"/>
                  </a:cubicBezTo>
                  <a:cubicBezTo>
                    <a:pt x="7826" y="10271"/>
                    <a:pt x="7821" y="10271"/>
                    <a:pt x="7816" y="10271"/>
                  </a:cubicBezTo>
                  <a:cubicBezTo>
                    <a:pt x="7790" y="10271"/>
                    <a:pt x="7764" y="10286"/>
                    <a:pt x="7758" y="10316"/>
                  </a:cubicBezTo>
                  <a:cubicBezTo>
                    <a:pt x="7750" y="10316"/>
                    <a:pt x="7743" y="10316"/>
                    <a:pt x="7736" y="10324"/>
                  </a:cubicBezTo>
                  <a:cubicBezTo>
                    <a:pt x="7677" y="10265"/>
                    <a:pt x="7611" y="10214"/>
                    <a:pt x="7552" y="10155"/>
                  </a:cubicBezTo>
                  <a:cubicBezTo>
                    <a:pt x="7450" y="10053"/>
                    <a:pt x="7332" y="9965"/>
                    <a:pt x="7208" y="9884"/>
                  </a:cubicBezTo>
                  <a:cubicBezTo>
                    <a:pt x="7061" y="9811"/>
                    <a:pt x="6907" y="9752"/>
                    <a:pt x="6753" y="9693"/>
                  </a:cubicBezTo>
                  <a:cubicBezTo>
                    <a:pt x="6695" y="9671"/>
                    <a:pt x="6629" y="9642"/>
                    <a:pt x="6570" y="9605"/>
                  </a:cubicBezTo>
                  <a:cubicBezTo>
                    <a:pt x="6519" y="9686"/>
                    <a:pt x="6467" y="9767"/>
                    <a:pt x="6423" y="9847"/>
                  </a:cubicBezTo>
                  <a:cubicBezTo>
                    <a:pt x="6497" y="9913"/>
                    <a:pt x="6577" y="9979"/>
                    <a:pt x="6658" y="10031"/>
                  </a:cubicBezTo>
                  <a:cubicBezTo>
                    <a:pt x="6753" y="10089"/>
                    <a:pt x="6841" y="10155"/>
                    <a:pt x="6915" y="10236"/>
                  </a:cubicBezTo>
                  <a:cubicBezTo>
                    <a:pt x="6959" y="10287"/>
                    <a:pt x="7003" y="10346"/>
                    <a:pt x="7032" y="10397"/>
                  </a:cubicBezTo>
                  <a:cubicBezTo>
                    <a:pt x="7105" y="10514"/>
                    <a:pt x="7186" y="10632"/>
                    <a:pt x="7259" y="10742"/>
                  </a:cubicBezTo>
                  <a:lnTo>
                    <a:pt x="7289" y="10771"/>
                  </a:lnTo>
                  <a:cubicBezTo>
                    <a:pt x="7149" y="11042"/>
                    <a:pt x="7113" y="11358"/>
                    <a:pt x="7179" y="11651"/>
                  </a:cubicBezTo>
                  <a:cubicBezTo>
                    <a:pt x="7215" y="11783"/>
                    <a:pt x="7267" y="11907"/>
                    <a:pt x="7332" y="12017"/>
                  </a:cubicBezTo>
                  <a:cubicBezTo>
                    <a:pt x="7391" y="12135"/>
                    <a:pt x="7464" y="12252"/>
                    <a:pt x="7538" y="12362"/>
                  </a:cubicBezTo>
                  <a:cubicBezTo>
                    <a:pt x="7574" y="12421"/>
                    <a:pt x="7604" y="12479"/>
                    <a:pt x="7633" y="12545"/>
                  </a:cubicBezTo>
                  <a:lnTo>
                    <a:pt x="7611" y="12553"/>
                  </a:lnTo>
                  <a:cubicBezTo>
                    <a:pt x="7174" y="12789"/>
                    <a:pt x="6926" y="13109"/>
                    <a:pt x="6826" y="13438"/>
                  </a:cubicBezTo>
                  <a:lnTo>
                    <a:pt x="6826" y="13438"/>
                  </a:lnTo>
                  <a:cubicBezTo>
                    <a:pt x="6827" y="13434"/>
                    <a:pt x="6828" y="13429"/>
                    <a:pt x="6829" y="13425"/>
                  </a:cubicBezTo>
                  <a:lnTo>
                    <a:pt x="6829" y="13425"/>
                  </a:lnTo>
                  <a:lnTo>
                    <a:pt x="6790" y="13539"/>
                  </a:lnTo>
                  <a:lnTo>
                    <a:pt x="6790" y="13539"/>
                  </a:lnTo>
                  <a:cubicBezTo>
                    <a:pt x="6793" y="13528"/>
                    <a:pt x="6795" y="13517"/>
                    <a:pt x="6797" y="13506"/>
                  </a:cubicBezTo>
                  <a:lnTo>
                    <a:pt x="6797" y="13506"/>
                  </a:lnTo>
                  <a:cubicBezTo>
                    <a:pt x="6794" y="13519"/>
                    <a:pt x="6791" y="13532"/>
                    <a:pt x="6788" y="13545"/>
                  </a:cubicBezTo>
                  <a:lnTo>
                    <a:pt x="6788" y="13545"/>
                  </a:lnTo>
                  <a:lnTo>
                    <a:pt x="6790" y="13539"/>
                  </a:lnTo>
                  <a:lnTo>
                    <a:pt x="6790" y="13539"/>
                  </a:lnTo>
                  <a:cubicBezTo>
                    <a:pt x="6734" y="13822"/>
                    <a:pt x="6773" y="14124"/>
                    <a:pt x="6915" y="14386"/>
                  </a:cubicBezTo>
                  <a:cubicBezTo>
                    <a:pt x="6774" y="14126"/>
                    <a:pt x="6728" y="13827"/>
                    <a:pt x="6788" y="13545"/>
                  </a:cubicBezTo>
                  <a:lnTo>
                    <a:pt x="6788" y="13545"/>
                  </a:lnTo>
                  <a:lnTo>
                    <a:pt x="6475" y="14466"/>
                  </a:lnTo>
                  <a:cubicBezTo>
                    <a:pt x="4898" y="14760"/>
                    <a:pt x="3542" y="15155"/>
                    <a:pt x="2479" y="15617"/>
                  </a:cubicBezTo>
                  <a:cubicBezTo>
                    <a:pt x="2384" y="15566"/>
                    <a:pt x="2296" y="15507"/>
                    <a:pt x="2200" y="15449"/>
                  </a:cubicBezTo>
                  <a:cubicBezTo>
                    <a:pt x="2153" y="15417"/>
                    <a:pt x="2082" y="15390"/>
                    <a:pt x="2019" y="15390"/>
                  </a:cubicBezTo>
                  <a:cubicBezTo>
                    <a:pt x="1966" y="15390"/>
                    <a:pt x="1920" y="15409"/>
                    <a:pt x="1900" y="15463"/>
                  </a:cubicBezTo>
                  <a:cubicBezTo>
                    <a:pt x="1885" y="15515"/>
                    <a:pt x="1892" y="15566"/>
                    <a:pt x="1914" y="15610"/>
                  </a:cubicBezTo>
                  <a:cubicBezTo>
                    <a:pt x="1944" y="15691"/>
                    <a:pt x="1988" y="15757"/>
                    <a:pt x="2032" y="15830"/>
                  </a:cubicBezTo>
                  <a:cubicBezTo>
                    <a:pt x="749" y="16468"/>
                    <a:pt x="1" y="17230"/>
                    <a:pt x="1" y="18044"/>
                  </a:cubicBezTo>
                  <a:cubicBezTo>
                    <a:pt x="1" y="18506"/>
                    <a:pt x="243" y="18961"/>
                    <a:pt x="690" y="19371"/>
                  </a:cubicBezTo>
                  <a:cubicBezTo>
                    <a:pt x="741" y="19423"/>
                    <a:pt x="793" y="19467"/>
                    <a:pt x="844" y="19511"/>
                  </a:cubicBezTo>
                  <a:cubicBezTo>
                    <a:pt x="961" y="19599"/>
                    <a:pt x="1086" y="19701"/>
                    <a:pt x="1225" y="19789"/>
                  </a:cubicBezTo>
                  <a:cubicBezTo>
                    <a:pt x="1878" y="20236"/>
                    <a:pt x="2765" y="20632"/>
                    <a:pt x="3850" y="20977"/>
                  </a:cubicBezTo>
                  <a:cubicBezTo>
                    <a:pt x="4422" y="23044"/>
                    <a:pt x="8454" y="24643"/>
                    <a:pt x="13337" y="24643"/>
                  </a:cubicBezTo>
                  <a:cubicBezTo>
                    <a:pt x="18220" y="24643"/>
                    <a:pt x="22245" y="23037"/>
                    <a:pt x="22825" y="20977"/>
                  </a:cubicBezTo>
                  <a:cubicBezTo>
                    <a:pt x="23902" y="20632"/>
                    <a:pt x="24797" y="20236"/>
                    <a:pt x="25449" y="19789"/>
                  </a:cubicBezTo>
                  <a:cubicBezTo>
                    <a:pt x="25581" y="19701"/>
                    <a:pt x="25713" y="19606"/>
                    <a:pt x="25823" y="19511"/>
                  </a:cubicBezTo>
                  <a:cubicBezTo>
                    <a:pt x="25882" y="19467"/>
                    <a:pt x="25933" y="19415"/>
                    <a:pt x="25985" y="19371"/>
                  </a:cubicBezTo>
                  <a:cubicBezTo>
                    <a:pt x="26432" y="18953"/>
                    <a:pt x="26674" y="18506"/>
                    <a:pt x="26674" y="18044"/>
                  </a:cubicBezTo>
                  <a:cubicBezTo>
                    <a:pt x="26674" y="16622"/>
                    <a:pt x="24416" y="15375"/>
                    <a:pt x="20970" y="14620"/>
                  </a:cubicBezTo>
                  <a:cubicBezTo>
                    <a:pt x="21307" y="14510"/>
                    <a:pt x="21644" y="14378"/>
                    <a:pt x="21967" y="14224"/>
                  </a:cubicBezTo>
                  <a:cubicBezTo>
                    <a:pt x="21967" y="14232"/>
                    <a:pt x="21967" y="14239"/>
                    <a:pt x="21974" y="14246"/>
                  </a:cubicBezTo>
                  <a:cubicBezTo>
                    <a:pt x="21974" y="14250"/>
                    <a:pt x="21978" y="14252"/>
                    <a:pt x="21982" y="14252"/>
                  </a:cubicBezTo>
                  <a:cubicBezTo>
                    <a:pt x="21987" y="14252"/>
                    <a:pt x="21992" y="14250"/>
                    <a:pt x="21996" y="14246"/>
                  </a:cubicBezTo>
                  <a:cubicBezTo>
                    <a:pt x="22003" y="14224"/>
                    <a:pt x="22018" y="14210"/>
                    <a:pt x="22025" y="14195"/>
                  </a:cubicBezTo>
                  <a:cubicBezTo>
                    <a:pt x="22583" y="13924"/>
                    <a:pt x="23096" y="13572"/>
                    <a:pt x="23558" y="13147"/>
                  </a:cubicBezTo>
                  <a:cubicBezTo>
                    <a:pt x="23746" y="12970"/>
                    <a:pt x="23590" y="12681"/>
                    <a:pt x="23365" y="12681"/>
                  </a:cubicBezTo>
                  <a:cubicBezTo>
                    <a:pt x="23328" y="12681"/>
                    <a:pt x="23289" y="12689"/>
                    <a:pt x="23250" y="12707"/>
                  </a:cubicBezTo>
                  <a:cubicBezTo>
                    <a:pt x="22267" y="13132"/>
                    <a:pt x="21234" y="13411"/>
                    <a:pt x="20170" y="13535"/>
                  </a:cubicBezTo>
                  <a:cubicBezTo>
                    <a:pt x="19672" y="13594"/>
                    <a:pt x="19170" y="13623"/>
                    <a:pt x="18668" y="13623"/>
                  </a:cubicBezTo>
                  <a:cubicBezTo>
                    <a:pt x="18107" y="13623"/>
                    <a:pt x="17546" y="13587"/>
                    <a:pt x="16988" y="13513"/>
                  </a:cubicBezTo>
                  <a:cubicBezTo>
                    <a:pt x="16329" y="13425"/>
                    <a:pt x="15683" y="13293"/>
                    <a:pt x="15046" y="13117"/>
                  </a:cubicBezTo>
                  <a:lnTo>
                    <a:pt x="14936" y="13066"/>
                  </a:lnTo>
                  <a:lnTo>
                    <a:pt x="14936" y="13066"/>
                  </a:lnTo>
                  <a:cubicBezTo>
                    <a:pt x="15449" y="13213"/>
                    <a:pt x="15977" y="13315"/>
                    <a:pt x="16512" y="13389"/>
                  </a:cubicBezTo>
                  <a:cubicBezTo>
                    <a:pt x="16948" y="13442"/>
                    <a:pt x="17384" y="13466"/>
                    <a:pt x="17820" y="13466"/>
                  </a:cubicBezTo>
                  <a:cubicBezTo>
                    <a:pt x="17927" y="13466"/>
                    <a:pt x="18033" y="13465"/>
                    <a:pt x="18140" y="13462"/>
                  </a:cubicBezTo>
                  <a:cubicBezTo>
                    <a:pt x="18147" y="13476"/>
                    <a:pt x="18162" y="13484"/>
                    <a:pt x="18169" y="13498"/>
                  </a:cubicBezTo>
                  <a:cubicBezTo>
                    <a:pt x="18173" y="13503"/>
                    <a:pt x="18177" y="13505"/>
                    <a:pt x="18179" y="13505"/>
                  </a:cubicBezTo>
                  <a:cubicBezTo>
                    <a:pt x="18184" y="13505"/>
                    <a:pt x="18184" y="13496"/>
                    <a:pt x="18184" y="13491"/>
                  </a:cubicBezTo>
                  <a:lnTo>
                    <a:pt x="18184" y="13462"/>
                  </a:lnTo>
                  <a:cubicBezTo>
                    <a:pt x="18249" y="13462"/>
                    <a:pt x="18323" y="13455"/>
                    <a:pt x="18389" y="13447"/>
                  </a:cubicBezTo>
                  <a:cubicBezTo>
                    <a:pt x="18396" y="13462"/>
                    <a:pt x="18403" y="13469"/>
                    <a:pt x="18411" y="13476"/>
                  </a:cubicBezTo>
                  <a:cubicBezTo>
                    <a:pt x="18413" y="13479"/>
                    <a:pt x="18415" y="13480"/>
                    <a:pt x="18417" y="13480"/>
                  </a:cubicBezTo>
                  <a:cubicBezTo>
                    <a:pt x="18422" y="13480"/>
                    <a:pt x="18425" y="13474"/>
                    <a:pt x="18425" y="13469"/>
                  </a:cubicBezTo>
                  <a:lnTo>
                    <a:pt x="18425" y="13447"/>
                  </a:lnTo>
                  <a:cubicBezTo>
                    <a:pt x="19056" y="13411"/>
                    <a:pt x="19687" y="13323"/>
                    <a:pt x="20302" y="13183"/>
                  </a:cubicBezTo>
                  <a:cubicBezTo>
                    <a:pt x="20552" y="13132"/>
                    <a:pt x="20794" y="13059"/>
                    <a:pt x="21028" y="12971"/>
                  </a:cubicBezTo>
                  <a:lnTo>
                    <a:pt x="21028" y="13242"/>
                  </a:lnTo>
                  <a:cubicBezTo>
                    <a:pt x="21036" y="13227"/>
                    <a:pt x="21043" y="13213"/>
                    <a:pt x="21050" y="13198"/>
                  </a:cubicBezTo>
                  <a:lnTo>
                    <a:pt x="21050" y="13359"/>
                  </a:lnTo>
                  <a:cubicBezTo>
                    <a:pt x="21124" y="13198"/>
                    <a:pt x="21234" y="13073"/>
                    <a:pt x="21380" y="12978"/>
                  </a:cubicBezTo>
                  <a:cubicBezTo>
                    <a:pt x="21571" y="12853"/>
                    <a:pt x="21783" y="12729"/>
                    <a:pt x="21930" y="12531"/>
                  </a:cubicBezTo>
                  <a:cubicBezTo>
                    <a:pt x="22106" y="12296"/>
                    <a:pt x="22201" y="12010"/>
                    <a:pt x="22201" y="11724"/>
                  </a:cubicBezTo>
                  <a:cubicBezTo>
                    <a:pt x="22319" y="11666"/>
                    <a:pt x="22443" y="11600"/>
                    <a:pt x="22568" y="11541"/>
                  </a:cubicBezTo>
                  <a:cubicBezTo>
                    <a:pt x="22619" y="11504"/>
                    <a:pt x="22671" y="11482"/>
                    <a:pt x="22729" y="11468"/>
                  </a:cubicBezTo>
                  <a:cubicBezTo>
                    <a:pt x="22782" y="11455"/>
                    <a:pt x="22836" y="11450"/>
                    <a:pt x="22891" y="11450"/>
                  </a:cubicBezTo>
                  <a:cubicBezTo>
                    <a:pt x="22935" y="11450"/>
                    <a:pt x="22980" y="11454"/>
                    <a:pt x="23022" y="11460"/>
                  </a:cubicBezTo>
                  <a:lnTo>
                    <a:pt x="23286" y="11482"/>
                  </a:lnTo>
                  <a:lnTo>
                    <a:pt x="23316" y="11211"/>
                  </a:lnTo>
                  <a:lnTo>
                    <a:pt x="23132" y="11145"/>
                  </a:lnTo>
                  <a:cubicBezTo>
                    <a:pt x="22986" y="11079"/>
                    <a:pt x="22832" y="11035"/>
                    <a:pt x="22678" y="11013"/>
                  </a:cubicBezTo>
                  <a:cubicBezTo>
                    <a:pt x="22653" y="11012"/>
                    <a:pt x="22629" y="11011"/>
                    <a:pt x="22605" y="11011"/>
                  </a:cubicBezTo>
                  <a:cubicBezTo>
                    <a:pt x="22485" y="11011"/>
                    <a:pt x="22369" y="11026"/>
                    <a:pt x="22253" y="11057"/>
                  </a:cubicBezTo>
                  <a:lnTo>
                    <a:pt x="22025" y="11101"/>
                  </a:lnTo>
                  <a:cubicBezTo>
                    <a:pt x="22018" y="11101"/>
                    <a:pt x="22011" y="11094"/>
                    <a:pt x="22011" y="11086"/>
                  </a:cubicBezTo>
                  <a:cubicBezTo>
                    <a:pt x="22011" y="11057"/>
                    <a:pt x="21996" y="11028"/>
                    <a:pt x="21967" y="11013"/>
                  </a:cubicBezTo>
                  <a:cubicBezTo>
                    <a:pt x="21937" y="10976"/>
                    <a:pt x="21908" y="10940"/>
                    <a:pt x="21879" y="10903"/>
                  </a:cubicBezTo>
                  <a:cubicBezTo>
                    <a:pt x="21549" y="10514"/>
                    <a:pt x="20999" y="10588"/>
                    <a:pt x="20632" y="10331"/>
                  </a:cubicBezTo>
                  <a:lnTo>
                    <a:pt x="20632" y="10331"/>
                  </a:lnTo>
                  <a:cubicBezTo>
                    <a:pt x="20654" y="10390"/>
                    <a:pt x="20676" y="10456"/>
                    <a:pt x="20698" y="10522"/>
                  </a:cubicBezTo>
                  <a:cubicBezTo>
                    <a:pt x="20493" y="10522"/>
                    <a:pt x="20288" y="10529"/>
                    <a:pt x="20082" y="10558"/>
                  </a:cubicBezTo>
                  <a:cubicBezTo>
                    <a:pt x="18902" y="10683"/>
                    <a:pt x="17736" y="10844"/>
                    <a:pt x="16541" y="10932"/>
                  </a:cubicBezTo>
                  <a:cubicBezTo>
                    <a:pt x="16365" y="10947"/>
                    <a:pt x="16189" y="10954"/>
                    <a:pt x="16013" y="10962"/>
                  </a:cubicBezTo>
                  <a:cubicBezTo>
                    <a:pt x="16453" y="10932"/>
                    <a:pt x="16886" y="10874"/>
                    <a:pt x="17318" y="10786"/>
                  </a:cubicBezTo>
                  <a:cubicBezTo>
                    <a:pt x="18506" y="10514"/>
                    <a:pt x="19643" y="10038"/>
                    <a:pt x="20669" y="9385"/>
                  </a:cubicBezTo>
                  <a:cubicBezTo>
                    <a:pt x="20654" y="9026"/>
                    <a:pt x="20537" y="8674"/>
                    <a:pt x="20339" y="8374"/>
                  </a:cubicBezTo>
                  <a:cubicBezTo>
                    <a:pt x="20016" y="7897"/>
                    <a:pt x="19525" y="7589"/>
                    <a:pt x="19012" y="7413"/>
                  </a:cubicBezTo>
                  <a:cubicBezTo>
                    <a:pt x="18799" y="7340"/>
                    <a:pt x="18587" y="7288"/>
                    <a:pt x="18374" y="7244"/>
                  </a:cubicBezTo>
                  <a:cubicBezTo>
                    <a:pt x="17956" y="7325"/>
                    <a:pt x="17538" y="7391"/>
                    <a:pt x="17113" y="7428"/>
                  </a:cubicBezTo>
                  <a:lnTo>
                    <a:pt x="17084" y="7428"/>
                  </a:lnTo>
                  <a:cubicBezTo>
                    <a:pt x="18022" y="7156"/>
                    <a:pt x="18697" y="6511"/>
                    <a:pt x="18785" y="5705"/>
                  </a:cubicBezTo>
                  <a:cubicBezTo>
                    <a:pt x="18909" y="4510"/>
                    <a:pt x="17707" y="3410"/>
                    <a:pt x="16109" y="3249"/>
                  </a:cubicBezTo>
                  <a:cubicBezTo>
                    <a:pt x="16043" y="3241"/>
                    <a:pt x="15977" y="3234"/>
                    <a:pt x="15911" y="3234"/>
                  </a:cubicBezTo>
                  <a:cubicBezTo>
                    <a:pt x="16057" y="2156"/>
                    <a:pt x="16197" y="1078"/>
                    <a:pt x="16329" y="1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47625" dir="2760000" algn="bl" rotWithShape="0">
                <a:schemeClr val="dk2">
                  <a:alpha val="2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3" name="Google Shape;1063;p37"/>
            <p:cNvGrpSpPr/>
            <p:nvPr/>
          </p:nvGrpSpPr>
          <p:grpSpPr>
            <a:xfrm>
              <a:off x="796842" y="3638218"/>
              <a:ext cx="959397" cy="860882"/>
              <a:chOff x="1074875" y="2543700"/>
              <a:chExt cx="666850" cy="598375"/>
            </a:xfrm>
          </p:grpSpPr>
          <p:sp>
            <p:nvSpPr>
              <p:cNvPr id="1064" name="Google Shape;1064;p37"/>
              <p:cNvSpPr/>
              <p:nvPr/>
            </p:nvSpPr>
            <p:spPr>
              <a:xfrm>
                <a:off x="1448325" y="2543700"/>
                <a:ext cx="37275" cy="232375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9295" extrusionOk="0">
                    <a:moveTo>
                      <a:pt x="1389" y="0"/>
                    </a:moveTo>
                    <a:cubicBezTo>
                      <a:pt x="1347" y="0"/>
                      <a:pt x="1305" y="25"/>
                      <a:pt x="1295" y="77"/>
                    </a:cubicBezTo>
                    <a:cubicBezTo>
                      <a:pt x="980" y="1610"/>
                      <a:pt x="855" y="3186"/>
                      <a:pt x="635" y="4733"/>
                    </a:cubicBezTo>
                    <a:cubicBezTo>
                      <a:pt x="423" y="6236"/>
                      <a:pt x="188" y="7739"/>
                      <a:pt x="5" y="9242"/>
                    </a:cubicBezTo>
                    <a:cubicBezTo>
                      <a:pt x="1" y="9275"/>
                      <a:pt x="31" y="9294"/>
                      <a:pt x="60" y="9294"/>
                    </a:cubicBezTo>
                    <a:cubicBezTo>
                      <a:pt x="83" y="9294"/>
                      <a:pt x="104" y="9282"/>
                      <a:pt x="108" y="9257"/>
                    </a:cubicBezTo>
                    <a:cubicBezTo>
                      <a:pt x="445" y="7724"/>
                      <a:pt x="694" y="6177"/>
                      <a:pt x="921" y="4630"/>
                    </a:cubicBezTo>
                    <a:cubicBezTo>
                      <a:pt x="1141" y="3135"/>
                      <a:pt x="1427" y="1617"/>
                      <a:pt x="1479" y="107"/>
                    </a:cubicBezTo>
                    <a:cubicBezTo>
                      <a:pt x="1491" y="38"/>
                      <a:pt x="1440" y="0"/>
                      <a:pt x="13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7"/>
              <p:cNvSpPr/>
              <p:nvPr/>
            </p:nvSpPr>
            <p:spPr>
              <a:xfrm>
                <a:off x="1169275" y="2973075"/>
                <a:ext cx="477875" cy="169000"/>
              </a:xfrm>
              <a:custGeom>
                <a:avLst/>
                <a:gdLst/>
                <a:ahLst/>
                <a:cxnLst/>
                <a:rect l="l" t="t" r="r" b="b"/>
                <a:pathLst>
                  <a:path w="19115" h="6760" extrusionOk="0">
                    <a:moveTo>
                      <a:pt x="9561" y="0"/>
                    </a:moveTo>
                    <a:cubicBezTo>
                      <a:pt x="4282" y="0"/>
                      <a:pt x="1" y="1510"/>
                      <a:pt x="1" y="3380"/>
                    </a:cubicBezTo>
                    <a:cubicBezTo>
                      <a:pt x="1" y="5242"/>
                      <a:pt x="4282" y="6760"/>
                      <a:pt x="9561" y="6760"/>
                    </a:cubicBezTo>
                    <a:cubicBezTo>
                      <a:pt x="14840" y="6760"/>
                      <a:pt x="19115" y="5242"/>
                      <a:pt x="19115" y="3380"/>
                    </a:cubicBezTo>
                    <a:cubicBezTo>
                      <a:pt x="19115" y="1510"/>
                      <a:pt x="14840" y="0"/>
                      <a:pt x="95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7"/>
              <p:cNvSpPr/>
              <p:nvPr/>
            </p:nvSpPr>
            <p:spPr>
              <a:xfrm>
                <a:off x="1169275" y="3006250"/>
                <a:ext cx="477875" cy="112750"/>
              </a:xfrm>
              <a:custGeom>
                <a:avLst/>
                <a:gdLst/>
                <a:ahLst/>
                <a:cxnLst/>
                <a:rect l="l" t="t" r="r" b="b"/>
                <a:pathLst>
                  <a:path w="19115" h="4510" extrusionOk="0">
                    <a:moveTo>
                      <a:pt x="9561" y="0"/>
                    </a:moveTo>
                    <a:cubicBezTo>
                      <a:pt x="4282" y="0"/>
                      <a:pt x="1" y="1012"/>
                      <a:pt x="1" y="2258"/>
                    </a:cubicBezTo>
                    <a:cubicBezTo>
                      <a:pt x="1" y="3505"/>
                      <a:pt x="4282" y="4509"/>
                      <a:pt x="9561" y="4509"/>
                    </a:cubicBezTo>
                    <a:cubicBezTo>
                      <a:pt x="14840" y="4509"/>
                      <a:pt x="19115" y="3505"/>
                      <a:pt x="19115" y="2258"/>
                    </a:cubicBezTo>
                    <a:cubicBezTo>
                      <a:pt x="19115" y="1012"/>
                      <a:pt x="14840" y="0"/>
                      <a:pt x="9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7"/>
              <p:cNvSpPr/>
              <p:nvPr/>
            </p:nvSpPr>
            <p:spPr>
              <a:xfrm>
                <a:off x="1074875" y="2892425"/>
                <a:ext cx="666850" cy="208775"/>
              </a:xfrm>
              <a:custGeom>
                <a:avLst/>
                <a:gdLst/>
                <a:ahLst/>
                <a:cxnLst/>
                <a:rect l="l" t="t" r="r" b="b"/>
                <a:pathLst>
                  <a:path w="26674" h="8351" extrusionOk="0">
                    <a:moveTo>
                      <a:pt x="13337" y="0"/>
                    </a:moveTo>
                    <a:cubicBezTo>
                      <a:pt x="5969" y="0"/>
                      <a:pt x="1" y="1870"/>
                      <a:pt x="1" y="4179"/>
                    </a:cubicBezTo>
                    <a:cubicBezTo>
                      <a:pt x="1" y="6481"/>
                      <a:pt x="5969" y="8351"/>
                      <a:pt x="13337" y="8351"/>
                    </a:cubicBezTo>
                    <a:cubicBezTo>
                      <a:pt x="20698" y="8351"/>
                      <a:pt x="26674" y="6481"/>
                      <a:pt x="26674" y="4179"/>
                    </a:cubicBezTo>
                    <a:cubicBezTo>
                      <a:pt x="26674" y="1870"/>
                      <a:pt x="20698" y="0"/>
                      <a:pt x="133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7"/>
              <p:cNvSpPr/>
              <p:nvPr/>
            </p:nvSpPr>
            <p:spPr>
              <a:xfrm>
                <a:off x="1074875" y="2892425"/>
                <a:ext cx="666850" cy="208775"/>
              </a:xfrm>
              <a:custGeom>
                <a:avLst/>
                <a:gdLst/>
                <a:ahLst/>
                <a:cxnLst/>
                <a:rect l="l" t="t" r="r" b="b"/>
                <a:pathLst>
                  <a:path w="26674" h="8351" extrusionOk="0">
                    <a:moveTo>
                      <a:pt x="13337" y="0"/>
                    </a:moveTo>
                    <a:cubicBezTo>
                      <a:pt x="5969" y="0"/>
                      <a:pt x="1" y="1870"/>
                      <a:pt x="1" y="4179"/>
                    </a:cubicBezTo>
                    <a:cubicBezTo>
                      <a:pt x="1" y="6481"/>
                      <a:pt x="5969" y="8351"/>
                      <a:pt x="13337" y="8351"/>
                    </a:cubicBezTo>
                    <a:cubicBezTo>
                      <a:pt x="20698" y="8351"/>
                      <a:pt x="26674" y="6481"/>
                      <a:pt x="26674" y="4179"/>
                    </a:cubicBezTo>
                    <a:cubicBezTo>
                      <a:pt x="26674" y="1870"/>
                      <a:pt x="20698" y="0"/>
                      <a:pt x="133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7"/>
              <p:cNvSpPr/>
              <p:nvPr/>
            </p:nvSpPr>
            <p:spPr>
              <a:xfrm>
                <a:off x="1193300" y="2983875"/>
                <a:ext cx="430025" cy="82875"/>
              </a:xfrm>
              <a:custGeom>
                <a:avLst/>
                <a:gdLst/>
                <a:ahLst/>
                <a:cxnLst/>
                <a:rect l="l" t="t" r="r" b="b"/>
                <a:pathLst>
                  <a:path w="17201" h="3315" extrusionOk="0">
                    <a:moveTo>
                      <a:pt x="8600" y="1"/>
                    </a:moveTo>
                    <a:cubicBezTo>
                      <a:pt x="3849" y="1"/>
                      <a:pt x="0" y="741"/>
                      <a:pt x="0" y="1658"/>
                    </a:cubicBezTo>
                    <a:cubicBezTo>
                      <a:pt x="0" y="2567"/>
                      <a:pt x="3849" y="3315"/>
                      <a:pt x="8600" y="3315"/>
                    </a:cubicBezTo>
                    <a:cubicBezTo>
                      <a:pt x="13351" y="3315"/>
                      <a:pt x="17200" y="2567"/>
                      <a:pt x="17200" y="1658"/>
                    </a:cubicBezTo>
                    <a:cubicBezTo>
                      <a:pt x="17200" y="741"/>
                      <a:pt x="13351" y="1"/>
                      <a:pt x="86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7"/>
              <p:cNvSpPr/>
              <p:nvPr/>
            </p:nvSpPr>
            <p:spPr>
              <a:xfrm>
                <a:off x="1193300" y="2983875"/>
                <a:ext cx="430025" cy="82875"/>
              </a:xfrm>
              <a:custGeom>
                <a:avLst/>
                <a:gdLst/>
                <a:ahLst/>
                <a:cxnLst/>
                <a:rect l="l" t="t" r="r" b="b"/>
                <a:pathLst>
                  <a:path w="17201" h="3315" extrusionOk="0">
                    <a:moveTo>
                      <a:pt x="8600" y="1"/>
                    </a:moveTo>
                    <a:cubicBezTo>
                      <a:pt x="3849" y="1"/>
                      <a:pt x="0" y="741"/>
                      <a:pt x="0" y="1658"/>
                    </a:cubicBezTo>
                    <a:cubicBezTo>
                      <a:pt x="0" y="2567"/>
                      <a:pt x="3849" y="3315"/>
                      <a:pt x="8600" y="3315"/>
                    </a:cubicBezTo>
                    <a:cubicBezTo>
                      <a:pt x="13351" y="3315"/>
                      <a:pt x="17200" y="2567"/>
                      <a:pt x="17200" y="1658"/>
                    </a:cubicBezTo>
                    <a:cubicBezTo>
                      <a:pt x="17200" y="741"/>
                      <a:pt x="13351" y="1"/>
                      <a:pt x="86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7"/>
              <p:cNvSpPr/>
              <p:nvPr/>
            </p:nvSpPr>
            <p:spPr>
              <a:xfrm>
                <a:off x="1074875" y="2892425"/>
                <a:ext cx="666850" cy="208775"/>
              </a:xfrm>
              <a:custGeom>
                <a:avLst/>
                <a:gdLst/>
                <a:ahLst/>
                <a:cxnLst/>
                <a:rect l="l" t="t" r="r" b="b"/>
                <a:pathLst>
                  <a:path w="26674" h="8351" extrusionOk="0">
                    <a:moveTo>
                      <a:pt x="13337" y="1049"/>
                    </a:moveTo>
                    <a:cubicBezTo>
                      <a:pt x="16798" y="1049"/>
                      <a:pt x="20031" y="1466"/>
                      <a:pt x="22458" y="2222"/>
                    </a:cubicBezTo>
                    <a:cubicBezTo>
                      <a:pt x="24782" y="2955"/>
                      <a:pt x="25625" y="3791"/>
                      <a:pt x="25625" y="4179"/>
                    </a:cubicBezTo>
                    <a:cubicBezTo>
                      <a:pt x="25625" y="4568"/>
                      <a:pt x="24782" y="5404"/>
                      <a:pt x="22458" y="6129"/>
                    </a:cubicBezTo>
                    <a:cubicBezTo>
                      <a:pt x="20038" y="6892"/>
                      <a:pt x="16798" y="7310"/>
                      <a:pt x="13337" y="7310"/>
                    </a:cubicBezTo>
                    <a:cubicBezTo>
                      <a:pt x="9877" y="7310"/>
                      <a:pt x="6636" y="6892"/>
                      <a:pt x="4216" y="6129"/>
                    </a:cubicBezTo>
                    <a:cubicBezTo>
                      <a:pt x="1885" y="5404"/>
                      <a:pt x="1042" y="4560"/>
                      <a:pt x="1042" y="4179"/>
                    </a:cubicBezTo>
                    <a:cubicBezTo>
                      <a:pt x="1042" y="3791"/>
                      <a:pt x="1885" y="2947"/>
                      <a:pt x="4216" y="2222"/>
                    </a:cubicBezTo>
                    <a:cubicBezTo>
                      <a:pt x="6636" y="1466"/>
                      <a:pt x="9877" y="1049"/>
                      <a:pt x="13337" y="1049"/>
                    </a:cubicBezTo>
                    <a:close/>
                    <a:moveTo>
                      <a:pt x="13337" y="0"/>
                    </a:moveTo>
                    <a:cubicBezTo>
                      <a:pt x="5969" y="0"/>
                      <a:pt x="1" y="1870"/>
                      <a:pt x="1" y="4179"/>
                    </a:cubicBezTo>
                    <a:cubicBezTo>
                      <a:pt x="1" y="6481"/>
                      <a:pt x="5969" y="8351"/>
                      <a:pt x="13337" y="8351"/>
                    </a:cubicBezTo>
                    <a:cubicBezTo>
                      <a:pt x="20706" y="8351"/>
                      <a:pt x="26674" y="6481"/>
                      <a:pt x="26674" y="4179"/>
                    </a:cubicBezTo>
                    <a:cubicBezTo>
                      <a:pt x="26674" y="1877"/>
                      <a:pt x="20706" y="0"/>
                      <a:pt x="133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7"/>
              <p:cNvSpPr/>
              <p:nvPr/>
            </p:nvSpPr>
            <p:spPr>
              <a:xfrm>
                <a:off x="1580950" y="2960725"/>
                <a:ext cx="1391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66" h="3556" extrusionOk="0">
                    <a:moveTo>
                      <a:pt x="5425" y="1"/>
                    </a:moveTo>
                    <a:cubicBezTo>
                      <a:pt x="5369" y="1"/>
                      <a:pt x="5307" y="19"/>
                      <a:pt x="5258" y="40"/>
                    </a:cubicBezTo>
                    <a:cubicBezTo>
                      <a:pt x="4011" y="648"/>
                      <a:pt x="2801" y="1323"/>
                      <a:pt x="1643" y="2070"/>
                    </a:cubicBezTo>
                    <a:cubicBezTo>
                      <a:pt x="1966" y="1748"/>
                      <a:pt x="2252" y="1389"/>
                      <a:pt x="2501" y="1007"/>
                    </a:cubicBezTo>
                    <a:cubicBezTo>
                      <a:pt x="2530" y="978"/>
                      <a:pt x="2538" y="941"/>
                      <a:pt x="2530" y="905"/>
                    </a:cubicBezTo>
                    <a:cubicBezTo>
                      <a:pt x="2520" y="884"/>
                      <a:pt x="2498" y="876"/>
                      <a:pt x="2473" y="876"/>
                    </a:cubicBezTo>
                    <a:cubicBezTo>
                      <a:pt x="2445" y="876"/>
                      <a:pt x="2414" y="886"/>
                      <a:pt x="2391" y="897"/>
                    </a:cubicBezTo>
                    <a:cubicBezTo>
                      <a:pt x="1401" y="1425"/>
                      <a:pt x="573" y="2217"/>
                      <a:pt x="1" y="3185"/>
                    </a:cubicBezTo>
                    <a:cubicBezTo>
                      <a:pt x="620" y="3429"/>
                      <a:pt x="1271" y="3555"/>
                      <a:pt x="1932" y="3555"/>
                    </a:cubicBezTo>
                    <a:cubicBezTo>
                      <a:pt x="2046" y="3555"/>
                      <a:pt x="2160" y="3552"/>
                      <a:pt x="2274" y="3544"/>
                    </a:cubicBezTo>
                    <a:cubicBezTo>
                      <a:pt x="2420" y="3537"/>
                      <a:pt x="2567" y="3507"/>
                      <a:pt x="2699" y="3449"/>
                    </a:cubicBezTo>
                    <a:cubicBezTo>
                      <a:pt x="2750" y="3434"/>
                      <a:pt x="2787" y="3405"/>
                      <a:pt x="2816" y="3361"/>
                    </a:cubicBezTo>
                    <a:cubicBezTo>
                      <a:pt x="2845" y="3280"/>
                      <a:pt x="2831" y="3192"/>
                      <a:pt x="2765" y="3134"/>
                    </a:cubicBezTo>
                    <a:cubicBezTo>
                      <a:pt x="2706" y="3082"/>
                      <a:pt x="2633" y="3053"/>
                      <a:pt x="2560" y="3031"/>
                    </a:cubicBezTo>
                    <a:cubicBezTo>
                      <a:pt x="2486" y="3016"/>
                      <a:pt x="2420" y="3002"/>
                      <a:pt x="2347" y="2987"/>
                    </a:cubicBezTo>
                    <a:cubicBezTo>
                      <a:pt x="2743" y="2958"/>
                      <a:pt x="3139" y="2884"/>
                      <a:pt x="3527" y="2767"/>
                    </a:cubicBezTo>
                    <a:cubicBezTo>
                      <a:pt x="3718" y="2716"/>
                      <a:pt x="3909" y="2628"/>
                      <a:pt x="4077" y="2510"/>
                    </a:cubicBezTo>
                    <a:cubicBezTo>
                      <a:pt x="4129" y="2481"/>
                      <a:pt x="4165" y="2430"/>
                      <a:pt x="4173" y="2371"/>
                    </a:cubicBezTo>
                    <a:cubicBezTo>
                      <a:pt x="4180" y="2298"/>
                      <a:pt x="4136" y="2232"/>
                      <a:pt x="4070" y="2210"/>
                    </a:cubicBezTo>
                    <a:cubicBezTo>
                      <a:pt x="4027" y="2196"/>
                      <a:pt x="3985" y="2187"/>
                      <a:pt x="3942" y="2187"/>
                    </a:cubicBezTo>
                    <a:cubicBezTo>
                      <a:pt x="3919" y="2187"/>
                      <a:pt x="3895" y="2190"/>
                      <a:pt x="3872" y="2195"/>
                    </a:cubicBezTo>
                    <a:cubicBezTo>
                      <a:pt x="3271" y="2246"/>
                      <a:pt x="2669" y="2334"/>
                      <a:pt x="2083" y="2466"/>
                    </a:cubicBezTo>
                    <a:cubicBezTo>
                      <a:pt x="3139" y="2041"/>
                      <a:pt x="4158" y="1506"/>
                      <a:pt x="5052" y="765"/>
                    </a:cubicBezTo>
                    <a:cubicBezTo>
                      <a:pt x="5243" y="619"/>
                      <a:pt x="5404" y="435"/>
                      <a:pt x="5529" y="230"/>
                    </a:cubicBezTo>
                    <a:cubicBezTo>
                      <a:pt x="5558" y="186"/>
                      <a:pt x="5566" y="135"/>
                      <a:pt x="5558" y="83"/>
                    </a:cubicBezTo>
                    <a:cubicBezTo>
                      <a:pt x="5539" y="22"/>
                      <a:pt x="5486" y="1"/>
                      <a:pt x="54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7"/>
              <p:cNvSpPr/>
              <p:nvPr/>
            </p:nvSpPr>
            <p:spPr>
              <a:xfrm>
                <a:off x="1600575" y="3034400"/>
                <a:ext cx="38325" cy="3800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152" extrusionOk="0">
                    <a:moveTo>
                      <a:pt x="317" y="0"/>
                    </a:moveTo>
                    <a:cubicBezTo>
                      <a:pt x="216" y="0"/>
                      <a:pt x="115" y="8"/>
                      <a:pt x="15" y="33"/>
                    </a:cubicBezTo>
                    <a:cubicBezTo>
                      <a:pt x="0" y="33"/>
                      <a:pt x="8" y="55"/>
                      <a:pt x="15" y="62"/>
                    </a:cubicBezTo>
                    <a:lnTo>
                      <a:pt x="22" y="62"/>
                    </a:lnTo>
                    <a:cubicBezTo>
                      <a:pt x="235" y="135"/>
                      <a:pt x="477" y="121"/>
                      <a:pt x="697" y="128"/>
                    </a:cubicBezTo>
                    <a:cubicBezTo>
                      <a:pt x="912" y="140"/>
                      <a:pt x="1123" y="152"/>
                      <a:pt x="1337" y="152"/>
                    </a:cubicBezTo>
                    <a:cubicBezTo>
                      <a:pt x="1385" y="152"/>
                      <a:pt x="1433" y="151"/>
                      <a:pt x="1481" y="150"/>
                    </a:cubicBezTo>
                    <a:cubicBezTo>
                      <a:pt x="1525" y="150"/>
                      <a:pt x="1533" y="84"/>
                      <a:pt x="1489" y="77"/>
                    </a:cubicBezTo>
                    <a:cubicBezTo>
                      <a:pt x="1247" y="47"/>
                      <a:pt x="997" y="40"/>
                      <a:pt x="748" y="25"/>
                    </a:cubicBezTo>
                    <a:cubicBezTo>
                      <a:pt x="606" y="17"/>
                      <a:pt x="461" y="0"/>
                      <a:pt x="317" y="0"/>
                    </a:cubicBezTo>
                    <a:close/>
                  </a:path>
                </a:pathLst>
              </a:custGeom>
              <a:solidFill>
                <a:srgbClr val="8BA1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7"/>
              <p:cNvSpPr/>
              <p:nvPr/>
            </p:nvSpPr>
            <p:spPr>
              <a:xfrm>
                <a:off x="1623300" y="3021825"/>
                <a:ext cx="44750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145" extrusionOk="0">
                    <a:moveTo>
                      <a:pt x="1760" y="0"/>
                    </a:moveTo>
                    <a:cubicBezTo>
                      <a:pt x="1181" y="37"/>
                      <a:pt x="609" y="59"/>
                      <a:pt x="30" y="66"/>
                    </a:cubicBezTo>
                    <a:cubicBezTo>
                      <a:pt x="0" y="66"/>
                      <a:pt x="0" y="110"/>
                      <a:pt x="30" y="118"/>
                    </a:cubicBezTo>
                    <a:cubicBezTo>
                      <a:pt x="229" y="135"/>
                      <a:pt x="429" y="144"/>
                      <a:pt x="629" y="144"/>
                    </a:cubicBezTo>
                    <a:cubicBezTo>
                      <a:pt x="1011" y="144"/>
                      <a:pt x="1392" y="112"/>
                      <a:pt x="1767" y="44"/>
                    </a:cubicBezTo>
                    <a:cubicBezTo>
                      <a:pt x="1789" y="37"/>
                      <a:pt x="1782" y="0"/>
                      <a:pt x="17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7"/>
              <p:cNvSpPr/>
              <p:nvPr/>
            </p:nvSpPr>
            <p:spPr>
              <a:xfrm>
                <a:off x="1645400" y="2982500"/>
                <a:ext cx="42525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1049" extrusionOk="0">
                    <a:moveTo>
                      <a:pt x="1666" y="1"/>
                    </a:moveTo>
                    <a:cubicBezTo>
                      <a:pt x="1662" y="1"/>
                      <a:pt x="1658" y="2"/>
                      <a:pt x="1653" y="4"/>
                    </a:cubicBezTo>
                    <a:cubicBezTo>
                      <a:pt x="1103" y="334"/>
                      <a:pt x="561" y="664"/>
                      <a:pt x="26" y="1001"/>
                    </a:cubicBezTo>
                    <a:cubicBezTo>
                      <a:pt x="1" y="1020"/>
                      <a:pt x="18" y="1049"/>
                      <a:pt x="41" y="1049"/>
                    </a:cubicBezTo>
                    <a:cubicBezTo>
                      <a:pt x="46" y="1049"/>
                      <a:pt x="50" y="1048"/>
                      <a:pt x="55" y="1045"/>
                    </a:cubicBezTo>
                    <a:cubicBezTo>
                      <a:pt x="627" y="760"/>
                      <a:pt x="1169" y="430"/>
                      <a:pt x="1682" y="48"/>
                    </a:cubicBezTo>
                    <a:cubicBezTo>
                      <a:pt x="1701" y="30"/>
                      <a:pt x="1688" y="1"/>
                      <a:pt x="16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7"/>
              <p:cNvSpPr/>
              <p:nvPr/>
            </p:nvSpPr>
            <p:spPr>
              <a:xfrm>
                <a:off x="1600750" y="3000300"/>
                <a:ext cx="25150" cy="32175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1287" extrusionOk="0">
                    <a:moveTo>
                      <a:pt x="941" y="0"/>
                    </a:moveTo>
                    <a:cubicBezTo>
                      <a:pt x="930" y="0"/>
                      <a:pt x="919" y="4"/>
                      <a:pt x="910" y="11"/>
                    </a:cubicBezTo>
                    <a:cubicBezTo>
                      <a:pt x="543" y="363"/>
                      <a:pt x="235" y="773"/>
                      <a:pt x="8" y="1235"/>
                    </a:cubicBezTo>
                    <a:cubicBezTo>
                      <a:pt x="1" y="1250"/>
                      <a:pt x="8" y="1265"/>
                      <a:pt x="23" y="1272"/>
                    </a:cubicBezTo>
                    <a:lnTo>
                      <a:pt x="67" y="1287"/>
                    </a:lnTo>
                    <a:cubicBezTo>
                      <a:pt x="74" y="1287"/>
                      <a:pt x="81" y="1279"/>
                      <a:pt x="74" y="1272"/>
                    </a:cubicBezTo>
                    <a:lnTo>
                      <a:pt x="81" y="1272"/>
                    </a:lnTo>
                    <a:cubicBezTo>
                      <a:pt x="37" y="1206"/>
                      <a:pt x="484" y="715"/>
                      <a:pt x="543" y="641"/>
                    </a:cubicBezTo>
                    <a:cubicBezTo>
                      <a:pt x="697" y="451"/>
                      <a:pt x="851" y="260"/>
                      <a:pt x="983" y="62"/>
                    </a:cubicBezTo>
                    <a:cubicBezTo>
                      <a:pt x="1005" y="29"/>
                      <a:pt x="973" y="0"/>
                      <a:pt x="941" y="0"/>
                    </a:cubicBezTo>
                    <a:close/>
                  </a:path>
                </a:pathLst>
              </a:custGeom>
              <a:solidFill>
                <a:srgbClr val="8BA1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7"/>
              <p:cNvSpPr/>
              <p:nvPr/>
            </p:nvSpPr>
            <p:spPr>
              <a:xfrm>
                <a:off x="1553875" y="3009225"/>
                <a:ext cx="91825" cy="41600"/>
              </a:xfrm>
              <a:custGeom>
                <a:avLst/>
                <a:gdLst/>
                <a:ahLst/>
                <a:cxnLst/>
                <a:rect l="l" t="t" r="r" b="b"/>
                <a:pathLst>
                  <a:path w="3673" h="1664" extrusionOk="0">
                    <a:moveTo>
                      <a:pt x="3631" y="0"/>
                    </a:moveTo>
                    <a:cubicBezTo>
                      <a:pt x="3626" y="0"/>
                      <a:pt x="3620" y="2"/>
                      <a:pt x="3613" y="6"/>
                    </a:cubicBezTo>
                    <a:cubicBezTo>
                      <a:pt x="3019" y="336"/>
                      <a:pt x="2418" y="644"/>
                      <a:pt x="1795" y="915"/>
                    </a:cubicBezTo>
                    <a:cubicBezTo>
                      <a:pt x="1223" y="1164"/>
                      <a:pt x="622" y="1333"/>
                      <a:pt x="43" y="1575"/>
                    </a:cubicBezTo>
                    <a:cubicBezTo>
                      <a:pt x="1" y="1596"/>
                      <a:pt x="5" y="1663"/>
                      <a:pt x="50" y="1663"/>
                    </a:cubicBezTo>
                    <a:cubicBezTo>
                      <a:pt x="53" y="1663"/>
                      <a:pt x="55" y="1663"/>
                      <a:pt x="57" y="1663"/>
                    </a:cubicBezTo>
                    <a:cubicBezTo>
                      <a:pt x="1326" y="1465"/>
                      <a:pt x="2616" y="790"/>
                      <a:pt x="3643" y="50"/>
                    </a:cubicBezTo>
                    <a:cubicBezTo>
                      <a:pt x="3673" y="38"/>
                      <a:pt x="3658" y="0"/>
                      <a:pt x="3631" y="0"/>
                    </a:cubicBezTo>
                    <a:close/>
                  </a:path>
                </a:pathLst>
              </a:custGeom>
              <a:solidFill>
                <a:srgbClr val="8BA1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7"/>
              <p:cNvSpPr/>
              <p:nvPr/>
            </p:nvSpPr>
            <p:spPr>
              <a:xfrm>
                <a:off x="1553875" y="3009225"/>
                <a:ext cx="91825" cy="41600"/>
              </a:xfrm>
              <a:custGeom>
                <a:avLst/>
                <a:gdLst/>
                <a:ahLst/>
                <a:cxnLst/>
                <a:rect l="l" t="t" r="r" b="b"/>
                <a:pathLst>
                  <a:path w="3673" h="1664" extrusionOk="0">
                    <a:moveTo>
                      <a:pt x="3631" y="0"/>
                    </a:moveTo>
                    <a:cubicBezTo>
                      <a:pt x="3626" y="0"/>
                      <a:pt x="3620" y="2"/>
                      <a:pt x="3613" y="6"/>
                    </a:cubicBezTo>
                    <a:cubicBezTo>
                      <a:pt x="3019" y="336"/>
                      <a:pt x="2418" y="644"/>
                      <a:pt x="1795" y="915"/>
                    </a:cubicBezTo>
                    <a:cubicBezTo>
                      <a:pt x="1223" y="1164"/>
                      <a:pt x="622" y="1333"/>
                      <a:pt x="43" y="1575"/>
                    </a:cubicBezTo>
                    <a:cubicBezTo>
                      <a:pt x="1" y="1596"/>
                      <a:pt x="5" y="1663"/>
                      <a:pt x="50" y="1663"/>
                    </a:cubicBezTo>
                    <a:cubicBezTo>
                      <a:pt x="53" y="1663"/>
                      <a:pt x="55" y="1663"/>
                      <a:pt x="57" y="1663"/>
                    </a:cubicBezTo>
                    <a:cubicBezTo>
                      <a:pt x="1326" y="1465"/>
                      <a:pt x="2616" y="790"/>
                      <a:pt x="3643" y="50"/>
                    </a:cubicBezTo>
                    <a:cubicBezTo>
                      <a:pt x="3673" y="38"/>
                      <a:pt x="3658" y="0"/>
                      <a:pt x="36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7"/>
              <p:cNvSpPr/>
              <p:nvPr/>
            </p:nvSpPr>
            <p:spPr>
              <a:xfrm>
                <a:off x="1121975" y="2930500"/>
                <a:ext cx="130550" cy="97975"/>
              </a:xfrm>
              <a:custGeom>
                <a:avLst/>
                <a:gdLst/>
                <a:ahLst/>
                <a:cxnLst/>
                <a:rect l="l" t="t" r="r" b="b"/>
                <a:pathLst>
                  <a:path w="5222" h="3919" extrusionOk="0">
                    <a:moveTo>
                      <a:pt x="129" y="0"/>
                    </a:moveTo>
                    <a:cubicBezTo>
                      <a:pt x="79" y="0"/>
                      <a:pt x="35" y="19"/>
                      <a:pt x="16" y="68"/>
                    </a:cubicBezTo>
                    <a:cubicBezTo>
                      <a:pt x="1" y="119"/>
                      <a:pt x="8" y="171"/>
                      <a:pt x="38" y="222"/>
                    </a:cubicBezTo>
                    <a:cubicBezTo>
                      <a:pt x="133" y="435"/>
                      <a:pt x="280" y="633"/>
                      <a:pt x="456" y="794"/>
                    </a:cubicBezTo>
                    <a:cubicBezTo>
                      <a:pt x="1262" y="1622"/>
                      <a:pt x="2223" y="2260"/>
                      <a:pt x="3234" y="2796"/>
                    </a:cubicBezTo>
                    <a:cubicBezTo>
                      <a:pt x="2655" y="2605"/>
                      <a:pt x="2076" y="2451"/>
                      <a:pt x="1482" y="2341"/>
                    </a:cubicBezTo>
                    <a:cubicBezTo>
                      <a:pt x="1446" y="2329"/>
                      <a:pt x="1409" y="2323"/>
                      <a:pt x="1373" y="2323"/>
                    </a:cubicBezTo>
                    <a:cubicBezTo>
                      <a:pt x="1343" y="2323"/>
                      <a:pt x="1314" y="2327"/>
                      <a:pt x="1284" y="2334"/>
                    </a:cubicBezTo>
                    <a:cubicBezTo>
                      <a:pt x="1218" y="2356"/>
                      <a:pt x="1167" y="2414"/>
                      <a:pt x="1159" y="2488"/>
                    </a:cubicBezTo>
                    <a:cubicBezTo>
                      <a:pt x="1167" y="2546"/>
                      <a:pt x="1196" y="2598"/>
                      <a:pt x="1247" y="2634"/>
                    </a:cubicBezTo>
                    <a:cubicBezTo>
                      <a:pt x="1401" y="2766"/>
                      <a:pt x="1577" y="2869"/>
                      <a:pt x="1768" y="2942"/>
                    </a:cubicBezTo>
                    <a:cubicBezTo>
                      <a:pt x="2135" y="3096"/>
                      <a:pt x="2523" y="3213"/>
                      <a:pt x="2912" y="3287"/>
                    </a:cubicBezTo>
                    <a:cubicBezTo>
                      <a:pt x="2846" y="3294"/>
                      <a:pt x="2772" y="3301"/>
                      <a:pt x="2699" y="3309"/>
                    </a:cubicBezTo>
                    <a:cubicBezTo>
                      <a:pt x="2618" y="3316"/>
                      <a:pt x="2545" y="3345"/>
                      <a:pt x="2479" y="3389"/>
                    </a:cubicBezTo>
                    <a:cubicBezTo>
                      <a:pt x="2413" y="3441"/>
                      <a:pt x="2384" y="3529"/>
                      <a:pt x="2406" y="3609"/>
                    </a:cubicBezTo>
                    <a:cubicBezTo>
                      <a:pt x="2428" y="3653"/>
                      <a:pt x="2472" y="3690"/>
                      <a:pt x="2516" y="3712"/>
                    </a:cubicBezTo>
                    <a:cubicBezTo>
                      <a:pt x="2648" y="3785"/>
                      <a:pt x="2787" y="3829"/>
                      <a:pt x="2934" y="3844"/>
                    </a:cubicBezTo>
                    <a:cubicBezTo>
                      <a:pt x="3224" y="3894"/>
                      <a:pt x="3517" y="3919"/>
                      <a:pt x="3809" y="3919"/>
                    </a:cubicBezTo>
                    <a:cubicBezTo>
                      <a:pt x="4284" y="3919"/>
                      <a:pt x="4758" y="3854"/>
                      <a:pt x="5221" y="3727"/>
                    </a:cubicBezTo>
                    <a:cubicBezTo>
                      <a:pt x="4752" y="2700"/>
                      <a:pt x="4011" y="1828"/>
                      <a:pt x="3080" y="1205"/>
                    </a:cubicBezTo>
                    <a:cubicBezTo>
                      <a:pt x="3055" y="1188"/>
                      <a:pt x="3024" y="1174"/>
                      <a:pt x="2997" y="1174"/>
                    </a:cubicBezTo>
                    <a:cubicBezTo>
                      <a:pt x="2976" y="1174"/>
                      <a:pt x="2958" y="1182"/>
                      <a:pt x="2948" y="1205"/>
                    </a:cubicBezTo>
                    <a:cubicBezTo>
                      <a:pt x="2934" y="1234"/>
                      <a:pt x="2934" y="1270"/>
                      <a:pt x="2956" y="1300"/>
                    </a:cubicBezTo>
                    <a:cubicBezTo>
                      <a:pt x="3168" y="1710"/>
                      <a:pt x="3418" y="2092"/>
                      <a:pt x="3711" y="2451"/>
                    </a:cubicBezTo>
                    <a:cubicBezTo>
                      <a:pt x="2626" y="1586"/>
                      <a:pt x="1497" y="787"/>
                      <a:pt x="316" y="61"/>
                    </a:cubicBezTo>
                    <a:cubicBezTo>
                      <a:pt x="264" y="28"/>
                      <a:pt x="191" y="0"/>
                      <a:pt x="1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7"/>
              <p:cNvSpPr/>
              <p:nvPr/>
            </p:nvSpPr>
            <p:spPr>
              <a:xfrm>
                <a:off x="1195300" y="3013725"/>
                <a:ext cx="38150" cy="415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166" extrusionOk="0">
                    <a:moveTo>
                      <a:pt x="147" y="0"/>
                    </a:moveTo>
                    <a:cubicBezTo>
                      <a:pt x="113" y="0"/>
                      <a:pt x="79" y="1"/>
                      <a:pt x="45" y="2"/>
                    </a:cubicBezTo>
                    <a:cubicBezTo>
                      <a:pt x="1" y="2"/>
                      <a:pt x="8" y="75"/>
                      <a:pt x="45" y="75"/>
                    </a:cubicBezTo>
                    <a:cubicBezTo>
                      <a:pt x="301" y="112"/>
                      <a:pt x="565" y="126"/>
                      <a:pt x="822" y="141"/>
                    </a:cubicBezTo>
                    <a:cubicBezTo>
                      <a:pt x="968" y="146"/>
                      <a:pt x="1117" y="166"/>
                      <a:pt x="1263" y="166"/>
                    </a:cubicBezTo>
                    <a:cubicBezTo>
                      <a:pt x="1344" y="166"/>
                      <a:pt x="1425" y="159"/>
                      <a:pt x="1504" y="141"/>
                    </a:cubicBezTo>
                    <a:lnTo>
                      <a:pt x="1511" y="141"/>
                    </a:lnTo>
                    <a:cubicBezTo>
                      <a:pt x="1526" y="134"/>
                      <a:pt x="1526" y="112"/>
                      <a:pt x="1511" y="104"/>
                    </a:cubicBezTo>
                    <a:cubicBezTo>
                      <a:pt x="1284" y="31"/>
                      <a:pt x="1034" y="38"/>
                      <a:pt x="785" y="31"/>
                    </a:cubicBezTo>
                    <a:cubicBezTo>
                      <a:pt x="570" y="18"/>
                      <a:pt x="360" y="0"/>
                      <a:pt x="1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7"/>
              <p:cNvSpPr/>
              <p:nvPr/>
            </p:nvSpPr>
            <p:spPr>
              <a:xfrm>
                <a:off x="1167625" y="2996350"/>
                <a:ext cx="445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1783" h="294" extrusionOk="0">
                    <a:moveTo>
                      <a:pt x="37" y="0"/>
                    </a:moveTo>
                    <a:cubicBezTo>
                      <a:pt x="15" y="0"/>
                      <a:pt x="1" y="37"/>
                      <a:pt x="30" y="44"/>
                    </a:cubicBezTo>
                    <a:cubicBezTo>
                      <a:pt x="587" y="206"/>
                      <a:pt x="1166" y="286"/>
                      <a:pt x="1746" y="293"/>
                    </a:cubicBezTo>
                    <a:cubicBezTo>
                      <a:pt x="1775" y="286"/>
                      <a:pt x="1782" y="242"/>
                      <a:pt x="1753" y="242"/>
                    </a:cubicBezTo>
                    <a:cubicBezTo>
                      <a:pt x="1181" y="176"/>
                      <a:pt x="609" y="96"/>
                      <a:pt x="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7"/>
              <p:cNvSpPr/>
              <p:nvPr/>
            </p:nvSpPr>
            <p:spPr>
              <a:xfrm>
                <a:off x="1151825" y="2955125"/>
                <a:ext cx="398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1217" extrusionOk="0">
                    <a:moveTo>
                      <a:pt x="44" y="1"/>
                    </a:moveTo>
                    <a:cubicBezTo>
                      <a:pt x="20" y="1"/>
                      <a:pt x="0" y="34"/>
                      <a:pt x="24" y="58"/>
                    </a:cubicBezTo>
                    <a:cubicBezTo>
                      <a:pt x="493" y="483"/>
                      <a:pt x="999" y="865"/>
                      <a:pt x="1534" y="1209"/>
                    </a:cubicBezTo>
                    <a:cubicBezTo>
                      <a:pt x="1541" y="1214"/>
                      <a:pt x="1547" y="1216"/>
                      <a:pt x="1554" y="1216"/>
                    </a:cubicBezTo>
                    <a:cubicBezTo>
                      <a:pt x="1577" y="1216"/>
                      <a:pt x="1594" y="1190"/>
                      <a:pt x="1571" y="1173"/>
                    </a:cubicBezTo>
                    <a:cubicBezTo>
                      <a:pt x="1073" y="777"/>
                      <a:pt x="567" y="388"/>
                      <a:pt x="61" y="7"/>
                    </a:cubicBezTo>
                    <a:cubicBezTo>
                      <a:pt x="55" y="3"/>
                      <a:pt x="49" y="1"/>
                      <a:pt x="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7"/>
              <p:cNvSpPr/>
              <p:nvPr/>
            </p:nvSpPr>
            <p:spPr>
              <a:xfrm>
                <a:off x="1211950" y="2979300"/>
                <a:ext cx="21700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372" extrusionOk="0">
                    <a:moveTo>
                      <a:pt x="58" y="0"/>
                    </a:moveTo>
                    <a:cubicBezTo>
                      <a:pt x="30" y="0"/>
                      <a:pt x="1" y="28"/>
                      <a:pt x="17" y="59"/>
                    </a:cubicBezTo>
                    <a:cubicBezTo>
                      <a:pt x="127" y="272"/>
                      <a:pt x="266" y="477"/>
                      <a:pt x="390" y="675"/>
                    </a:cubicBezTo>
                    <a:cubicBezTo>
                      <a:pt x="442" y="756"/>
                      <a:pt x="838" y="1298"/>
                      <a:pt x="794" y="1357"/>
                    </a:cubicBezTo>
                    <a:cubicBezTo>
                      <a:pt x="786" y="1364"/>
                      <a:pt x="794" y="1371"/>
                      <a:pt x="801" y="1371"/>
                    </a:cubicBezTo>
                    <a:lnTo>
                      <a:pt x="845" y="1364"/>
                    </a:lnTo>
                    <a:cubicBezTo>
                      <a:pt x="860" y="1357"/>
                      <a:pt x="867" y="1342"/>
                      <a:pt x="860" y="1327"/>
                    </a:cubicBezTo>
                    <a:cubicBezTo>
                      <a:pt x="684" y="851"/>
                      <a:pt x="420" y="404"/>
                      <a:pt x="90" y="15"/>
                    </a:cubicBezTo>
                    <a:cubicBezTo>
                      <a:pt x="81" y="4"/>
                      <a:pt x="70" y="0"/>
                      <a:pt x="58" y="0"/>
                    </a:cubicBezTo>
                    <a:close/>
                  </a:path>
                </a:pathLst>
              </a:custGeom>
              <a:solidFill>
                <a:srgbClr val="8BA1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7"/>
              <p:cNvSpPr/>
              <p:nvPr/>
            </p:nvSpPr>
            <p:spPr>
              <a:xfrm>
                <a:off x="1191350" y="2986175"/>
                <a:ext cx="87150" cy="50525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021" extrusionOk="0">
                    <a:moveTo>
                      <a:pt x="42" y="1"/>
                    </a:moveTo>
                    <a:cubicBezTo>
                      <a:pt x="19" y="1"/>
                      <a:pt x="1" y="29"/>
                      <a:pt x="19" y="48"/>
                    </a:cubicBezTo>
                    <a:cubicBezTo>
                      <a:pt x="973" y="884"/>
                      <a:pt x="2190" y="1698"/>
                      <a:pt x="3429" y="2020"/>
                    </a:cubicBezTo>
                    <a:cubicBezTo>
                      <a:pt x="3431" y="2021"/>
                      <a:pt x="3434" y="2021"/>
                      <a:pt x="3436" y="2021"/>
                    </a:cubicBezTo>
                    <a:cubicBezTo>
                      <a:pt x="3481" y="2021"/>
                      <a:pt x="3485" y="1960"/>
                      <a:pt x="3451" y="1940"/>
                    </a:cubicBezTo>
                    <a:cubicBezTo>
                      <a:pt x="2901" y="1639"/>
                      <a:pt x="2322" y="1404"/>
                      <a:pt x="1772" y="1096"/>
                    </a:cubicBezTo>
                    <a:cubicBezTo>
                      <a:pt x="1185" y="766"/>
                      <a:pt x="613" y="393"/>
                      <a:pt x="56" y="4"/>
                    </a:cubicBezTo>
                    <a:cubicBezTo>
                      <a:pt x="51" y="2"/>
                      <a:pt x="47" y="1"/>
                      <a:pt x="42" y="1"/>
                    </a:cubicBezTo>
                    <a:close/>
                  </a:path>
                </a:pathLst>
              </a:custGeom>
              <a:solidFill>
                <a:srgbClr val="8BA1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7"/>
              <p:cNvSpPr/>
              <p:nvPr/>
            </p:nvSpPr>
            <p:spPr>
              <a:xfrm>
                <a:off x="1191350" y="2986175"/>
                <a:ext cx="87150" cy="50525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021" extrusionOk="0">
                    <a:moveTo>
                      <a:pt x="42" y="1"/>
                    </a:moveTo>
                    <a:cubicBezTo>
                      <a:pt x="19" y="1"/>
                      <a:pt x="1" y="29"/>
                      <a:pt x="19" y="48"/>
                    </a:cubicBezTo>
                    <a:cubicBezTo>
                      <a:pt x="973" y="884"/>
                      <a:pt x="2190" y="1698"/>
                      <a:pt x="3429" y="2020"/>
                    </a:cubicBezTo>
                    <a:cubicBezTo>
                      <a:pt x="3431" y="2021"/>
                      <a:pt x="3434" y="2021"/>
                      <a:pt x="3436" y="2021"/>
                    </a:cubicBezTo>
                    <a:cubicBezTo>
                      <a:pt x="3481" y="2021"/>
                      <a:pt x="3485" y="1960"/>
                      <a:pt x="3451" y="1940"/>
                    </a:cubicBezTo>
                    <a:cubicBezTo>
                      <a:pt x="2901" y="1639"/>
                      <a:pt x="2322" y="1404"/>
                      <a:pt x="1772" y="1096"/>
                    </a:cubicBezTo>
                    <a:cubicBezTo>
                      <a:pt x="1185" y="766"/>
                      <a:pt x="613" y="393"/>
                      <a:pt x="56" y="4"/>
                    </a:cubicBezTo>
                    <a:cubicBezTo>
                      <a:pt x="51" y="2"/>
                      <a:pt x="47" y="1"/>
                      <a:pt x="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7"/>
              <p:cNvSpPr/>
              <p:nvPr/>
            </p:nvSpPr>
            <p:spPr>
              <a:xfrm>
                <a:off x="1209225" y="2881050"/>
                <a:ext cx="299175" cy="185250"/>
              </a:xfrm>
              <a:custGeom>
                <a:avLst/>
                <a:gdLst/>
                <a:ahLst/>
                <a:cxnLst/>
                <a:rect l="l" t="t" r="r" b="b"/>
                <a:pathLst>
                  <a:path w="11967" h="7410" extrusionOk="0">
                    <a:moveTo>
                      <a:pt x="1453" y="1"/>
                    </a:moveTo>
                    <a:lnTo>
                      <a:pt x="1453" y="1"/>
                    </a:lnTo>
                    <a:cubicBezTo>
                      <a:pt x="1452" y="2"/>
                      <a:pt x="1452" y="3"/>
                      <a:pt x="1451" y="4"/>
                    </a:cubicBezTo>
                    <a:lnTo>
                      <a:pt x="1451" y="4"/>
                    </a:lnTo>
                    <a:lnTo>
                      <a:pt x="1453" y="1"/>
                    </a:lnTo>
                    <a:close/>
                    <a:moveTo>
                      <a:pt x="1451" y="4"/>
                    </a:moveTo>
                    <a:lnTo>
                      <a:pt x="126" y="3923"/>
                    </a:lnTo>
                    <a:cubicBezTo>
                      <a:pt x="1" y="4297"/>
                      <a:pt x="96" y="4686"/>
                      <a:pt x="360" y="5015"/>
                    </a:cubicBezTo>
                    <a:cubicBezTo>
                      <a:pt x="1086" y="5873"/>
                      <a:pt x="2677" y="6452"/>
                      <a:pt x="4473" y="6834"/>
                    </a:cubicBezTo>
                    <a:cubicBezTo>
                      <a:pt x="4730" y="6892"/>
                      <a:pt x="4987" y="6936"/>
                      <a:pt x="5243" y="6980"/>
                    </a:cubicBezTo>
                    <a:cubicBezTo>
                      <a:pt x="6719" y="7242"/>
                      <a:pt x="8338" y="7410"/>
                      <a:pt x="9933" y="7410"/>
                    </a:cubicBezTo>
                    <a:cubicBezTo>
                      <a:pt x="10620" y="7410"/>
                      <a:pt x="11302" y="7379"/>
                      <a:pt x="11966" y="7310"/>
                    </a:cubicBezTo>
                    <a:lnTo>
                      <a:pt x="11827" y="3388"/>
                    </a:lnTo>
                    <a:cubicBezTo>
                      <a:pt x="11229" y="3457"/>
                      <a:pt x="10614" y="3489"/>
                      <a:pt x="9996" y="3489"/>
                    </a:cubicBezTo>
                    <a:cubicBezTo>
                      <a:pt x="8590" y="3489"/>
                      <a:pt x="7165" y="3325"/>
                      <a:pt x="5866" y="3065"/>
                    </a:cubicBezTo>
                    <a:cubicBezTo>
                      <a:pt x="5639" y="3014"/>
                      <a:pt x="5419" y="2970"/>
                      <a:pt x="5192" y="2911"/>
                    </a:cubicBezTo>
                    <a:cubicBezTo>
                      <a:pt x="3608" y="2530"/>
                      <a:pt x="2222" y="1958"/>
                      <a:pt x="1614" y="1093"/>
                    </a:cubicBezTo>
                    <a:cubicBezTo>
                      <a:pt x="1395" y="779"/>
                      <a:pt x="1328" y="370"/>
                      <a:pt x="1451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7"/>
              <p:cNvSpPr/>
              <p:nvPr/>
            </p:nvSpPr>
            <p:spPr>
              <a:xfrm>
                <a:off x="1504700" y="2942450"/>
                <a:ext cx="128150" cy="129225"/>
              </a:xfrm>
              <a:custGeom>
                <a:avLst/>
                <a:gdLst/>
                <a:ahLst/>
                <a:cxnLst/>
                <a:rect l="l" t="t" r="r" b="b"/>
                <a:pathLst>
                  <a:path w="5126" h="5169" extrusionOk="0">
                    <a:moveTo>
                      <a:pt x="4370" y="1"/>
                    </a:moveTo>
                    <a:lnTo>
                      <a:pt x="4370" y="1"/>
                    </a:lnTo>
                    <a:cubicBezTo>
                      <a:pt x="4400" y="169"/>
                      <a:pt x="4370" y="345"/>
                      <a:pt x="4282" y="485"/>
                    </a:cubicBezTo>
                    <a:cubicBezTo>
                      <a:pt x="3979" y="977"/>
                      <a:pt x="3005" y="1246"/>
                      <a:pt x="2018" y="1246"/>
                    </a:cubicBezTo>
                    <a:cubicBezTo>
                      <a:pt x="1932" y="1246"/>
                      <a:pt x="1846" y="1244"/>
                      <a:pt x="1760" y="1240"/>
                    </a:cubicBezTo>
                    <a:cubicBezTo>
                      <a:pt x="1357" y="1225"/>
                      <a:pt x="961" y="1166"/>
                      <a:pt x="565" y="1078"/>
                    </a:cubicBezTo>
                    <a:cubicBezTo>
                      <a:pt x="375" y="1034"/>
                      <a:pt x="184" y="990"/>
                      <a:pt x="1" y="932"/>
                    </a:cubicBezTo>
                    <a:lnTo>
                      <a:pt x="1" y="932"/>
                    </a:lnTo>
                    <a:lnTo>
                      <a:pt x="140" y="4854"/>
                    </a:lnTo>
                    <a:cubicBezTo>
                      <a:pt x="353" y="4913"/>
                      <a:pt x="565" y="4957"/>
                      <a:pt x="785" y="5001"/>
                    </a:cubicBezTo>
                    <a:cubicBezTo>
                      <a:pt x="1225" y="5089"/>
                      <a:pt x="1672" y="5140"/>
                      <a:pt x="2120" y="5162"/>
                    </a:cubicBezTo>
                    <a:cubicBezTo>
                      <a:pt x="2215" y="5166"/>
                      <a:pt x="2311" y="5168"/>
                      <a:pt x="2407" y="5168"/>
                    </a:cubicBezTo>
                    <a:cubicBezTo>
                      <a:pt x="3529" y="5168"/>
                      <a:pt x="4628" y="4894"/>
                      <a:pt x="4986" y="4407"/>
                    </a:cubicBezTo>
                    <a:cubicBezTo>
                      <a:pt x="5089" y="4268"/>
                      <a:pt x="5126" y="4092"/>
                      <a:pt x="5096" y="3923"/>
                    </a:cubicBezTo>
                    <a:lnTo>
                      <a:pt x="43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7"/>
              <p:cNvSpPr/>
              <p:nvPr/>
            </p:nvSpPr>
            <p:spPr>
              <a:xfrm>
                <a:off x="1245150" y="2850425"/>
                <a:ext cx="372125" cy="120825"/>
              </a:xfrm>
              <a:custGeom>
                <a:avLst/>
                <a:gdLst/>
                <a:ahLst/>
                <a:cxnLst/>
                <a:rect l="l" t="t" r="r" b="b"/>
                <a:pathLst>
                  <a:path w="14885" h="4833" extrusionOk="0">
                    <a:moveTo>
                      <a:pt x="3430" y="1"/>
                    </a:moveTo>
                    <a:cubicBezTo>
                      <a:pt x="3404" y="1"/>
                      <a:pt x="3378" y="1"/>
                      <a:pt x="3352" y="1"/>
                    </a:cubicBezTo>
                    <a:cubicBezTo>
                      <a:pt x="3161" y="1"/>
                      <a:pt x="2978" y="1"/>
                      <a:pt x="2794" y="8"/>
                    </a:cubicBezTo>
                    <a:cubicBezTo>
                      <a:pt x="1937" y="52"/>
                      <a:pt x="1291" y="192"/>
                      <a:pt x="837" y="448"/>
                    </a:cubicBezTo>
                    <a:cubicBezTo>
                      <a:pt x="434" y="668"/>
                      <a:pt x="170" y="976"/>
                      <a:pt x="82" y="1328"/>
                    </a:cubicBezTo>
                    <a:cubicBezTo>
                      <a:pt x="1" y="1651"/>
                      <a:pt x="67" y="1988"/>
                      <a:pt x="250" y="2259"/>
                    </a:cubicBezTo>
                    <a:cubicBezTo>
                      <a:pt x="778" y="3007"/>
                      <a:pt x="1966" y="3608"/>
                      <a:pt x="3777" y="4041"/>
                    </a:cubicBezTo>
                    <a:cubicBezTo>
                      <a:pt x="3989" y="4092"/>
                      <a:pt x="4217" y="4144"/>
                      <a:pt x="4444" y="4195"/>
                    </a:cubicBezTo>
                    <a:cubicBezTo>
                      <a:pt x="5808" y="4466"/>
                      <a:pt x="7186" y="4605"/>
                      <a:pt x="8572" y="4620"/>
                    </a:cubicBezTo>
                    <a:cubicBezTo>
                      <a:pt x="9173" y="4620"/>
                      <a:pt x="9774" y="4583"/>
                      <a:pt x="10375" y="4517"/>
                    </a:cubicBezTo>
                    <a:lnTo>
                      <a:pt x="10397" y="4517"/>
                    </a:lnTo>
                    <a:lnTo>
                      <a:pt x="10412" y="4525"/>
                    </a:lnTo>
                    <a:cubicBezTo>
                      <a:pt x="10603" y="4576"/>
                      <a:pt x="10793" y="4627"/>
                      <a:pt x="10977" y="4671"/>
                    </a:cubicBezTo>
                    <a:cubicBezTo>
                      <a:pt x="11358" y="4752"/>
                      <a:pt x="11754" y="4811"/>
                      <a:pt x="12150" y="4825"/>
                    </a:cubicBezTo>
                    <a:cubicBezTo>
                      <a:pt x="12230" y="4833"/>
                      <a:pt x="12311" y="4833"/>
                      <a:pt x="12392" y="4833"/>
                    </a:cubicBezTo>
                    <a:cubicBezTo>
                      <a:pt x="13440" y="4833"/>
                      <a:pt x="14320" y="4547"/>
                      <a:pt x="14584" y="4122"/>
                    </a:cubicBezTo>
                    <a:cubicBezTo>
                      <a:pt x="14884" y="3608"/>
                      <a:pt x="14313" y="2978"/>
                      <a:pt x="13675" y="2560"/>
                    </a:cubicBezTo>
                    <a:cubicBezTo>
                      <a:pt x="13015" y="2135"/>
                      <a:pt x="12289" y="1827"/>
                      <a:pt x="11526" y="1658"/>
                    </a:cubicBezTo>
                    <a:cubicBezTo>
                      <a:pt x="10881" y="1497"/>
                      <a:pt x="10221" y="1416"/>
                      <a:pt x="9554" y="1416"/>
                    </a:cubicBezTo>
                    <a:cubicBezTo>
                      <a:pt x="9378" y="1416"/>
                      <a:pt x="9202" y="1423"/>
                      <a:pt x="9026" y="1431"/>
                    </a:cubicBezTo>
                    <a:lnTo>
                      <a:pt x="8997" y="1431"/>
                    </a:lnTo>
                    <a:lnTo>
                      <a:pt x="8975" y="1416"/>
                    </a:lnTo>
                    <a:cubicBezTo>
                      <a:pt x="8183" y="976"/>
                      <a:pt x="7340" y="639"/>
                      <a:pt x="6460" y="412"/>
                    </a:cubicBezTo>
                    <a:cubicBezTo>
                      <a:pt x="5474" y="140"/>
                      <a:pt x="4452" y="1"/>
                      <a:pt x="34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7"/>
              <p:cNvSpPr/>
              <p:nvPr/>
            </p:nvSpPr>
            <p:spPr>
              <a:xfrm>
                <a:off x="1239650" y="2847875"/>
                <a:ext cx="380375" cy="125775"/>
              </a:xfrm>
              <a:custGeom>
                <a:avLst/>
                <a:gdLst/>
                <a:ahLst/>
                <a:cxnLst/>
                <a:rect l="l" t="t" r="r" b="b"/>
                <a:pathLst>
                  <a:path w="15215" h="5031" extrusionOk="0">
                    <a:moveTo>
                      <a:pt x="3572" y="198"/>
                    </a:moveTo>
                    <a:cubicBezTo>
                      <a:pt x="4613" y="198"/>
                      <a:pt x="5654" y="338"/>
                      <a:pt x="6666" y="609"/>
                    </a:cubicBezTo>
                    <a:cubicBezTo>
                      <a:pt x="7531" y="836"/>
                      <a:pt x="8367" y="1174"/>
                      <a:pt x="9158" y="1606"/>
                    </a:cubicBezTo>
                    <a:lnTo>
                      <a:pt x="9202" y="1635"/>
                    </a:lnTo>
                    <a:lnTo>
                      <a:pt x="9261" y="1635"/>
                    </a:lnTo>
                    <a:cubicBezTo>
                      <a:pt x="9430" y="1628"/>
                      <a:pt x="9606" y="1621"/>
                      <a:pt x="9782" y="1621"/>
                    </a:cubicBezTo>
                    <a:cubicBezTo>
                      <a:pt x="10434" y="1621"/>
                      <a:pt x="11087" y="1694"/>
                      <a:pt x="11724" y="1848"/>
                    </a:cubicBezTo>
                    <a:cubicBezTo>
                      <a:pt x="12472" y="2024"/>
                      <a:pt x="13191" y="2325"/>
                      <a:pt x="13843" y="2743"/>
                    </a:cubicBezTo>
                    <a:cubicBezTo>
                      <a:pt x="14415" y="3116"/>
                      <a:pt x="14987" y="3710"/>
                      <a:pt x="14723" y="4165"/>
                    </a:cubicBezTo>
                    <a:cubicBezTo>
                      <a:pt x="14474" y="4561"/>
                      <a:pt x="13609" y="4832"/>
                      <a:pt x="12612" y="4832"/>
                    </a:cubicBezTo>
                    <a:lnTo>
                      <a:pt x="12377" y="4832"/>
                    </a:lnTo>
                    <a:cubicBezTo>
                      <a:pt x="11988" y="4810"/>
                      <a:pt x="11600" y="4759"/>
                      <a:pt x="11219" y="4671"/>
                    </a:cubicBezTo>
                    <a:cubicBezTo>
                      <a:pt x="11035" y="4634"/>
                      <a:pt x="10852" y="4583"/>
                      <a:pt x="10669" y="4524"/>
                    </a:cubicBezTo>
                    <a:lnTo>
                      <a:pt x="10632" y="4517"/>
                    </a:lnTo>
                    <a:lnTo>
                      <a:pt x="10588" y="4517"/>
                    </a:lnTo>
                    <a:cubicBezTo>
                      <a:pt x="9994" y="4590"/>
                      <a:pt x="9393" y="4619"/>
                      <a:pt x="8799" y="4619"/>
                    </a:cubicBezTo>
                    <a:cubicBezTo>
                      <a:pt x="7421" y="4612"/>
                      <a:pt x="6042" y="4473"/>
                      <a:pt x="4693" y="4194"/>
                    </a:cubicBezTo>
                    <a:cubicBezTo>
                      <a:pt x="4466" y="4150"/>
                      <a:pt x="4239" y="4106"/>
                      <a:pt x="4026" y="4048"/>
                    </a:cubicBezTo>
                    <a:cubicBezTo>
                      <a:pt x="2245" y="3615"/>
                      <a:pt x="1079" y="3028"/>
                      <a:pt x="566" y="2310"/>
                    </a:cubicBezTo>
                    <a:cubicBezTo>
                      <a:pt x="390" y="2061"/>
                      <a:pt x="331" y="1745"/>
                      <a:pt x="404" y="1452"/>
                    </a:cubicBezTo>
                    <a:cubicBezTo>
                      <a:pt x="485" y="1122"/>
                      <a:pt x="727" y="844"/>
                      <a:pt x="1115" y="638"/>
                    </a:cubicBezTo>
                    <a:cubicBezTo>
                      <a:pt x="1555" y="389"/>
                      <a:pt x="2179" y="250"/>
                      <a:pt x="3022" y="206"/>
                    </a:cubicBezTo>
                    <a:cubicBezTo>
                      <a:pt x="3205" y="198"/>
                      <a:pt x="3388" y="198"/>
                      <a:pt x="3572" y="198"/>
                    </a:cubicBezTo>
                    <a:close/>
                    <a:moveTo>
                      <a:pt x="3572" y="0"/>
                    </a:moveTo>
                    <a:cubicBezTo>
                      <a:pt x="3388" y="0"/>
                      <a:pt x="3198" y="8"/>
                      <a:pt x="3014" y="15"/>
                    </a:cubicBezTo>
                    <a:cubicBezTo>
                      <a:pt x="2325" y="44"/>
                      <a:pt x="1585" y="147"/>
                      <a:pt x="1013" y="470"/>
                    </a:cubicBezTo>
                    <a:cubicBezTo>
                      <a:pt x="96" y="968"/>
                      <a:pt x="1" y="1811"/>
                      <a:pt x="397" y="2420"/>
                    </a:cubicBezTo>
                    <a:cubicBezTo>
                      <a:pt x="1013" y="3278"/>
                      <a:pt x="2398" y="3857"/>
                      <a:pt x="3975" y="4238"/>
                    </a:cubicBezTo>
                    <a:cubicBezTo>
                      <a:pt x="4202" y="4290"/>
                      <a:pt x="4422" y="4341"/>
                      <a:pt x="4657" y="4385"/>
                    </a:cubicBezTo>
                    <a:cubicBezTo>
                      <a:pt x="6013" y="4663"/>
                      <a:pt x="7399" y="4810"/>
                      <a:pt x="8792" y="4817"/>
                    </a:cubicBezTo>
                    <a:cubicBezTo>
                      <a:pt x="9400" y="4817"/>
                      <a:pt x="10009" y="4781"/>
                      <a:pt x="10610" y="4715"/>
                    </a:cubicBezTo>
                    <a:cubicBezTo>
                      <a:pt x="10793" y="4766"/>
                      <a:pt x="10984" y="4817"/>
                      <a:pt x="11175" y="4861"/>
                    </a:cubicBezTo>
                    <a:cubicBezTo>
                      <a:pt x="11571" y="4949"/>
                      <a:pt x="11966" y="5001"/>
                      <a:pt x="12370" y="5023"/>
                    </a:cubicBezTo>
                    <a:cubicBezTo>
                      <a:pt x="12450" y="5023"/>
                      <a:pt x="12531" y="5030"/>
                      <a:pt x="12612" y="5030"/>
                    </a:cubicBezTo>
                    <a:cubicBezTo>
                      <a:pt x="13609" y="5030"/>
                      <a:pt x="14584" y="4751"/>
                      <a:pt x="14892" y="4268"/>
                    </a:cubicBezTo>
                    <a:cubicBezTo>
                      <a:pt x="15214" y="3718"/>
                      <a:pt x="14679" y="3058"/>
                      <a:pt x="13953" y="2581"/>
                    </a:cubicBezTo>
                    <a:cubicBezTo>
                      <a:pt x="13279" y="2149"/>
                      <a:pt x="12546" y="1841"/>
                      <a:pt x="11768" y="1665"/>
                    </a:cubicBezTo>
                    <a:cubicBezTo>
                      <a:pt x="11116" y="1503"/>
                      <a:pt x="10449" y="1423"/>
                      <a:pt x="9782" y="1423"/>
                    </a:cubicBezTo>
                    <a:cubicBezTo>
                      <a:pt x="9598" y="1423"/>
                      <a:pt x="9422" y="1430"/>
                      <a:pt x="9246" y="1437"/>
                    </a:cubicBezTo>
                    <a:cubicBezTo>
                      <a:pt x="8447" y="998"/>
                      <a:pt x="7597" y="653"/>
                      <a:pt x="6710" y="418"/>
                    </a:cubicBezTo>
                    <a:cubicBezTo>
                      <a:pt x="5690" y="147"/>
                      <a:pt x="4635" y="8"/>
                      <a:pt x="3572" y="8"/>
                    </a:cubicBezTo>
                    <a:lnTo>
                      <a:pt x="3572" y="0"/>
                    </a:lnTo>
                    <a:close/>
                  </a:path>
                </a:pathLst>
              </a:custGeom>
              <a:solidFill>
                <a:srgbClr val="C69A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7"/>
              <p:cNvSpPr/>
              <p:nvPr/>
            </p:nvSpPr>
            <p:spPr>
              <a:xfrm>
                <a:off x="1239650" y="2847875"/>
                <a:ext cx="380375" cy="125775"/>
              </a:xfrm>
              <a:custGeom>
                <a:avLst/>
                <a:gdLst/>
                <a:ahLst/>
                <a:cxnLst/>
                <a:rect l="l" t="t" r="r" b="b"/>
                <a:pathLst>
                  <a:path w="15215" h="5031" extrusionOk="0">
                    <a:moveTo>
                      <a:pt x="3572" y="198"/>
                    </a:moveTo>
                    <a:cubicBezTo>
                      <a:pt x="4613" y="198"/>
                      <a:pt x="5654" y="338"/>
                      <a:pt x="6666" y="609"/>
                    </a:cubicBezTo>
                    <a:cubicBezTo>
                      <a:pt x="7531" y="836"/>
                      <a:pt x="8367" y="1174"/>
                      <a:pt x="9158" y="1606"/>
                    </a:cubicBezTo>
                    <a:lnTo>
                      <a:pt x="9202" y="1635"/>
                    </a:lnTo>
                    <a:lnTo>
                      <a:pt x="9261" y="1635"/>
                    </a:lnTo>
                    <a:cubicBezTo>
                      <a:pt x="9430" y="1628"/>
                      <a:pt x="9606" y="1621"/>
                      <a:pt x="9782" y="1621"/>
                    </a:cubicBezTo>
                    <a:cubicBezTo>
                      <a:pt x="10434" y="1621"/>
                      <a:pt x="11087" y="1694"/>
                      <a:pt x="11724" y="1848"/>
                    </a:cubicBezTo>
                    <a:cubicBezTo>
                      <a:pt x="12472" y="2024"/>
                      <a:pt x="13191" y="2325"/>
                      <a:pt x="13843" y="2743"/>
                    </a:cubicBezTo>
                    <a:cubicBezTo>
                      <a:pt x="14415" y="3116"/>
                      <a:pt x="14987" y="3710"/>
                      <a:pt x="14723" y="4165"/>
                    </a:cubicBezTo>
                    <a:cubicBezTo>
                      <a:pt x="14474" y="4561"/>
                      <a:pt x="13609" y="4832"/>
                      <a:pt x="12612" y="4832"/>
                    </a:cubicBezTo>
                    <a:lnTo>
                      <a:pt x="12377" y="4832"/>
                    </a:lnTo>
                    <a:cubicBezTo>
                      <a:pt x="11988" y="4810"/>
                      <a:pt x="11600" y="4759"/>
                      <a:pt x="11219" y="4671"/>
                    </a:cubicBezTo>
                    <a:cubicBezTo>
                      <a:pt x="11035" y="4634"/>
                      <a:pt x="10852" y="4583"/>
                      <a:pt x="10669" y="4524"/>
                    </a:cubicBezTo>
                    <a:lnTo>
                      <a:pt x="10632" y="4517"/>
                    </a:lnTo>
                    <a:lnTo>
                      <a:pt x="10588" y="4517"/>
                    </a:lnTo>
                    <a:cubicBezTo>
                      <a:pt x="9994" y="4590"/>
                      <a:pt x="9393" y="4619"/>
                      <a:pt x="8799" y="4619"/>
                    </a:cubicBezTo>
                    <a:cubicBezTo>
                      <a:pt x="7421" y="4612"/>
                      <a:pt x="6042" y="4473"/>
                      <a:pt x="4693" y="4194"/>
                    </a:cubicBezTo>
                    <a:cubicBezTo>
                      <a:pt x="4466" y="4150"/>
                      <a:pt x="4239" y="4106"/>
                      <a:pt x="4026" y="4048"/>
                    </a:cubicBezTo>
                    <a:cubicBezTo>
                      <a:pt x="2245" y="3615"/>
                      <a:pt x="1079" y="3028"/>
                      <a:pt x="566" y="2310"/>
                    </a:cubicBezTo>
                    <a:cubicBezTo>
                      <a:pt x="390" y="2061"/>
                      <a:pt x="331" y="1745"/>
                      <a:pt x="404" y="1452"/>
                    </a:cubicBezTo>
                    <a:cubicBezTo>
                      <a:pt x="485" y="1122"/>
                      <a:pt x="727" y="844"/>
                      <a:pt x="1115" y="638"/>
                    </a:cubicBezTo>
                    <a:cubicBezTo>
                      <a:pt x="1555" y="389"/>
                      <a:pt x="2179" y="250"/>
                      <a:pt x="3022" y="206"/>
                    </a:cubicBezTo>
                    <a:cubicBezTo>
                      <a:pt x="3205" y="198"/>
                      <a:pt x="3388" y="198"/>
                      <a:pt x="3572" y="198"/>
                    </a:cubicBezTo>
                    <a:close/>
                    <a:moveTo>
                      <a:pt x="3572" y="0"/>
                    </a:moveTo>
                    <a:cubicBezTo>
                      <a:pt x="3388" y="0"/>
                      <a:pt x="3198" y="8"/>
                      <a:pt x="3014" y="15"/>
                    </a:cubicBezTo>
                    <a:cubicBezTo>
                      <a:pt x="2325" y="44"/>
                      <a:pt x="1585" y="147"/>
                      <a:pt x="1013" y="470"/>
                    </a:cubicBezTo>
                    <a:cubicBezTo>
                      <a:pt x="96" y="968"/>
                      <a:pt x="1" y="1811"/>
                      <a:pt x="397" y="2420"/>
                    </a:cubicBezTo>
                    <a:cubicBezTo>
                      <a:pt x="1013" y="3278"/>
                      <a:pt x="2398" y="3857"/>
                      <a:pt x="3975" y="4238"/>
                    </a:cubicBezTo>
                    <a:cubicBezTo>
                      <a:pt x="4202" y="4290"/>
                      <a:pt x="4422" y="4341"/>
                      <a:pt x="4657" y="4385"/>
                    </a:cubicBezTo>
                    <a:cubicBezTo>
                      <a:pt x="6013" y="4663"/>
                      <a:pt x="7399" y="4810"/>
                      <a:pt x="8792" y="4817"/>
                    </a:cubicBezTo>
                    <a:cubicBezTo>
                      <a:pt x="9400" y="4817"/>
                      <a:pt x="10009" y="4781"/>
                      <a:pt x="10610" y="4715"/>
                    </a:cubicBezTo>
                    <a:cubicBezTo>
                      <a:pt x="10793" y="4766"/>
                      <a:pt x="10984" y="4817"/>
                      <a:pt x="11175" y="4861"/>
                    </a:cubicBezTo>
                    <a:cubicBezTo>
                      <a:pt x="11571" y="4949"/>
                      <a:pt x="11966" y="5001"/>
                      <a:pt x="12370" y="5023"/>
                    </a:cubicBezTo>
                    <a:cubicBezTo>
                      <a:pt x="12450" y="5023"/>
                      <a:pt x="12531" y="5030"/>
                      <a:pt x="12612" y="5030"/>
                    </a:cubicBezTo>
                    <a:cubicBezTo>
                      <a:pt x="13609" y="5030"/>
                      <a:pt x="14584" y="4751"/>
                      <a:pt x="14892" y="4268"/>
                    </a:cubicBezTo>
                    <a:cubicBezTo>
                      <a:pt x="15214" y="3718"/>
                      <a:pt x="14679" y="3058"/>
                      <a:pt x="13953" y="2581"/>
                    </a:cubicBezTo>
                    <a:cubicBezTo>
                      <a:pt x="13279" y="2149"/>
                      <a:pt x="12546" y="1841"/>
                      <a:pt x="11768" y="1665"/>
                    </a:cubicBezTo>
                    <a:cubicBezTo>
                      <a:pt x="11116" y="1503"/>
                      <a:pt x="10449" y="1423"/>
                      <a:pt x="9782" y="1423"/>
                    </a:cubicBezTo>
                    <a:cubicBezTo>
                      <a:pt x="9598" y="1423"/>
                      <a:pt x="9422" y="1430"/>
                      <a:pt x="9246" y="1437"/>
                    </a:cubicBezTo>
                    <a:cubicBezTo>
                      <a:pt x="8447" y="998"/>
                      <a:pt x="7597" y="653"/>
                      <a:pt x="6710" y="418"/>
                    </a:cubicBezTo>
                    <a:cubicBezTo>
                      <a:pt x="5690" y="147"/>
                      <a:pt x="4635" y="8"/>
                      <a:pt x="3572" y="8"/>
                    </a:cubicBezTo>
                    <a:lnTo>
                      <a:pt x="3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7"/>
              <p:cNvSpPr/>
              <p:nvPr/>
            </p:nvSpPr>
            <p:spPr>
              <a:xfrm>
                <a:off x="1342125" y="2965725"/>
                <a:ext cx="166275" cy="100625"/>
              </a:xfrm>
              <a:custGeom>
                <a:avLst/>
                <a:gdLst/>
                <a:ahLst/>
                <a:cxnLst/>
                <a:rect l="l" t="t" r="r" b="b"/>
                <a:pathLst>
                  <a:path w="6651" h="4025" extrusionOk="0">
                    <a:moveTo>
                      <a:pt x="6511" y="1"/>
                    </a:moveTo>
                    <a:cubicBezTo>
                      <a:pt x="6218" y="37"/>
                      <a:pt x="5925" y="59"/>
                      <a:pt x="5624" y="74"/>
                    </a:cubicBezTo>
                    <a:cubicBezTo>
                      <a:pt x="4935" y="1526"/>
                      <a:pt x="3615" y="2677"/>
                      <a:pt x="2090" y="3219"/>
                    </a:cubicBezTo>
                    <a:cubicBezTo>
                      <a:pt x="1415" y="3454"/>
                      <a:pt x="712" y="3586"/>
                      <a:pt x="0" y="3608"/>
                    </a:cubicBezTo>
                    <a:cubicBezTo>
                      <a:pt x="1454" y="3862"/>
                      <a:pt x="3039" y="4025"/>
                      <a:pt x="4602" y="4025"/>
                    </a:cubicBezTo>
                    <a:cubicBezTo>
                      <a:pt x="5293" y="4025"/>
                      <a:pt x="5980" y="3993"/>
                      <a:pt x="6650" y="3923"/>
                    </a:cubicBezTo>
                    <a:lnTo>
                      <a:pt x="65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7"/>
              <p:cNvSpPr/>
              <p:nvPr/>
            </p:nvSpPr>
            <p:spPr>
              <a:xfrm>
                <a:off x="1537525" y="2942450"/>
                <a:ext cx="95325" cy="129225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5169" extrusionOk="0">
                    <a:moveTo>
                      <a:pt x="3057" y="1"/>
                    </a:moveTo>
                    <a:lnTo>
                      <a:pt x="3057" y="1"/>
                    </a:lnTo>
                    <a:cubicBezTo>
                      <a:pt x="3087" y="169"/>
                      <a:pt x="3057" y="345"/>
                      <a:pt x="2969" y="485"/>
                    </a:cubicBezTo>
                    <a:cubicBezTo>
                      <a:pt x="2911" y="580"/>
                      <a:pt x="2830" y="661"/>
                      <a:pt x="2742" y="727"/>
                    </a:cubicBezTo>
                    <a:cubicBezTo>
                      <a:pt x="2801" y="1702"/>
                      <a:pt x="2772" y="2684"/>
                      <a:pt x="2310" y="3520"/>
                    </a:cubicBezTo>
                    <a:cubicBezTo>
                      <a:pt x="1840" y="4348"/>
                      <a:pt x="953" y="4906"/>
                      <a:pt x="0" y="5089"/>
                    </a:cubicBezTo>
                    <a:cubicBezTo>
                      <a:pt x="264" y="5126"/>
                      <a:pt x="535" y="5155"/>
                      <a:pt x="814" y="5162"/>
                    </a:cubicBezTo>
                    <a:cubicBezTo>
                      <a:pt x="909" y="5166"/>
                      <a:pt x="1004" y="5168"/>
                      <a:pt x="1099" y="5168"/>
                    </a:cubicBezTo>
                    <a:cubicBezTo>
                      <a:pt x="2216" y="5168"/>
                      <a:pt x="3315" y="4894"/>
                      <a:pt x="3673" y="4407"/>
                    </a:cubicBezTo>
                    <a:cubicBezTo>
                      <a:pt x="3776" y="4268"/>
                      <a:pt x="3813" y="4092"/>
                      <a:pt x="3783" y="3923"/>
                    </a:cubicBezTo>
                    <a:lnTo>
                      <a:pt x="30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7"/>
              <p:cNvSpPr/>
              <p:nvPr/>
            </p:nvSpPr>
            <p:spPr>
              <a:xfrm>
                <a:off x="1324700" y="2865050"/>
                <a:ext cx="119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78" h="442" extrusionOk="0">
                    <a:moveTo>
                      <a:pt x="199" y="230"/>
                    </a:moveTo>
                    <a:cubicBezTo>
                      <a:pt x="199" y="230"/>
                      <a:pt x="199" y="230"/>
                      <a:pt x="199" y="230"/>
                    </a:cubicBezTo>
                    <a:lnTo>
                      <a:pt x="199" y="230"/>
                    </a:lnTo>
                    <a:lnTo>
                      <a:pt x="199" y="230"/>
                    </a:lnTo>
                    <a:close/>
                    <a:moveTo>
                      <a:pt x="199" y="230"/>
                    </a:moveTo>
                    <a:lnTo>
                      <a:pt x="199" y="230"/>
                    </a:lnTo>
                    <a:cubicBezTo>
                      <a:pt x="200" y="232"/>
                      <a:pt x="201" y="233"/>
                      <a:pt x="202" y="233"/>
                    </a:cubicBezTo>
                    <a:lnTo>
                      <a:pt x="202" y="233"/>
                    </a:lnTo>
                    <a:lnTo>
                      <a:pt x="199" y="230"/>
                    </a:lnTo>
                    <a:close/>
                    <a:moveTo>
                      <a:pt x="206" y="220"/>
                    </a:moveTo>
                    <a:cubicBezTo>
                      <a:pt x="209" y="220"/>
                      <a:pt x="206" y="233"/>
                      <a:pt x="202" y="233"/>
                    </a:cubicBezTo>
                    <a:cubicBezTo>
                      <a:pt x="202" y="233"/>
                      <a:pt x="202" y="233"/>
                      <a:pt x="202" y="233"/>
                    </a:cubicBezTo>
                    <a:lnTo>
                      <a:pt x="202" y="233"/>
                    </a:lnTo>
                    <a:lnTo>
                      <a:pt x="208" y="239"/>
                    </a:lnTo>
                    <a:lnTo>
                      <a:pt x="208" y="239"/>
                    </a:lnTo>
                    <a:cubicBezTo>
                      <a:pt x="203" y="241"/>
                      <a:pt x="205" y="241"/>
                      <a:pt x="206" y="241"/>
                    </a:cubicBezTo>
                    <a:cubicBezTo>
                      <a:pt x="208" y="241"/>
                      <a:pt x="209" y="241"/>
                      <a:pt x="204" y="243"/>
                    </a:cubicBezTo>
                    <a:lnTo>
                      <a:pt x="204" y="243"/>
                    </a:lnTo>
                    <a:cubicBezTo>
                      <a:pt x="203" y="243"/>
                      <a:pt x="203" y="242"/>
                      <a:pt x="203" y="242"/>
                    </a:cubicBezTo>
                    <a:lnTo>
                      <a:pt x="203" y="242"/>
                    </a:lnTo>
                    <a:cubicBezTo>
                      <a:pt x="203" y="242"/>
                      <a:pt x="203" y="241"/>
                      <a:pt x="202" y="241"/>
                    </a:cubicBezTo>
                    <a:cubicBezTo>
                      <a:pt x="202" y="241"/>
                      <a:pt x="201" y="241"/>
                      <a:pt x="200" y="242"/>
                    </a:cubicBezTo>
                    <a:lnTo>
                      <a:pt x="200" y="242"/>
                    </a:lnTo>
                    <a:cubicBezTo>
                      <a:pt x="200" y="241"/>
                      <a:pt x="199" y="241"/>
                      <a:pt x="199" y="241"/>
                    </a:cubicBezTo>
                    <a:cubicBezTo>
                      <a:pt x="199" y="241"/>
                      <a:pt x="198" y="241"/>
                      <a:pt x="198" y="241"/>
                    </a:cubicBezTo>
                    <a:lnTo>
                      <a:pt x="198" y="241"/>
                    </a:lnTo>
                    <a:cubicBezTo>
                      <a:pt x="197" y="239"/>
                      <a:pt x="195" y="237"/>
                      <a:pt x="193" y="234"/>
                    </a:cubicBezTo>
                    <a:lnTo>
                      <a:pt x="193" y="234"/>
                    </a:lnTo>
                    <a:cubicBezTo>
                      <a:pt x="197" y="232"/>
                      <a:pt x="199" y="230"/>
                      <a:pt x="199" y="230"/>
                    </a:cubicBezTo>
                    <a:cubicBezTo>
                      <a:pt x="203" y="222"/>
                      <a:pt x="205" y="220"/>
                      <a:pt x="206" y="220"/>
                    </a:cubicBezTo>
                    <a:close/>
                    <a:moveTo>
                      <a:pt x="217" y="0"/>
                    </a:moveTo>
                    <a:cubicBezTo>
                      <a:pt x="168" y="0"/>
                      <a:pt x="117" y="18"/>
                      <a:pt x="82" y="54"/>
                    </a:cubicBezTo>
                    <a:cubicBezTo>
                      <a:pt x="47" y="80"/>
                      <a:pt x="30" y="119"/>
                      <a:pt x="31" y="159"/>
                    </a:cubicBezTo>
                    <a:lnTo>
                      <a:pt x="31" y="159"/>
                    </a:lnTo>
                    <a:cubicBezTo>
                      <a:pt x="16" y="177"/>
                      <a:pt x="8" y="203"/>
                      <a:pt x="8" y="230"/>
                    </a:cubicBezTo>
                    <a:cubicBezTo>
                      <a:pt x="1" y="289"/>
                      <a:pt x="23" y="347"/>
                      <a:pt x="67" y="384"/>
                    </a:cubicBezTo>
                    <a:cubicBezTo>
                      <a:pt x="108" y="422"/>
                      <a:pt x="162" y="441"/>
                      <a:pt x="216" y="441"/>
                    </a:cubicBezTo>
                    <a:cubicBezTo>
                      <a:pt x="286" y="441"/>
                      <a:pt x="355" y="409"/>
                      <a:pt x="397" y="347"/>
                    </a:cubicBezTo>
                    <a:cubicBezTo>
                      <a:pt x="477" y="223"/>
                      <a:pt x="419" y="54"/>
                      <a:pt x="280" y="10"/>
                    </a:cubicBezTo>
                    <a:cubicBezTo>
                      <a:pt x="260" y="3"/>
                      <a:pt x="239" y="0"/>
                      <a:pt x="217" y="0"/>
                    </a:cubicBezTo>
                    <a:close/>
                  </a:path>
                </a:pathLst>
              </a:custGeom>
              <a:solidFill>
                <a:srgbClr val="FFE6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7"/>
              <p:cNvSpPr/>
              <p:nvPr/>
            </p:nvSpPr>
            <p:spPr>
              <a:xfrm>
                <a:off x="1321400" y="2894675"/>
                <a:ext cx="8125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300" extrusionOk="0">
                    <a:moveTo>
                      <a:pt x="302" y="101"/>
                    </a:moveTo>
                    <a:lnTo>
                      <a:pt x="305" y="114"/>
                    </a:lnTo>
                    <a:lnTo>
                      <a:pt x="305" y="114"/>
                    </a:lnTo>
                    <a:cubicBezTo>
                      <a:pt x="304" y="112"/>
                      <a:pt x="303" y="110"/>
                      <a:pt x="302" y="108"/>
                    </a:cubicBezTo>
                    <a:lnTo>
                      <a:pt x="302" y="101"/>
                    </a:lnTo>
                    <a:close/>
                    <a:moveTo>
                      <a:pt x="168" y="1"/>
                    </a:moveTo>
                    <a:cubicBezTo>
                      <a:pt x="93" y="1"/>
                      <a:pt x="22" y="55"/>
                      <a:pt x="16" y="130"/>
                    </a:cubicBezTo>
                    <a:cubicBezTo>
                      <a:pt x="1" y="211"/>
                      <a:pt x="60" y="291"/>
                      <a:pt x="140" y="299"/>
                    </a:cubicBezTo>
                    <a:cubicBezTo>
                      <a:pt x="146" y="299"/>
                      <a:pt x="152" y="299"/>
                      <a:pt x="158" y="299"/>
                    </a:cubicBezTo>
                    <a:cubicBezTo>
                      <a:pt x="196" y="299"/>
                      <a:pt x="230" y="288"/>
                      <a:pt x="256" y="267"/>
                    </a:cubicBezTo>
                    <a:lnTo>
                      <a:pt x="256" y="267"/>
                    </a:lnTo>
                    <a:cubicBezTo>
                      <a:pt x="297" y="243"/>
                      <a:pt x="325" y="193"/>
                      <a:pt x="316" y="144"/>
                    </a:cubicBezTo>
                    <a:lnTo>
                      <a:pt x="316" y="144"/>
                    </a:lnTo>
                    <a:cubicBezTo>
                      <a:pt x="310" y="78"/>
                      <a:pt x="268" y="26"/>
                      <a:pt x="206" y="5"/>
                    </a:cubicBezTo>
                    <a:cubicBezTo>
                      <a:pt x="194" y="2"/>
                      <a:pt x="181" y="1"/>
                      <a:pt x="1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7"/>
              <p:cNvSpPr/>
              <p:nvPr/>
            </p:nvSpPr>
            <p:spPr>
              <a:xfrm>
                <a:off x="1288975" y="2908725"/>
                <a:ext cx="7725" cy="625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50" extrusionOk="0">
                    <a:moveTo>
                      <a:pt x="154" y="1"/>
                    </a:moveTo>
                    <a:cubicBezTo>
                      <a:pt x="0" y="15"/>
                      <a:pt x="0" y="235"/>
                      <a:pt x="154" y="250"/>
                    </a:cubicBezTo>
                    <a:cubicBezTo>
                      <a:pt x="308" y="235"/>
                      <a:pt x="308" y="15"/>
                      <a:pt x="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7"/>
              <p:cNvSpPr/>
              <p:nvPr/>
            </p:nvSpPr>
            <p:spPr>
              <a:xfrm>
                <a:off x="1387025" y="2937300"/>
                <a:ext cx="81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80" extrusionOk="0">
                    <a:moveTo>
                      <a:pt x="141" y="1"/>
                    </a:moveTo>
                    <a:cubicBezTo>
                      <a:pt x="69" y="1"/>
                      <a:pt x="1" y="55"/>
                      <a:pt x="1" y="141"/>
                    </a:cubicBezTo>
                    <a:cubicBezTo>
                      <a:pt x="1" y="214"/>
                      <a:pt x="59" y="273"/>
                      <a:pt x="140" y="280"/>
                    </a:cubicBezTo>
                    <a:cubicBezTo>
                      <a:pt x="257" y="280"/>
                      <a:pt x="323" y="126"/>
                      <a:pt x="235" y="38"/>
                    </a:cubicBezTo>
                    <a:cubicBezTo>
                      <a:pt x="208" y="13"/>
                      <a:pt x="174" y="1"/>
                      <a:pt x="1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7"/>
              <p:cNvSpPr/>
              <p:nvPr/>
            </p:nvSpPr>
            <p:spPr>
              <a:xfrm>
                <a:off x="1439825" y="2938600"/>
                <a:ext cx="8275" cy="6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50" extrusionOk="0">
                    <a:moveTo>
                      <a:pt x="162" y="1"/>
                    </a:moveTo>
                    <a:cubicBezTo>
                      <a:pt x="0" y="1"/>
                      <a:pt x="0" y="250"/>
                      <a:pt x="162" y="250"/>
                    </a:cubicBezTo>
                    <a:cubicBezTo>
                      <a:pt x="330" y="250"/>
                      <a:pt x="330" y="1"/>
                      <a:pt x="1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7"/>
              <p:cNvSpPr/>
              <p:nvPr/>
            </p:nvSpPr>
            <p:spPr>
              <a:xfrm>
                <a:off x="1439075" y="2922100"/>
                <a:ext cx="7000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280" h="214" extrusionOk="0">
                    <a:moveTo>
                      <a:pt x="140" y="1"/>
                    </a:moveTo>
                    <a:cubicBezTo>
                      <a:pt x="1" y="1"/>
                      <a:pt x="1" y="213"/>
                      <a:pt x="140" y="213"/>
                    </a:cubicBezTo>
                    <a:cubicBezTo>
                      <a:pt x="280" y="213"/>
                      <a:pt x="280" y="1"/>
                      <a:pt x="140" y="1"/>
                    </a:cubicBezTo>
                    <a:close/>
                  </a:path>
                </a:pathLst>
              </a:custGeom>
              <a:solidFill>
                <a:srgbClr val="FFE6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7"/>
              <p:cNvSpPr/>
              <p:nvPr/>
            </p:nvSpPr>
            <p:spPr>
              <a:xfrm>
                <a:off x="1456500" y="2937525"/>
                <a:ext cx="1212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18" extrusionOk="0">
                    <a:moveTo>
                      <a:pt x="209" y="0"/>
                    </a:moveTo>
                    <a:cubicBezTo>
                      <a:pt x="102" y="0"/>
                      <a:pt x="0" y="83"/>
                      <a:pt x="0" y="212"/>
                    </a:cubicBezTo>
                    <a:cubicBezTo>
                      <a:pt x="0" y="322"/>
                      <a:pt x="88" y="418"/>
                      <a:pt x="206" y="418"/>
                    </a:cubicBezTo>
                    <a:cubicBezTo>
                      <a:pt x="389" y="418"/>
                      <a:pt x="484" y="190"/>
                      <a:pt x="352" y="58"/>
                    </a:cubicBezTo>
                    <a:cubicBezTo>
                      <a:pt x="310" y="19"/>
                      <a:pt x="259" y="0"/>
                      <a:pt x="2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7"/>
              <p:cNvSpPr/>
              <p:nvPr/>
            </p:nvSpPr>
            <p:spPr>
              <a:xfrm>
                <a:off x="1372925" y="2890750"/>
                <a:ext cx="37950" cy="25000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000" extrusionOk="0">
                    <a:moveTo>
                      <a:pt x="455" y="0"/>
                    </a:moveTo>
                    <a:cubicBezTo>
                      <a:pt x="289" y="0"/>
                      <a:pt x="125" y="59"/>
                      <a:pt x="0" y="162"/>
                    </a:cubicBezTo>
                    <a:cubicBezTo>
                      <a:pt x="88" y="639"/>
                      <a:pt x="499" y="984"/>
                      <a:pt x="983" y="998"/>
                    </a:cubicBezTo>
                    <a:cubicBezTo>
                      <a:pt x="992" y="999"/>
                      <a:pt x="1002" y="999"/>
                      <a:pt x="1011" y="999"/>
                    </a:cubicBezTo>
                    <a:cubicBezTo>
                      <a:pt x="1134" y="999"/>
                      <a:pt x="1255" y="956"/>
                      <a:pt x="1357" y="888"/>
                    </a:cubicBezTo>
                    <a:cubicBezTo>
                      <a:pt x="1467" y="808"/>
                      <a:pt x="1518" y="661"/>
                      <a:pt x="1481" y="529"/>
                    </a:cubicBezTo>
                    <a:cubicBezTo>
                      <a:pt x="1437" y="426"/>
                      <a:pt x="1364" y="346"/>
                      <a:pt x="1261" y="294"/>
                    </a:cubicBezTo>
                    <a:cubicBezTo>
                      <a:pt x="1027" y="133"/>
                      <a:pt x="763" y="1"/>
                      <a:pt x="484" y="1"/>
                    </a:cubicBezTo>
                    <a:cubicBezTo>
                      <a:pt x="474" y="1"/>
                      <a:pt x="464" y="0"/>
                      <a:pt x="455" y="0"/>
                    </a:cubicBezTo>
                    <a:close/>
                  </a:path>
                </a:pathLst>
              </a:custGeom>
              <a:solidFill>
                <a:srgbClr val="FFE6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7"/>
              <p:cNvSpPr/>
              <p:nvPr/>
            </p:nvSpPr>
            <p:spPr>
              <a:xfrm>
                <a:off x="1350000" y="2916125"/>
                <a:ext cx="282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701" extrusionOk="0">
                    <a:moveTo>
                      <a:pt x="437" y="1"/>
                    </a:moveTo>
                    <a:cubicBezTo>
                      <a:pt x="372" y="1"/>
                      <a:pt x="307" y="12"/>
                      <a:pt x="243" y="35"/>
                    </a:cubicBezTo>
                    <a:cubicBezTo>
                      <a:pt x="140" y="79"/>
                      <a:pt x="52" y="167"/>
                      <a:pt x="23" y="276"/>
                    </a:cubicBezTo>
                    <a:cubicBezTo>
                      <a:pt x="1" y="401"/>
                      <a:pt x="111" y="533"/>
                      <a:pt x="221" y="599"/>
                    </a:cubicBezTo>
                    <a:cubicBezTo>
                      <a:pt x="338" y="665"/>
                      <a:pt x="463" y="694"/>
                      <a:pt x="587" y="694"/>
                    </a:cubicBezTo>
                    <a:cubicBezTo>
                      <a:pt x="615" y="698"/>
                      <a:pt x="643" y="700"/>
                      <a:pt x="670" y="700"/>
                    </a:cubicBezTo>
                    <a:cubicBezTo>
                      <a:pt x="803" y="700"/>
                      <a:pt x="934" y="657"/>
                      <a:pt x="1049" y="584"/>
                    </a:cubicBezTo>
                    <a:cubicBezTo>
                      <a:pt x="1100" y="548"/>
                      <a:pt x="1130" y="489"/>
                      <a:pt x="1122" y="423"/>
                    </a:cubicBezTo>
                    <a:cubicBezTo>
                      <a:pt x="1108" y="379"/>
                      <a:pt x="1086" y="335"/>
                      <a:pt x="1049" y="313"/>
                    </a:cubicBezTo>
                    <a:cubicBezTo>
                      <a:pt x="939" y="211"/>
                      <a:pt x="815" y="123"/>
                      <a:pt x="683" y="57"/>
                    </a:cubicBezTo>
                    <a:cubicBezTo>
                      <a:pt x="604" y="19"/>
                      <a:pt x="521" y="1"/>
                      <a:pt x="4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7"/>
              <p:cNvSpPr/>
              <p:nvPr/>
            </p:nvSpPr>
            <p:spPr>
              <a:xfrm>
                <a:off x="1281275" y="2864475"/>
                <a:ext cx="34300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988" extrusionOk="0">
                    <a:moveTo>
                      <a:pt x="756" y="0"/>
                    </a:moveTo>
                    <a:cubicBezTo>
                      <a:pt x="616" y="0"/>
                      <a:pt x="474" y="81"/>
                      <a:pt x="352" y="172"/>
                    </a:cubicBezTo>
                    <a:cubicBezTo>
                      <a:pt x="191" y="282"/>
                      <a:pt x="74" y="429"/>
                      <a:pt x="0" y="612"/>
                    </a:cubicBezTo>
                    <a:cubicBezTo>
                      <a:pt x="74" y="759"/>
                      <a:pt x="206" y="876"/>
                      <a:pt x="367" y="935"/>
                    </a:cubicBezTo>
                    <a:cubicBezTo>
                      <a:pt x="464" y="970"/>
                      <a:pt x="564" y="988"/>
                      <a:pt x="664" y="988"/>
                    </a:cubicBezTo>
                    <a:cubicBezTo>
                      <a:pt x="814" y="988"/>
                      <a:pt x="964" y="948"/>
                      <a:pt x="1100" y="869"/>
                    </a:cubicBezTo>
                    <a:cubicBezTo>
                      <a:pt x="1239" y="788"/>
                      <a:pt x="1371" y="642"/>
                      <a:pt x="1335" y="488"/>
                    </a:cubicBezTo>
                    <a:cubicBezTo>
                      <a:pt x="1313" y="414"/>
                      <a:pt x="1269" y="348"/>
                      <a:pt x="1225" y="297"/>
                    </a:cubicBezTo>
                    <a:cubicBezTo>
                      <a:pt x="1122" y="172"/>
                      <a:pt x="1005" y="40"/>
                      <a:pt x="843" y="11"/>
                    </a:cubicBezTo>
                    <a:cubicBezTo>
                      <a:pt x="815" y="3"/>
                      <a:pt x="786" y="0"/>
                      <a:pt x="7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7"/>
              <p:cNvSpPr/>
              <p:nvPr/>
            </p:nvSpPr>
            <p:spPr>
              <a:xfrm>
                <a:off x="1406100" y="2920575"/>
                <a:ext cx="23300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932" h="847" extrusionOk="0">
                    <a:moveTo>
                      <a:pt x="537" y="1"/>
                    </a:moveTo>
                    <a:cubicBezTo>
                      <a:pt x="389" y="1"/>
                      <a:pt x="230" y="86"/>
                      <a:pt x="118" y="194"/>
                    </a:cubicBezTo>
                    <a:cubicBezTo>
                      <a:pt x="81" y="223"/>
                      <a:pt x="52" y="267"/>
                      <a:pt x="30" y="311"/>
                    </a:cubicBezTo>
                    <a:cubicBezTo>
                      <a:pt x="0" y="370"/>
                      <a:pt x="0" y="428"/>
                      <a:pt x="15" y="494"/>
                    </a:cubicBezTo>
                    <a:cubicBezTo>
                      <a:pt x="30" y="560"/>
                      <a:pt x="59" y="626"/>
                      <a:pt x="103" y="685"/>
                    </a:cubicBezTo>
                    <a:cubicBezTo>
                      <a:pt x="206" y="766"/>
                      <a:pt x="323" y="817"/>
                      <a:pt x="455" y="839"/>
                    </a:cubicBezTo>
                    <a:cubicBezTo>
                      <a:pt x="488" y="844"/>
                      <a:pt x="522" y="846"/>
                      <a:pt x="557" y="846"/>
                    </a:cubicBezTo>
                    <a:cubicBezTo>
                      <a:pt x="687" y="846"/>
                      <a:pt x="822" y="809"/>
                      <a:pt x="880" y="700"/>
                    </a:cubicBezTo>
                    <a:cubicBezTo>
                      <a:pt x="924" y="604"/>
                      <a:pt x="931" y="502"/>
                      <a:pt x="902" y="406"/>
                    </a:cubicBezTo>
                    <a:cubicBezTo>
                      <a:pt x="887" y="267"/>
                      <a:pt x="821" y="142"/>
                      <a:pt x="719" y="55"/>
                    </a:cubicBezTo>
                    <a:cubicBezTo>
                      <a:pt x="663" y="17"/>
                      <a:pt x="601" y="1"/>
                      <a:pt x="5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7"/>
              <p:cNvSpPr/>
              <p:nvPr/>
            </p:nvSpPr>
            <p:spPr>
              <a:xfrm>
                <a:off x="1508925" y="2907625"/>
                <a:ext cx="326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06" h="838" extrusionOk="0">
                    <a:moveTo>
                      <a:pt x="660" y="1"/>
                    </a:moveTo>
                    <a:cubicBezTo>
                      <a:pt x="504" y="1"/>
                      <a:pt x="348" y="30"/>
                      <a:pt x="206" y="81"/>
                    </a:cubicBezTo>
                    <a:cubicBezTo>
                      <a:pt x="140" y="96"/>
                      <a:pt x="88" y="133"/>
                      <a:pt x="44" y="177"/>
                    </a:cubicBezTo>
                    <a:cubicBezTo>
                      <a:pt x="15" y="228"/>
                      <a:pt x="0" y="287"/>
                      <a:pt x="8" y="345"/>
                    </a:cubicBezTo>
                    <a:cubicBezTo>
                      <a:pt x="8" y="441"/>
                      <a:pt x="30" y="543"/>
                      <a:pt x="59" y="638"/>
                    </a:cubicBezTo>
                    <a:cubicBezTo>
                      <a:pt x="176" y="726"/>
                      <a:pt x="308" y="792"/>
                      <a:pt x="455" y="822"/>
                    </a:cubicBezTo>
                    <a:cubicBezTo>
                      <a:pt x="512" y="832"/>
                      <a:pt x="570" y="837"/>
                      <a:pt x="627" y="837"/>
                    </a:cubicBezTo>
                    <a:cubicBezTo>
                      <a:pt x="810" y="837"/>
                      <a:pt x="988" y="785"/>
                      <a:pt x="1144" y="690"/>
                    </a:cubicBezTo>
                    <a:cubicBezTo>
                      <a:pt x="1210" y="653"/>
                      <a:pt x="1261" y="594"/>
                      <a:pt x="1291" y="529"/>
                    </a:cubicBezTo>
                    <a:cubicBezTo>
                      <a:pt x="1305" y="470"/>
                      <a:pt x="1298" y="397"/>
                      <a:pt x="1269" y="338"/>
                    </a:cubicBezTo>
                    <a:cubicBezTo>
                      <a:pt x="1173" y="162"/>
                      <a:pt x="990" y="37"/>
                      <a:pt x="792" y="8"/>
                    </a:cubicBezTo>
                    <a:cubicBezTo>
                      <a:pt x="748" y="3"/>
                      <a:pt x="704" y="1"/>
                      <a:pt x="6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7"/>
              <p:cNvSpPr/>
              <p:nvPr/>
            </p:nvSpPr>
            <p:spPr>
              <a:xfrm>
                <a:off x="1549800" y="2921525"/>
                <a:ext cx="37425" cy="18550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742" extrusionOk="0">
                    <a:moveTo>
                      <a:pt x="783" y="1"/>
                    </a:moveTo>
                    <a:cubicBezTo>
                      <a:pt x="731" y="1"/>
                      <a:pt x="675" y="6"/>
                      <a:pt x="616" y="17"/>
                    </a:cubicBezTo>
                    <a:cubicBezTo>
                      <a:pt x="411" y="60"/>
                      <a:pt x="184" y="119"/>
                      <a:pt x="52" y="280"/>
                    </a:cubicBezTo>
                    <a:cubicBezTo>
                      <a:pt x="0" y="332"/>
                      <a:pt x="0" y="405"/>
                      <a:pt x="44" y="456"/>
                    </a:cubicBezTo>
                    <a:cubicBezTo>
                      <a:pt x="176" y="647"/>
                      <a:pt x="426" y="720"/>
                      <a:pt x="653" y="735"/>
                    </a:cubicBezTo>
                    <a:cubicBezTo>
                      <a:pt x="693" y="740"/>
                      <a:pt x="733" y="742"/>
                      <a:pt x="773" y="742"/>
                    </a:cubicBezTo>
                    <a:cubicBezTo>
                      <a:pt x="988" y="742"/>
                      <a:pt x="1199" y="676"/>
                      <a:pt x="1379" y="552"/>
                    </a:cubicBezTo>
                    <a:cubicBezTo>
                      <a:pt x="1437" y="508"/>
                      <a:pt x="1496" y="442"/>
                      <a:pt x="1474" y="368"/>
                    </a:cubicBezTo>
                    <a:cubicBezTo>
                      <a:pt x="1459" y="339"/>
                      <a:pt x="1437" y="310"/>
                      <a:pt x="1408" y="288"/>
                    </a:cubicBezTo>
                    <a:cubicBezTo>
                      <a:pt x="1204" y="107"/>
                      <a:pt x="1024" y="1"/>
                      <a:pt x="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7"/>
              <p:cNvSpPr/>
              <p:nvPr/>
            </p:nvSpPr>
            <p:spPr>
              <a:xfrm>
                <a:off x="1531925" y="2938925"/>
                <a:ext cx="11125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86" extrusionOk="0">
                    <a:moveTo>
                      <a:pt x="280" y="1"/>
                    </a:moveTo>
                    <a:cubicBezTo>
                      <a:pt x="222" y="1"/>
                      <a:pt x="167" y="23"/>
                      <a:pt x="129" y="61"/>
                    </a:cubicBezTo>
                    <a:cubicBezTo>
                      <a:pt x="106" y="75"/>
                      <a:pt x="86" y="93"/>
                      <a:pt x="71" y="113"/>
                    </a:cubicBezTo>
                    <a:lnTo>
                      <a:pt x="71" y="113"/>
                    </a:lnTo>
                    <a:cubicBezTo>
                      <a:pt x="71" y="113"/>
                      <a:pt x="70" y="112"/>
                      <a:pt x="70" y="112"/>
                    </a:cubicBezTo>
                    <a:cubicBezTo>
                      <a:pt x="63" y="107"/>
                      <a:pt x="55" y="105"/>
                      <a:pt x="47" y="105"/>
                    </a:cubicBezTo>
                    <a:cubicBezTo>
                      <a:pt x="31" y="105"/>
                      <a:pt x="16" y="115"/>
                      <a:pt x="11" y="134"/>
                    </a:cubicBezTo>
                    <a:cubicBezTo>
                      <a:pt x="1" y="181"/>
                      <a:pt x="13" y="223"/>
                      <a:pt x="39" y="258"/>
                    </a:cubicBezTo>
                    <a:lnTo>
                      <a:pt x="39" y="258"/>
                    </a:lnTo>
                    <a:cubicBezTo>
                      <a:pt x="39" y="261"/>
                      <a:pt x="40" y="264"/>
                      <a:pt x="41" y="266"/>
                    </a:cubicBezTo>
                    <a:cubicBezTo>
                      <a:pt x="41" y="351"/>
                      <a:pt x="107" y="385"/>
                      <a:pt x="182" y="385"/>
                    </a:cubicBezTo>
                    <a:cubicBezTo>
                      <a:pt x="247" y="385"/>
                      <a:pt x="318" y="360"/>
                      <a:pt x="361" y="318"/>
                    </a:cubicBezTo>
                    <a:lnTo>
                      <a:pt x="361" y="318"/>
                    </a:lnTo>
                    <a:cubicBezTo>
                      <a:pt x="416" y="273"/>
                      <a:pt x="445" y="200"/>
                      <a:pt x="422" y="127"/>
                    </a:cubicBezTo>
                    <a:cubicBezTo>
                      <a:pt x="407" y="68"/>
                      <a:pt x="356" y="24"/>
                      <a:pt x="305" y="2"/>
                    </a:cubicBezTo>
                    <a:cubicBezTo>
                      <a:pt x="296" y="1"/>
                      <a:pt x="288" y="1"/>
                      <a:pt x="2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7"/>
              <p:cNvSpPr/>
              <p:nvPr/>
            </p:nvSpPr>
            <p:spPr>
              <a:xfrm>
                <a:off x="1501400" y="2937550"/>
                <a:ext cx="607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190" extrusionOk="0">
                    <a:moveTo>
                      <a:pt x="102" y="1"/>
                    </a:moveTo>
                    <a:cubicBezTo>
                      <a:pt x="78" y="1"/>
                      <a:pt x="55" y="10"/>
                      <a:pt x="37" y="28"/>
                    </a:cubicBezTo>
                    <a:cubicBezTo>
                      <a:pt x="23" y="35"/>
                      <a:pt x="15" y="50"/>
                      <a:pt x="15" y="65"/>
                    </a:cubicBezTo>
                    <a:lnTo>
                      <a:pt x="15" y="72"/>
                    </a:lnTo>
                    <a:cubicBezTo>
                      <a:pt x="1" y="109"/>
                      <a:pt x="23" y="153"/>
                      <a:pt x="52" y="167"/>
                    </a:cubicBezTo>
                    <a:cubicBezTo>
                      <a:pt x="81" y="182"/>
                      <a:pt x="103" y="189"/>
                      <a:pt x="133" y="189"/>
                    </a:cubicBezTo>
                    <a:cubicBezTo>
                      <a:pt x="206" y="189"/>
                      <a:pt x="243" y="101"/>
                      <a:pt x="191" y="50"/>
                    </a:cubicBezTo>
                    <a:cubicBezTo>
                      <a:pt x="177" y="35"/>
                      <a:pt x="162" y="21"/>
                      <a:pt x="147" y="13"/>
                    </a:cubicBezTo>
                    <a:cubicBezTo>
                      <a:pt x="133" y="5"/>
                      <a:pt x="117" y="1"/>
                      <a:pt x="1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7"/>
              <p:cNvSpPr/>
              <p:nvPr/>
            </p:nvSpPr>
            <p:spPr>
              <a:xfrm>
                <a:off x="1562250" y="2948250"/>
                <a:ext cx="1140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385" extrusionOk="0">
                    <a:moveTo>
                      <a:pt x="201" y="1"/>
                    </a:moveTo>
                    <a:cubicBezTo>
                      <a:pt x="100" y="1"/>
                      <a:pt x="1" y="79"/>
                      <a:pt x="1" y="194"/>
                    </a:cubicBezTo>
                    <a:cubicBezTo>
                      <a:pt x="1" y="297"/>
                      <a:pt x="89" y="385"/>
                      <a:pt x="199" y="385"/>
                    </a:cubicBezTo>
                    <a:cubicBezTo>
                      <a:pt x="367" y="385"/>
                      <a:pt x="455" y="179"/>
                      <a:pt x="331" y="55"/>
                    </a:cubicBezTo>
                    <a:cubicBezTo>
                      <a:pt x="294" y="18"/>
                      <a:pt x="247" y="1"/>
                      <a:pt x="2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7"/>
              <p:cNvSpPr/>
              <p:nvPr/>
            </p:nvSpPr>
            <p:spPr>
              <a:xfrm>
                <a:off x="1232550" y="2914025"/>
                <a:ext cx="42325" cy="948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3792" extrusionOk="0">
                    <a:moveTo>
                      <a:pt x="484" y="1"/>
                    </a:moveTo>
                    <a:cubicBezTo>
                      <a:pt x="464" y="1"/>
                      <a:pt x="445" y="12"/>
                      <a:pt x="439" y="38"/>
                    </a:cubicBezTo>
                    <a:cubicBezTo>
                      <a:pt x="256" y="595"/>
                      <a:pt x="138" y="1211"/>
                      <a:pt x="6" y="1783"/>
                    </a:cubicBezTo>
                    <a:cubicBezTo>
                      <a:pt x="1" y="1806"/>
                      <a:pt x="17" y="1824"/>
                      <a:pt x="35" y="1824"/>
                    </a:cubicBezTo>
                    <a:cubicBezTo>
                      <a:pt x="40" y="1824"/>
                      <a:pt x="46" y="1823"/>
                      <a:pt x="50" y="1820"/>
                    </a:cubicBezTo>
                    <a:cubicBezTo>
                      <a:pt x="150" y="1753"/>
                      <a:pt x="189" y="1693"/>
                      <a:pt x="228" y="1693"/>
                    </a:cubicBezTo>
                    <a:cubicBezTo>
                      <a:pt x="257" y="1693"/>
                      <a:pt x="287" y="1728"/>
                      <a:pt x="344" y="1820"/>
                    </a:cubicBezTo>
                    <a:cubicBezTo>
                      <a:pt x="468" y="2010"/>
                      <a:pt x="534" y="2237"/>
                      <a:pt x="534" y="2472"/>
                    </a:cubicBezTo>
                    <a:cubicBezTo>
                      <a:pt x="542" y="2817"/>
                      <a:pt x="351" y="3506"/>
                      <a:pt x="622" y="3770"/>
                    </a:cubicBezTo>
                    <a:cubicBezTo>
                      <a:pt x="641" y="3784"/>
                      <a:pt x="661" y="3792"/>
                      <a:pt x="680" y="3792"/>
                    </a:cubicBezTo>
                    <a:cubicBezTo>
                      <a:pt x="699" y="3792"/>
                      <a:pt x="718" y="3784"/>
                      <a:pt x="732" y="3770"/>
                    </a:cubicBezTo>
                    <a:cubicBezTo>
                      <a:pt x="1238" y="3198"/>
                      <a:pt x="1590" y="2611"/>
                      <a:pt x="1693" y="1856"/>
                    </a:cubicBezTo>
                    <a:cubicBezTo>
                      <a:pt x="1693" y="1836"/>
                      <a:pt x="1677" y="1825"/>
                      <a:pt x="1662" y="1825"/>
                    </a:cubicBezTo>
                    <a:cubicBezTo>
                      <a:pt x="1650" y="1825"/>
                      <a:pt x="1637" y="1832"/>
                      <a:pt x="1634" y="1849"/>
                    </a:cubicBezTo>
                    <a:cubicBezTo>
                      <a:pt x="1524" y="2252"/>
                      <a:pt x="1355" y="2648"/>
                      <a:pt x="1150" y="3007"/>
                    </a:cubicBezTo>
                    <a:cubicBezTo>
                      <a:pt x="1069" y="3147"/>
                      <a:pt x="945" y="3367"/>
                      <a:pt x="828" y="3462"/>
                    </a:cubicBezTo>
                    <a:cubicBezTo>
                      <a:pt x="767" y="3509"/>
                      <a:pt x="729" y="3529"/>
                      <a:pt x="706" y="3529"/>
                    </a:cubicBezTo>
                    <a:cubicBezTo>
                      <a:pt x="640" y="3529"/>
                      <a:pt x="697" y="3365"/>
                      <a:pt x="703" y="3213"/>
                    </a:cubicBezTo>
                    <a:cubicBezTo>
                      <a:pt x="710" y="2919"/>
                      <a:pt x="769" y="2560"/>
                      <a:pt x="710" y="2267"/>
                    </a:cubicBezTo>
                    <a:cubicBezTo>
                      <a:pt x="652" y="2003"/>
                      <a:pt x="395" y="1820"/>
                      <a:pt x="285" y="1563"/>
                    </a:cubicBezTo>
                    <a:cubicBezTo>
                      <a:pt x="281" y="1559"/>
                      <a:pt x="276" y="1557"/>
                      <a:pt x="271" y="1557"/>
                    </a:cubicBezTo>
                    <a:cubicBezTo>
                      <a:pt x="267" y="1557"/>
                      <a:pt x="263" y="1559"/>
                      <a:pt x="263" y="1563"/>
                    </a:cubicBezTo>
                    <a:cubicBezTo>
                      <a:pt x="219" y="1619"/>
                      <a:pt x="189" y="1643"/>
                      <a:pt x="169" y="1643"/>
                    </a:cubicBezTo>
                    <a:cubicBezTo>
                      <a:pt x="73" y="1643"/>
                      <a:pt x="223" y="1086"/>
                      <a:pt x="241" y="1013"/>
                    </a:cubicBezTo>
                    <a:cubicBezTo>
                      <a:pt x="322" y="690"/>
                      <a:pt x="454" y="390"/>
                      <a:pt x="534" y="67"/>
                    </a:cubicBezTo>
                    <a:cubicBezTo>
                      <a:pt x="548" y="27"/>
                      <a:pt x="515" y="1"/>
                      <a:pt x="4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7"/>
              <p:cNvSpPr/>
              <p:nvPr/>
            </p:nvSpPr>
            <p:spPr>
              <a:xfrm>
                <a:off x="1290975" y="2957925"/>
                <a:ext cx="69125" cy="72025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2881" extrusionOk="0">
                    <a:moveTo>
                      <a:pt x="2000" y="0"/>
                    </a:moveTo>
                    <a:cubicBezTo>
                      <a:pt x="1991" y="0"/>
                      <a:pt x="1982" y="2"/>
                      <a:pt x="1973" y="5"/>
                    </a:cubicBezTo>
                    <a:cubicBezTo>
                      <a:pt x="1739" y="49"/>
                      <a:pt x="1519" y="159"/>
                      <a:pt x="1335" y="313"/>
                    </a:cubicBezTo>
                    <a:cubicBezTo>
                      <a:pt x="1240" y="401"/>
                      <a:pt x="1152" y="503"/>
                      <a:pt x="1064" y="591"/>
                    </a:cubicBezTo>
                    <a:cubicBezTo>
                      <a:pt x="837" y="789"/>
                      <a:pt x="800" y="643"/>
                      <a:pt x="536" y="797"/>
                    </a:cubicBezTo>
                    <a:cubicBezTo>
                      <a:pt x="170" y="1017"/>
                      <a:pt x="52" y="1750"/>
                      <a:pt x="1" y="2131"/>
                    </a:cubicBezTo>
                    <a:cubicBezTo>
                      <a:pt x="1" y="2135"/>
                      <a:pt x="3" y="2137"/>
                      <a:pt x="5" y="2137"/>
                    </a:cubicBezTo>
                    <a:cubicBezTo>
                      <a:pt x="6" y="2137"/>
                      <a:pt x="8" y="2135"/>
                      <a:pt x="8" y="2131"/>
                    </a:cubicBezTo>
                    <a:lnTo>
                      <a:pt x="8" y="2138"/>
                    </a:lnTo>
                    <a:cubicBezTo>
                      <a:pt x="96" y="1860"/>
                      <a:pt x="206" y="1581"/>
                      <a:pt x="331" y="1310"/>
                    </a:cubicBezTo>
                    <a:cubicBezTo>
                      <a:pt x="470" y="1031"/>
                      <a:pt x="609" y="987"/>
                      <a:pt x="873" y="885"/>
                    </a:cubicBezTo>
                    <a:cubicBezTo>
                      <a:pt x="1293" y="727"/>
                      <a:pt x="1486" y="324"/>
                      <a:pt x="1926" y="183"/>
                    </a:cubicBezTo>
                    <a:lnTo>
                      <a:pt x="1926" y="183"/>
                    </a:lnTo>
                    <a:cubicBezTo>
                      <a:pt x="1963" y="580"/>
                      <a:pt x="1962" y="1042"/>
                      <a:pt x="2252" y="1325"/>
                    </a:cubicBezTo>
                    <a:cubicBezTo>
                      <a:pt x="2288" y="1354"/>
                      <a:pt x="2369" y="1332"/>
                      <a:pt x="2398" y="1361"/>
                    </a:cubicBezTo>
                    <a:cubicBezTo>
                      <a:pt x="2523" y="1479"/>
                      <a:pt x="2516" y="1589"/>
                      <a:pt x="2530" y="1743"/>
                    </a:cubicBezTo>
                    <a:cubicBezTo>
                      <a:pt x="2567" y="2116"/>
                      <a:pt x="2428" y="2468"/>
                      <a:pt x="2530" y="2842"/>
                    </a:cubicBezTo>
                    <a:cubicBezTo>
                      <a:pt x="2538" y="2868"/>
                      <a:pt x="2560" y="2881"/>
                      <a:pt x="2582" y="2881"/>
                    </a:cubicBezTo>
                    <a:cubicBezTo>
                      <a:pt x="2604" y="2881"/>
                      <a:pt x="2626" y="2868"/>
                      <a:pt x="2633" y="2842"/>
                    </a:cubicBezTo>
                    <a:cubicBezTo>
                      <a:pt x="2765" y="2490"/>
                      <a:pt x="2750" y="2058"/>
                      <a:pt x="2736" y="1684"/>
                    </a:cubicBezTo>
                    <a:cubicBezTo>
                      <a:pt x="2728" y="1479"/>
                      <a:pt x="2699" y="1332"/>
                      <a:pt x="2552" y="1178"/>
                    </a:cubicBezTo>
                    <a:cubicBezTo>
                      <a:pt x="2536" y="1161"/>
                      <a:pt x="2515" y="1153"/>
                      <a:pt x="2494" y="1153"/>
                    </a:cubicBezTo>
                    <a:cubicBezTo>
                      <a:pt x="2486" y="1153"/>
                      <a:pt x="2479" y="1154"/>
                      <a:pt x="2472" y="1156"/>
                    </a:cubicBezTo>
                    <a:cubicBezTo>
                      <a:pt x="2458" y="1160"/>
                      <a:pt x="2445" y="1162"/>
                      <a:pt x="2433" y="1162"/>
                    </a:cubicBezTo>
                    <a:cubicBezTo>
                      <a:pt x="2158" y="1162"/>
                      <a:pt x="2097" y="196"/>
                      <a:pt x="2076" y="56"/>
                    </a:cubicBezTo>
                    <a:cubicBezTo>
                      <a:pt x="2064" y="21"/>
                      <a:pt x="2034" y="0"/>
                      <a:pt x="20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7"/>
              <p:cNvSpPr/>
              <p:nvPr/>
            </p:nvSpPr>
            <p:spPr>
              <a:xfrm>
                <a:off x="1380250" y="2977925"/>
                <a:ext cx="11750" cy="76225"/>
              </a:xfrm>
              <a:custGeom>
                <a:avLst/>
                <a:gdLst/>
                <a:ahLst/>
                <a:cxnLst/>
                <a:rect l="l" t="t" r="r" b="b"/>
                <a:pathLst>
                  <a:path w="470" h="3049" extrusionOk="0">
                    <a:moveTo>
                      <a:pt x="357" y="0"/>
                    </a:moveTo>
                    <a:cubicBezTo>
                      <a:pt x="337" y="0"/>
                      <a:pt x="315" y="13"/>
                      <a:pt x="308" y="41"/>
                    </a:cubicBezTo>
                    <a:cubicBezTo>
                      <a:pt x="250" y="283"/>
                      <a:pt x="213" y="539"/>
                      <a:pt x="213" y="796"/>
                    </a:cubicBezTo>
                    <a:cubicBezTo>
                      <a:pt x="213" y="821"/>
                      <a:pt x="235" y="841"/>
                      <a:pt x="265" y="841"/>
                    </a:cubicBezTo>
                    <a:cubicBezTo>
                      <a:pt x="270" y="841"/>
                      <a:pt x="274" y="841"/>
                      <a:pt x="279" y="840"/>
                    </a:cubicBezTo>
                    <a:lnTo>
                      <a:pt x="279" y="840"/>
                    </a:lnTo>
                    <a:cubicBezTo>
                      <a:pt x="242" y="855"/>
                      <a:pt x="154" y="2006"/>
                      <a:pt x="147" y="2035"/>
                    </a:cubicBezTo>
                    <a:cubicBezTo>
                      <a:pt x="96" y="2350"/>
                      <a:pt x="0" y="2673"/>
                      <a:pt x="30" y="2995"/>
                    </a:cubicBezTo>
                    <a:cubicBezTo>
                      <a:pt x="30" y="3028"/>
                      <a:pt x="59" y="3048"/>
                      <a:pt x="88" y="3048"/>
                    </a:cubicBezTo>
                    <a:cubicBezTo>
                      <a:pt x="105" y="3048"/>
                      <a:pt x="122" y="3041"/>
                      <a:pt x="132" y="3025"/>
                    </a:cubicBezTo>
                    <a:cubicBezTo>
                      <a:pt x="470" y="2431"/>
                      <a:pt x="440" y="1426"/>
                      <a:pt x="389" y="774"/>
                    </a:cubicBezTo>
                    <a:cubicBezTo>
                      <a:pt x="389" y="750"/>
                      <a:pt x="369" y="735"/>
                      <a:pt x="349" y="735"/>
                    </a:cubicBezTo>
                    <a:cubicBezTo>
                      <a:pt x="346" y="735"/>
                      <a:pt x="342" y="736"/>
                      <a:pt x="339" y="737"/>
                    </a:cubicBezTo>
                    <a:lnTo>
                      <a:pt x="339" y="737"/>
                    </a:lnTo>
                    <a:cubicBezTo>
                      <a:pt x="382" y="717"/>
                      <a:pt x="404" y="63"/>
                      <a:pt x="404" y="48"/>
                    </a:cubicBezTo>
                    <a:cubicBezTo>
                      <a:pt x="404" y="17"/>
                      <a:pt x="381" y="0"/>
                      <a:pt x="3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7"/>
              <p:cNvSpPr/>
              <p:nvPr/>
            </p:nvSpPr>
            <p:spPr>
              <a:xfrm>
                <a:off x="1309875" y="2993525"/>
                <a:ext cx="1022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409" h="1443" extrusionOk="0">
                    <a:moveTo>
                      <a:pt x="356" y="1"/>
                    </a:moveTo>
                    <a:cubicBezTo>
                      <a:pt x="347" y="1"/>
                      <a:pt x="338" y="4"/>
                      <a:pt x="330" y="11"/>
                    </a:cubicBezTo>
                    <a:cubicBezTo>
                      <a:pt x="169" y="128"/>
                      <a:pt x="161" y="436"/>
                      <a:pt x="125" y="619"/>
                    </a:cubicBezTo>
                    <a:cubicBezTo>
                      <a:pt x="81" y="876"/>
                      <a:pt x="0" y="1169"/>
                      <a:pt x="81" y="1426"/>
                    </a:cubicBezTo>
                    <a:cubicBezTo>
                      <a:pt x="84" y="1437"/>
                      <a:pt x="95" y="1442"/>
                      <a:pt x="106" y="1442"/>
                    </a:cubicBezTo>
                    <a:cubicBezTo>
                      <a:pt x="117" y="1442"/>
                      <a:pt x="128" y="1437"/>
                      <a:pt x="132" y="1426"/>
                    </a:cubicBezTo>
                    <a:cubicBezTo>
                      <a:pt x="271" y="1242"/>
                      <a:pt x="293" y="1008"/>
                      <a:pt x="330" y="780"/>
                    </a:cubicBezTo>
                    <a:cubicBezTo>
                      <a:pt x="345" y="692"/>
                      <a:pt x="359" y="590"/>
                      <a:pt x="374" y="494"/>
                    </a:cubicBezTo>
                    <a:cubicBezTo>
                      <a:pt x="396" y="362"/>
                      <a:pt x="367" y="187"/>
                      <a:pt x="403" y="62"/>
                    </a:cubicBezTo>
                    <a:cubicBezTo>
                      <a:pt x="409" y="34"/>
                      <a:pt x="384" y="1"/>
                      <a:pt x="3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7"/>
              <p:cNvSpPr/>
              <p:nvPr/>
            </p:nvSpPr>
            <p:spPr>
              <a:xfrm>
                <a:off x="1418550" y="2985675"/>
                <a:ext cx="51550" cy="68725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749" extrusionOk="0">
                    <a:moveTo>
                      <a:pt x="121" y="1"/>
                    </a:moveTo>
                    <a:cubicBezTo>
                      <a:pt x="101" y="1"/>
                      <a:pt x="81" y="12"/>
                      <a:pt x="74" y="39"/>
                    </a:cubicBezTo>
                    <a:lnTo>
                      <a:pt x="81" y="39"/>
                    </a:lnTo>
                    <a:cubicBezTo>
                      <a:pt x="30" y="273"/>
                      <a:pt x="1" y="581"/>
                      <a:pt x="184" y="757"/>
                    </a:cubicBezTo>
                    <a:cubicBezTo>
                      <a:pt x="199" y="772"/>
                      <a:pt x="221" y="772"/>
                      <a:pt x="235" y="772"/>
                    </a:cubicBezTo>
                    <a:cubicBezTo>
                      <a:pt x="244" y="769"/>
                      <a:pt x="252" y="768"/>
                      <a:pt x="260" y="768"/>
                    </a:cubicBezTo>
                    <a:cubicBezTo>
                      <a:pt x="419" y="768"/>
                      <a:pt x="496" y="1298"/>
                      <a:pt x="565" y="1410"/>
                    </a:cubicBezTo>
                    <a:cubicBezTo>
                      <a:pt x="646" y="1542"/>
                      <a:pt x="778" y="1637"/>
                      <a:pt x="932" y="1681"/>
                    </a:cubicBezTo>
                    <a:cubicBezTo>
                      <a:pt x="961" y="1687"/>
                      <a:pt x="988" y="1689"/>
                      <a:pt x="1015" y="1689"/>
                    </a:cubicBezTo>
                    <a:cubicBezTo>
                      <a:pt x="1142" y="1689"/>
                      <a:pt x="1247" y="1637"/>
                      <a:pt x="1343" y="1637"/>
                    </a:cubicBezTo>
                    <a:cubicBezTo>
                      <a:pt x="1438" y="1637"/>
                      <a:pt x="1524" y="1688"/>
                      <a:pt x="1614" y="1894"/>
                    </a:cubicBezTo>
                    <a:cubicBezTo>
                      <a:pt x="1731" y="2165"/>
                      <a:pt x="1672" y="2465"/>
                      <a:pt x="1848" y="2722"/>
                    </a:cubicBezTo>
                    <a:cubicBezTo>
                      <a:pt x="1858" y="2740"/>
                      <a:pt x="1875" y="2749"/>
                      <a:pt x="1892" y="2749"/>
                    </a:cubicBezTo>
                    <a:cubicBezTo>
                      <a:pt x="1917" y="2749"/>
                      <a:pt x="1943" y="2733"/>
                      <a:pt x="1951" y="2707"/>
                    </a:cubicBezTo>
                    <a:cubicBezTo>
                      <a:pt x="2061" y="2385"/>
                      <a:pt x="1914" y="1498"/>
                      <a:pt x="1496" y="1410"/>
                    </a:cubicBezTo>
                    <a:cubicBezTo>
                      <a:pt x="1478" y="1406"/>
                      <a:pt x="1461" y="1404"/>
                      <a:pt x="1444" y="1404"/>
                    </a:cubicBezTo>
                    <a:cubicBezTo>
                      <a:pt x="1337" y="1404"/>
                      <a:pt x="1266" y="1477"/>
                      <a:pt x="1152" y="1483"/>
                    </a:cubicBezTo>
                    <a:cubicBezTo>
                      <a:pt x="1120" y="1486"/>
                      <a:pt x="1090" y="1487"/>
                      <a:pt x="1062" y="1487"/>
                    </a:cubicBezTo>
                    <a:cubicBezTo>
                      <a:pt x="596" y="1487"/>
                      <a:pt x="664" y="1101"/>
                      <a:pt x="485" y="852"/>
                    </a:cubicBezTo>
                    <a:cubicBezTo>
                      <a:pt x="389" y="735"/>
                      <a:pt x="382" y="794"/>
                      <a:pt x="301" y="691"/>
                    </a:cubicBezTo>
                    <a:cubicBezTo>
                      <a:pt x="162" y="501"/>
                      <a:pt x="184" y="273"/>
                      <a:pt x="169" y="46"/>
                    </a:cubicBezTo>
                    <a:cubicBezTo>
                      <a:pt x="169" y="18"/>
                      <a:pt x="145" y="1"/>
                      <a:pt x="1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7"/>
              <p:cNvSpPr/>
              <p:nvPr/>
            </p:nvSpPr>
            <p:spPr>
              <a:xfrm>
                <a:off x="1511475" y="2978575"/>
                <a:ext cx="7000" cy="76350"/>
              </a:xfrm>
              <a:custGeom>
                <a:avLst/>
                <a:gdLst/>
                <a:ahLst/>
                <a:cxnLst/>
                <a:rect l="l" t="t" r="r" b="b"/>
                <a:pathLst>
                  <a:path w="280" h="3054" extrusionOk="0">
                    <a:moveTo>
                      <a:pt x="134" y="0"/>
                    </a:moveTo>
                    <a:cubicBezTo>
                      <a:pt x="124" y="0"/>
                      <a:pt x="114" y="7"/>
                      <a:pt x="111" y="22"/>
                    </a:cubicBezTo>
                    <a:cubicBezTo>
                      <a:pt x="1" y="499"/>
                      <a:pt x="16" y="1026"/>
                      <a:pt x="30" y="1518"/>
                    </a:cubicBezTo>
                    <a:cubicBezTo>
                      <a:pt x="23" y="2016"/>
                      <a:pt x="67" y="2522"/>
                      <a:pt x="170" y="3013"/>
                    </a:cubicBezTo>
                    <a:cubicBezTo>
                      <a:pt x="176" y="3040"/>
                      <a:pt x="198" y="3053"/>
                      <a:pt x="220" y="3053"/>
                    </a:cubicBezTo>
                    <a:cubicBezTo>
                      <a:pt x="246" y="3053"/>
                      <a:pt x="272" y="3035"/>
                      <a:pt x="272" y="2999"/>
                    </a:cubicBezTo>
                    <a:cubicBezTo>
                      <a:pt x="280" y="2508"/>
                      <a:pt x="221" y="2009"/>
                      <a:pt x="206" y="1518"/>
                    </a:cubicBezTo>
                    <a:cubicBezTo>
                      <a:pt x="184" y="1019"/>
                      <a:pt x="221" y="513"/>
                      <a:pt x="162" y="29"/>
                    </a:cubicBezTo>
                    <a:cubicBezTo>
                      <a:pt x="162" y="12"/>
                      <a:pt x="148" y="0"/>
                      <a:pt x="1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7"/>
              <p:cNvSpPr/>
              <p:nvPr/>
            </p:nvSpPr>
            <p:spPr>
              <a:xfrm>
                <a:off x="1538250" y="2992050"/>
                <a:ext cx="35300" cy="5555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2222" extrusionOk="0">
                    <a:moveTo>
                      <a:pt x="72" y="1"/>
                    </a:moveTo>
                    <a:cubicBezTo>
                      <a:pt x="56" y="1"/>
                      <a:pt x="43" y="9"/>
                      <a:pt x="37" y="26"/>
                    </a:cubicBezTo>
                    <a:lnTo>
                      <a:pt x="22" y="55"/>
                    </a:lnTo>
                    <a:cubicBezTo>
                      <a:pt x="15" y="62"/>
                      <a:pt x="15" y="77"/>
                      <a:pt x="22" y="84"/>
                    </a:cubicBezTo>
                    <a:lnTo>
                      <a:pt x="37" y="106"/>
                    </a:lnTo>
                    <a:cubicBezTo>
                      <a:pt x="39" y="108"/>
                      <a:pt x="41" y="109"/>
                      <a:pt x="44" y="109"/>
                    </a:cubicBezTo>
                    <a:cubicBezTo>
                      <a:pt x="49" y="109"/>
                      <a:pt x="54" y="104"/>
                      <a:pt x="59" y="99"/>
                    </a:cubicBezTo>
                    <a:lnTo>
                      <a:pt x="59" y="99"/>
                    </a:lnTo>
                    <a:cubicBezTo>
                      <a:pt x="0" y="304"/>
                      <a:pt x="191" y="590"/>
                      <a:pt x="345" y="707"/>
                    </a:cubicBezTo>
                    <a:cubicBezTo>
                      <a:pt x="356" y="715"/>
                      <a:pt x="369" y="718"/>
                      <a:pt x="383" y="718"/>
                    </a:cubicBezTo>
                    <a:cubicBezTo>
                      <a:pt x="396" y="718"/>
                      <a:pt x="411" y="715"/>
                      <a:pt x="426" y="707"/>
                    </a:cubicBezTo>
                    <a:cubicBezTo>
                      <a:pt x="506" y="664"/>
                      <a:pt x="575" y="645"/>
                      <a:pt x="634" y="645"/>
                    </a:cubicBezTo>
                    <a:cubicBezTo>
                      <a:pt x="938" y="645"/>
                      <a:pt x="991" y="1138"/>
                      <a:pt x="1034" y="1389"/>
                    </a:cubicBezTo>
                    <a:cubicBezTo>
                      <a:pt x="1071" y="1646"/>
                      <a:pt x="1086" y="1903"/>
                      <a:pt x="1166" y="2144"/>
                    </a:cubicBezTo>
                    <a:cubicBezTo>
                      <a:pt x="1182" y="2199"/>
                      <a:pt x="1221" y="2222"/>
                      <a:pt x="1261" y="2222"/>
                    </a:cubicBezTo>
                    <a:cubicBezTo>
                      <a:pt x="1334" y="2222"/>
                      <a:pt x="1411" y="2149"/>
                      <a:pt x="1364" y="2064"/>
                    </a:cubicBezTo>
                    <a:cubicBezTo>
                      <a:pt x="1357" y="1998"/>
                      <a:pt x="1349" y="1939"/>
                      <a:pt x="1349" y="1881"/>
                    </a:cubicBezTo>
                    <a:cubicBezTo>
                      <a:pt x="1327" y="1668"/>
                      <a:pt x="1291" y="1463"/>
                      <a:pt x="1247" y="1257"/>
                    </a:cubicBezTo>
                    <a:cubicBezTo>
                      <a:pt x="1196" y="1015"/>
                      <a:pt x="1108" y="605"/>
                      <a:pt x="880" y="451"/>
                    </a:cubicBezTo>
                    <a:cubicBezTo>
                      <a:pt x="833" y="421"/>
                      <a:pt x="788" y="410"/>
                      <a:pt x="745" y="410"/>
                    </a:cubicBezTo>
                    <a:cubicBezTo>
                      <a:pt x="629" y="410"/>
                      <a:pt x="527" y="489"/>
                      <a:pt x="428" y="489"/>
                    </a:cubicBezTo>
                    <a:cubicBezTo>
                      <a:pt x="410" y="489"/>
                      <a:pt x="392" y="486"/>
                      <a:pt x="374" y="480"/>
                    </a:cubicBezTo>
                    <a:cubicBezTo>
                      <a:pt x="198" y="414"/>
                      <a:pt x="294" y="62"/>
                      <a:pt x="88" y="4"/>
                    </a:cubicBezTo>
                    <a:cubicBezTo>
                      <a:pt x="83" y="2"/>
                      <a:pt x="77" y="1"/>
                      <a:pt x="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7"/>
              <p:cNvSpPr/>
              <p:nvPr/>
            </p:nvSpPr>
            <p:spPr>
              <a:xfrm>
                <a:off x="1074875" y="2996900"/>
                <a:ext cx="666850" cy="104300"/>
              </a:xfrm>
              <a:custGeom>
                <a:avLst/>
                <a:gdLst/>
                <a:ahLst/>
                <a:cxnLst/>
                <a:rect l="l" t="t" r="r" b="b"/>
                <a:pathLst>
                  <a:path w="26674" h="4172" extrusionOk="0">
                    <a:moveTo>
                      <a:pt x="1" y="0"/>
                    </a:moveTo>
                    <a:cubicBezTo>
                      <a:pt x="1" y="2302"/>
                      <a:pt x="5969" y="4172"/>
                      <a:pt x="13337" y="4172"/>
                    </a:cubicBezTo>
                    <a:cubicBezTo>
                      <a:pt x="20706" y="4172"/>
                      <a:pt x="26674" y="2302"/>
                      <a:pt x="26674" y="0"/>
                    </a:cubicBezTo>
                    <a:lnTo>
                      <a:pt x="25743" y="0"/>
                    </a:lnTo>
                    <a:cubicBezTo>
                      <a:pt x="25449" y="345"/>
                      <a:pt x="24562" y="1115"/>
                      <a:pt x="22055" y="1811"/>
                    </a:cubicBezTo>
                    <a:cubicBezTo>
                      <a:pt x="19657" y="2478"/>
                      <a:pt x="16563" y="2845"/>
                      <a:pt x="13337" y="2845"/>
                    </a:cubicBezTo>
                    <a:cubicBezTo>
                      <a:pt x="10111" y="2845"/>
                      <a:pt x="7010" y="2478"/>
                      <a:pt x="4612" y="1811"/>
                    </a:cubicBezTo>
                    <a:cubicBezTo>
                      <a:pt x="2105" y="1115"/>
                      <a:pt x="1218" y="345"/>
                      <a:pt x="9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7"/>
              <p:cNvSpPr/>
              <p:nvPr/>
            </p:nvSpPr>
            <p:spPr>
              <a:xfrm>
                <a:off x="1629350" y="3003725"/>
                <a:ext cx="103450" cy="61375"/>
              </a:xfrm>
              <a:custGeom>
                <a:avLst/>
                <a:gdLst/>
                <a:ahLst/>
                <a:cxnLst/>
                <a:rect l="l" t="t" r="r" b="b"/>
                <a:pathLst>
                  <a:path w="4138" h="2455" extrusionOk="0">
                    <a:moveTo>
                      <a:pt x="3990" y="0"/>
                    </a:moveTo>
                    <a:cubicBezTo>
                      <a:pt x="3960" y="0"/>
                      <a:pt x="3931" y="9"/>
                      <a:pt x="3908" y="28"/>
                    </a:cubicBezTo>
                    <a:cubicBezTo>
                      <a:pt x="3586" y="277"/>
                      <a:pt x="3344" y="629"/>
                      <a:pt x="3028" y="893"/>
                    </a:cubicBezTo>
                    <a:cubicBezTo>
                      <a:pt x="2713" y="1157"/>
                      <a:pt x="2368" y="1377"/>
                      <a:pt x="2009" y="1553"/>
                    </a:cubicBezTo>
                    <a:cubicBezTo>
                      <a:pt x="1379" y="1868"/>
                      <a:pt x="690" y="2066"/>
                      <a:pt x="44" y="2352"/>
                    </a:cubicBezTo>
                    <a:cubicBezTo>
                      <a:pt x="0" y="2381"/>
                      <a:pt x="15" y="2455"/>
                      <a:pt x="74" y="2455"/>
                    </a:cubicBezTo>
                    <a:cubicBezTo>
                      <a:pt x="851" y="2374"/>
                      <a:pt x="1599" y="2147"/>
                      <a:pt x="2295" y="1787"/>
                    </a:cubicBezTo>
                    <a:cubicBezTo>
                      <a:pt x="2962" y="1450"/>
                      <a:pt x="3828" y="871"/>
                      <a:pt x="4106" y="145"/>
                    </a:cubicBezTo>
                    <a:cubicBezTo>
                      <a:pt x="4138" y="56"/>
                      <a:pt x="4064" y="0"/>
                      <a:pt x="39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7"/>
              <p:cNvSpPr/>
              <p:nvPr/>
            </p:nvSpPr>
            <p:spPr>
              <a:xfrm>
                <a:off x="1576375" y="3069650"/>
                <a:ext cx="20925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837" h="506" extrusionOk="0">
                    <a:moveTo>
                      <a:pt x="609" y="1"/>
                    </a:moveTo>
                    <a:cubicBezTo>
                      <a:pt x="492" y="8"/>
                      <a:pt x="389" y="82"/>
                      <a:pt x="272" y="111"/>
                    </a:cubicBezTo>
                    <a:cubicBezTo>
                      <a:pt x="154" y="140"/>
                      <a:pt x="0" y="192"/>
                      <a:pt x="37" y="346"/>
                    </a:cubicBezTo>
                    <a:cubicBezTo>
                      <a:pt x="62" y="462"/>
                      <a:pt x="157" y="506"/>
                      <a:pt x="272" y="506"/>
                    </a:cubicBezTo>
                    <a:cubicBezTo>
                      <a:pt x="460" y="506"/>
                      <a:pt x="702" y="386"/>
                      <a:pt x="770" y="272"/>
                    </a:cubicBezTo>
                    <a:cubicBezTo>
                      <a:pt x="836" y="155"/>
                      <a:pt x="748" y="1"/>
                      <a:pt x="6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7"/>
              <p:cNvSpPr/>
              <p:nvPr/>
            </p:nvSpPr>
            <p:spPr>
              <a:xfrm>
                <a:off x="1141000" y="3049475"/>
                <a:ext cx="224800" cy="43975"/>
              </a:xfrm>
              <a:custGeom>
                <a:avLst/>
                <a:gdLst/>
                <a:ahLst/>
                <a:cxnLst/>
                <a:rect l="l" t="t" r="r" b="b"/>
                <a:pathLst>
                  <a:path w="8992" h="1759" extrusionOk="0">
                    <a:moveTo>
                      <a:pt x="142" y="0"/>
                    </a:moveTo>
                    <a:cubicBezTo>
                      <a:pt x="61" y="0"/>
                      <a:pt x="0" y="114"/>
                      <a:pt x="90" y="155"/>
                    </a:cubicBezTo>
                    <a:cubicBezTo>
                      <a:pt x="1447" y="786"/>
                      <a:pt x="3060" y="1065"/>
                      <a:pt x="4526" y="1314"/>
                    </a:cubicBezTo>
                    <a:cubicBezTo>
                      <a:pt x="5230" y="1438"/>
                      <a:pt x="5934" y="1534"/>
                      <a:pt x="6645" y="1614"/>
                    </a:cubicBezTo>
                    <a:cubicBezTo>
                      <a:pt x="7135" y="1669"/>
                      <a:pt x="7679" y="1758"/>
                      <a:pt x="8202" y="1758"/>
                    </a:cubicBezTo>
                    <a:cubicBezTo>
                      <a:pt x="8445" y="1758"/>
                      <a:pt x="8684" y="1739"/>
                      <a:pt x="8911" y="1688"/>
                    </a:cubicBezTo>
                    <a:cubicBezTo>
                      <a:pt x="8991" y="1658"/>
                      <a:pt x="8991" y="1541"/>
                      <a:pt x="8911" y="1512"/>
                    </a:cubicBezTo>
                    <a:cubicBezTo>
                      <a:pt x="8265" y="1292"/>
                      <a:pt x="7496" y="1306"/>
                      <a:pt x="6814" y="1233"/>
                    </a:cubicBezTo>
                    <a:cubicBezTo>
                      <a:pt x="6059" y="1145"/>
                      <a:pt x="5303" y="1035"/>
                      <a:pt x="4548" y="911"/>
                    </a:cubicBezTo>
                    <a:cubicBezTo>
                      <a:pt x="3830" y="786"/>
                      <a:pt x="3111" y="639"/>
                      <a:pt x="2400" y="485"/>
                    </a:cubicBezTo>
                    <a:cubicBezTo>
                      <a:pt x="1652" y="331"/>
                      <a:pt x="912" y="104"/>
                      <a:pt x="156" y="1"/>
                    </a:cubicBezTo>
                    <a:cubicBezTo>
                      <a:pt x="152" y="1"/>
                      <a:pt x="147" y="0"/>
                      <a:pt x="1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7"/>
              <p:cNvSpPr/>
              <p:nvPr/>
            </p:nvSpPr>
            <p:spPr>
              <a:xfrm>
                <a:off x="1256350" y="2802400"/>
                <a:ext cx="412225" cy="121900"/>
              </a:xfrm>
              <a:custGeom>
                <a:avLst/>
                <a:gdLst/>
                <a:ahLst/>
                <a:cxnLst/>
                <a:rect l="l" t="t" r="r" b="b"/>
                <a:pathLst>
                  <a:path w="16489" h="4876" extrusionOk="0">
                    <a:moveTo>
                      <a:pt x="1184" y="1"/>
                    </a:moveTo>
                    <a:cubicBezTo>
                      <a:pt x="1086" y="1"/>
                      <a:pt x="986" y="11"/>
                      <a:pt x="887" y="31"/>
                    </a:cubicBezTo>
                    <a:cubicBezTo>
                      <a:pt x="851" y="38"/>
                      <a:pt x="814" y="52"/>
                      <a:pt x="777" y="60"/>
                    </a:cubicBezTo>
                    <a:cubicBezTo>
                      <a:pt x="528" y="126"/>
                      <a:pt x="315" y="287"/>
                      <a:pt x="191" y="507"/>
                    </a:cubicBezTo>
                    <a:cubicBezTo>
                      <a:pt x="44" y="749"/>
                      <a:pt x="0" y="1028"/>
                      <a:pt x="51" y="1299"/>
                    </a:cubicBezTo>
                    <a:cubicBezTo>
                      <a:pt x="191" y="1922"/>
                      <a:pt x="726" y="2428"/>
                      <a:pt x="1276" y="2824"/>
                    </a:cubicBezTo>
                    <a:cubicBezTo>
                      <a:pt x="2427" y="3667"/>
                      <a:pt x="3747" y="4254"/>
                      <a:pt x="5140" y="4554"/>
                    </a:cubicBezTo>
                    <a:cubicBezTo>
                      <a:pt x="5609" y="4650"/>
                      <a:pt x="6093" y="4716"/>
                      <a:pt x="6577" y="4760"/>
                    </a:cubicBezTo>
                    <a:cubicBezTo>
                      <a:pt x="7053" y="4796"/>
                      <a:pt x="7530" y="4818"/>
                      <a:pt x="7999" y="4833"/>
                    </a:cubicBezTo>
                    <a:cubicBezTo>
                      <a:pt x="8566" y="4855"/>
                      <a:pt x="9131" y="4875"/>
                      <a:pt x="9693" y="4875"/>
                    </a:cubicBezTo>
                    <a:cubicBezTo>
                      <a:pt x="10046" y="4875"/>
                      <a:pt x="10398" y="4867"/>
                      <a:pt x="10749" y="4847"/>
                    </a:cubicBezTo>
                    <a:cubicBezTo>
                      <a:pt x="11643" y="4811"/>
                      <a:pt x="12537" y="4679"/>
                      <a:pt x="13410" y="4452"/>
                    </a:cubicBezTo>
                    <a:cubicBezTo>
                      <a:pt x="14488" y="4151"/>
                      <a:pt x="15514" y="3623"/>
                      <a:pt x="16299" y="2890"/>
                    </a:cubicBezTo>
                    <a:cubicBezTo>
                      <a:pt x="16488" y="2713"/>
                      <a:pt x="16324" y="2427"/>
                      <a:pt x="16101" y="2427"/>
                    </a:cubicBezTo>
                    <a:cubicBezTo>
                      <a:pt x="16065" y="2427"/>
                      <a:pt x="16028" y="2434"/>
                      <a:pt x="15991" y="2450"/>
                    </a:cubicBezTo>
                    <a:cubicBezTo>
                      <a:pt x="15008" y="2875"/>
                      <a:pt x="13975" y="3154"/>
                      <a:pt x="12911" y="3278"/>
                    </a:cubicBezTo>
                    <a:cubicBezTo>
                      <a:pt x="12413" y="3337"/>
                      <a:pt x="11911" y="3367"/>
                      <a:pt x="11409" y="3367"/>
                    </a:cubicBezTo>
                    <a:cubicBezTo>
                      <a:pt x="10848" y="3367"/>
                      <a:pt x="10287" y="3330"/>
                      <a:pt x="9729" y="3256"/>
                    </a:cubicBezTo>
                    <a:cubicBezTo>
                      <a:pt x="9062" y="3169"/>
                      <a:pt x="8402" y="3029"/>
                      <a:pt x="7757" y="2853"/>
                    </a:cubicBezTo>
                    <a:cubicBezTo>
                      <a:pt x="7127" y="2677"/>
                      <a:pt x="6511" y="2465"/>
                      <a:pt x="5902" y="2215"/>
                    </a:cubicBezTo>
                    <a:cubicBezTo>
                      <a:pt x="4736" y="1731"/>
                      <a:pt x="3607" y="1160"/>
                      <a:pt x="2530" y="507"/>
                    </a:cubicBezTo>
                    <a:cubicBezTo>
                      <a:pt x="2405" y="426"/>
                      <a:pt x="2280" y="360"/>
                      <a:pt x="2148" y="287"/>
                    </a:cubicBezTo>
                    <a:cubicBezTo>
                      <a:pt x="2016" y="221"/>
                      <a:pt x="1884" y="162"/>
                      <a:pt x="1745" y="111"/>
                    </a:cubicBezTo>
                    <a:cubicBezTo>
                      <a:pt x="1566" y="38"/>
                      <a:pt x="1376" y="1"/>
                      <a:pt x="1184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7"/>
              <p:cNvSpPr/>
              <p:nvPr/>
            </p:nvSpPr>
            <p:spPr>
              <a:xfrm>
                <a:off x="1254875" y="2812325"/>
                <a:ext cx="412300" cy="104075"/>
              </a:xfrm>
              <a:custGeom>
                <a:avLst/>
                <a:gdLst/>
                <a:ahLst/>
                <a:cxnLst/>
                <a:rect l="l" t="t" r="r" b="b"/>
                <a:pathLst>
                  <a:path w="16492" h="4163" extrusionOk="0">
                    <a:moveTo>
                      <a:pt x="572" y="0"/>
                    </a:moveTo>
                    <a:cubicBezTo>
                      <a:pt x="543" y="7"/>
                      <a:pt x="514" y="7"/>
                      <a:pt x="484" y="15"/>
                    </a:cubicBezTo>
                    <a:cubicBezTo>
                      <a:pt x="294" y="15"/>
                      <a:pt x="132" y="132"/>
                      <a:pt x="67" y="308"/>
                    </a:cubicBezTo>
                    <a:cubicBezTo>
                      <a:pt x="1" y="521"/>
                      <a:pt x="15" y="748"/>
                      <a:pt x="110" y="946"/>
                    </a:cubicBezTo>
                    <a:cubicBezTo>
                      <a:pt x="345" y="1474"/>
                      <a:pt x="910" y="1936"/>
                      <a:pt x="1474" y="2302"/>
                    </a:cubicBezTo>
                    <a:cubicBezTo>
                      <a:pt x="1914" y="2588"/>
                      <a:pt x="2369" y="2845"/>
                      <a:pt x="2845" y="3065"/>
                    </a:cubicBezTo>
                    <a:cubicBezTo>
                      <a:pt x="3087" y="3167"/>
                      <a:pt x="3322" y="3270"/>
                      <a:pt x="3571" y="3365"/>
                    </a:cubicBezTo>
                    <a:cubicBezTo>
                      <a:pt x="3688" y="3409"/>
                      <a:pt x="3813" y="3461"/>
                      <a:pt x="3938" y="3497"/>
                    </a:cubicBezTo>
                    <a:lnTo>
                      <a:pt x="4304" y="3615"/>
                    </a:lnTo>
                    <a:cubicBezTo>
                      <a:pt x="4334" y="3571"/>
                      <a:pt x="4363" y="3527"/>
                      <a:pt x="4392" y="3475"/>
                    </a:cubicBezTo>
                    <a:cubicBezTo>
                      <a:pt x="4458" y="3373"/>
                      <a:pt x="4517" y="3255"/>
                      <a:pt x="4576" y="3145"/>
                    </a:cubicBezTo>
                    <a:cubicBezTo>
                      <a:pt x="4598" y="3087"/>
                      <a:pt x="4620" y="3043"/>
                      <a:pt x="4642" y="2984"/>
                    </a:cubicBezTo>
                    <a:cubicBezTo>
                      <a:pt x="4664" y="2925"/>
                      <a:pt x="4678" y="2881"/>
                      <a:pt x="4693" y="2830"/>
                    </a:cubicBezTo>
                    <a:cubicBezTo>
                      <a:pt x="4715" y="2757"/>
                      <a:pt x="4730" y="2676"/>
                      <a:pt x="4737" y="2596"/>
                    </a:cubicBezTo>
                    <a:cubicBezTo>
                      <a:pt x="4737" y="2566"/>
                      <a:pt x="4737" y="2537"/>
                      <a:pt x="4737" y="2508"/>
                    </a:cubicBezTo>
                    <a:lnTo>
                      <a:pt x="4752" y="2530"/>
                    </a:lnTo>
                    <a:cubicBezTo>
                      <a:pt x="4766" y="2552"/>
                      <a:pt x="4774" y="2574"/>
                      <a:pt x="4788" y="2596"/>
                    </a:cubicBezTo>
                    <a:cubicBezTo>
                      <a:pt x="4817" y="2676"/>
                      <a:pt x="4832" y="2764"/>
                      <a:pt x="4832" y="2852"/>
                    </a:cubicBezTo>
                    <a:cubicBezTo>
                      <a:pt x="4839" y="2911"/>
                      <a:pt x="4832" y="2969"/>
                      <a:pt x="4825" y="3028"/>
                    </a:cubicBezTo>
                    <a:cubicBezTo>
                      <a:pt x="4817" y="3094"/>
                      <a:pt x="4803" y="3160"/>
                      <a:pt x="4788" y="3219"/>
                    </a:cubicBezTo>
                    <a:cubicBezTo>
                      <a:pt x="4766" y="3292"/>
                      <a:pt x="4744" y="3358"/>
                      <a:pt x="4715" y="3417"/>
                    </a:cubicBezTo>
                    <a:cubicBezTo>
                      <a:pt x="4693" y="3483"/>
                      <a:pt x="4664" y="3549"/>
                      <a:pt x="4627" y="3607"/>
                    </a:cubicBezTo>
                    <a:cubicBezTo>
                      <a:pt x="4612" y="3637"/>
                      <a:pt x="4590" y="3666"/>
                      <a:pt x="4568" y="3695"/>
                    </a:cubicBezTo>
                    <a:cubicBezTo>
                      <a:pt x="4752" y="3739"/>
                      <a:pt x="4920" y="3791"/>
                      <a:pt x="5103" y="3827"/>
                    </a:cubicBezTo>
                    <a:cubicBezTo>
                      <a:pt x="5199" y="3637"/>
                      <a:pt x="5301" y="3446"/>
                      <a:pt x="5382" y="3299"/>
                    </a:cubicBezTo>
                    <a:cubicBezTo>
                      <a:pt x="5419" y="3226"/>
                      <a:pt x="5455" y="3167"/>
                      <a:pt x="5485" y="3123"/>
                    </a:cubicBezTo>
                    <a:cubicBezTo>
                      <a:pt x="5514" y="3079"/>
                      <a:pt x="5529" y="3057"/>
                      <a:pt x="5529" y="3057"/>
                    </a:cubicBezTo>
                    <a:lnTo>
                      <a:pt x="5529" y="3057"/>
                    </a:lnTo>
                    <a:cubicBezTo>
                      <a:pt x="5536" y="3153"/>
                      <a:pt x="5536" y="3248"/>
                      <a:pt x="5521" y="3343"/>
                    </a:cubicBezTo>
                    <a:cubicBezTo>
                      <a:pt x="5492" y="3527"/>
                      <a:pt x="5441" y="3710"/>
                      <a:pt x="5360" y="3879"/>
                    </a:cubicBezTo>
                    <a:cubicBezTo>
                      <a:pt x="6269" y="4047"/>
                      <a:pt x="7193" y="4135"/>
                      <a:pt x="8117" y="4143"/>
                    </a:cubicBezTo>
                    <a:cubicBezTo>
                      <a:pt x="8448" y="4156"/>
                      <a:pt x="8778" y="4163"/>
                      <a:pt x="9109" y="4163"/>
                    </a:cubicBezTo>
                    <a:cubicBezTo>
                      <a:pt x="9679" y="4163"/>
                      <a:pt x="10248" y="4143"/>
                      <a:pt x="10815" y="4106"/>
                    </a:cubicBezTo>
                    <a:cubicBezTo>
                      <a:pt x="11702" y="4055"/>
                      <a:pt x="12575" y="3923"/>
                      <a:pt x="13440" y="3703"/>
                    </a:cubicBezTo>
                    <a:cubicBezTo>
                      <a:pt x="13975" y="3571"/>
                      <a:pt x="14503" y="3387"/>
                      <a:pt x="15016" y="3153"/>
                    </a:cubicBezTo>
                    <a:lnTo>
                      <a:pt x="15016" y="3028"/>
                    </a:lnTo>
                    <a:cubicBezTo>
                      <a:pt x="15009" y="2984"/>
                      <a:pt x="15001" y="2940"/>
                      <a:pt x="14994" y="2903"/>
                    </a:cubicBezTo>
                    <a:cubicBezTo>
                      <a:pt x="14987" y="2874"/>
                      <a:pt x="14979" y="2852"/>
                      <a:pt x="14979" y="2852"/>
                    </a:cubicBezTo>
                    <a:lnTo>
                      <a:pt x="14994" y="2852"/>
                    </a:lnTo>
                    <a:cubicBezTo>
                      <a:pt x="15009" y="2852"/>
                      <a:pt x="15023" y="2859"/>
                      <a:pt x="15031" y="2867"/>
                    </a:cubicBezTo>
                    <a:cubicBezTo>
                      <a:pt x="15075" y="2896"/>
                      <a:pt x="15119" y="2925"/>
                      <a:pt x="15148" y="2969"/>
                    </a:cubicBezTo>
                    <a:cubicBezTo>
                      <a:pt x="15170" y="2999"/>
                      <a:pt x="15185" y="3028"/>
                      <a:pt x="15199" y="3065"/>
                    </a:cubicBezTo>
                    <a:cubicBezTo>
                      <a:pt x="15588" y="2881"/>
                      <a:pt x="15962" y="2662"/>
                      <a:pt x="16306" y="2412"/>
                    </a:cubicBezTo>
                    <a:cubicBezTo>
                      <a:pt x="16491" y="2281"/>
                      <a:pt x="16366" y="2111"/>
                      <a:pt x="16163" y="2111"/>
                    </a:cubicBezTo>
                    <a:cubicBezTo>
                      <a:pt x="16116" y="2111"/>
                      <a:pt x="16065" y="2120"/>
                      <a:pt x="16013" y="2141"/>
                    </a:cubicBezTo>
                    <a:cubicBezTo>
                      <a:pt x="15199" y="2456"/>
                      <a:pt x="14349" y="2691"/>
                      <a:pt x="13484" y="2845"/>
                    </a:cubicBezTo>
                    <a:cubicBezTo>
                      <a:pt x="13506" y="2889"/>
                      <a:pt x="13513" y="2925"/>
                      <a:pt x="13528" y="2969"/>
                    </a:cubicBezTo>
                    <a:cubicBezTo>
                      <a:pt x="13542" y="3043"/>
                      <a:pt x="13542" y="3116"/>
                      <a:pt x="13535" y="3182"/>
                    </a:cubicBezTo>
                    <a:cubicBezTo>
                      <a:pt x="13528" y="3248"/>
                      <a:pt x="13513" y="3307"/>
                      <a:pt x="13484" y="3365"/>
                    </a:cubicBezTo>
                    <a:cubicBezTo>
                      <a:pt x="13469" y="3409"/>
                      <a:pt x="13440" y="3446"/>
                      <a:pt x="13410" y="3483"/>
                    </a:cubicBezTo>
                    <a:cubicBezTo>
                      <a:pt x="13388" y="3505"/>
                      <a:pt x="13381" y="3519"/>
                      <a:pt x="13381" y="3519"/>
                    </a:cubicBezTo>
                    <a:cubicBezTo>
                      <a:pt x="13381" y="3519"/>
                      <a:pt x="13374" y="3497"/>
                      <a:pt x="13366" y="3468"/>
                    </a:cubicBezTo>
                    <a:cubicBezTo>
                      <a:pt x="13359" y="3439"/>
                      <a:pt x="13352" y="3402"/>
                      <a:pt x="13344" y="3351"/>
                    </a:cubicBezTo>
                    <a:cubicBezTo>
                      <a:pt x="13330" y="3263"/>
                      <a:pt x="13308" y="3138"/>
                      <a:pt x="13286" y="3021"/>
                    </a:cubicBezTo>
                    <a:cubicBezTo>
                      <a:pt x="13278" y="2984"/>
                      <a:pt x="13264" y="2933"/>
                      <a:pt x="13256" y="2889"/>
                    </a:cubicBezTo>
                    <a:cubicBezTo>
                      <a:pt x="12445" y="3022"/>
                      <a:pt x="11620" y="3095"/>
                      <a:pt x="10794" y="3095"/>
                    </a:cubicBezTo>
                    <a:cubicBezTo>
                      <a:pt x="10755" y="3095"/>
                      <a:pt x="10715" y="3094"/>
                      <a:pt x="10676" y="3094"/>
                    </a:cubicBezTo>
                    <a:cubicBezTo>
                      <a:pt x="10676" y="3101"/>
                      <a:pt x="10676" y="3109"/>
                      <a:pt x="10676" y="3116"/>
                    </a:cubicBezTo>
                    <a:cubicBezTo>
                      <a:pt x="10676" y="3248"/>
                      <a:pt x="10639" y="3373"/>
                      <a:pt x="10573" y="3483"/>
                    </a:cubicBezTo>
                    <a:cubicBezTo>
                      <a:pt x="10544" y="3534"/>
                      <a:pt x="10500" y="3578"/>
                      <a:pt x="10448" y="3615"/>
                    </a:cubicBezTo>
                    <a:cubicBezTo>
                      <a:pt x="10448" y="3615"/>
                      <a:pt x="10448" y="3593"/>
                      <a:pt x="10441" y="3563"/>
                    </a:cubicBezTo>
                    <a:cubicBezTo>
                      <a:pt x="10441" y="3534"/>
                      <a:pt x="10434" y="3490"/>
                      <a:pt x="10434" y="3446"/>
                    </a:cubicBezTo>
                    <a:cubicBezTo>
                      <a:pt x="10426" y="3351"/>
                      <a:pt x="10426" y="3233"/>
                      <a:pt x="10426" y="3123"/>
                    </a:cubicBezTo>
                    <a:lnTo>
                      <a:pt x="10426" y="3094"/>
                    </a:lnTo>
                    <a:lnTo>
                      <a:pt x="10096" y="3079"/>
                    </a:lnTo>
                    <a:lnTo>
                      <a:pt x="10096" y="3079"/>
                    </a:lnTo>
                    <a:cubicBezTo>
                      <a:pt x="10111" y="3153"/>
                      <a:pt x="10126" y="3226"/>
                      <a:pt x="10133" y="3299"/>
                    </a:cubicBezTo>
                    <a:cubicBezTo>
                      <a:pt x="10140" y="3461"/>
                      <a:pt x="10118" y="3615"/>
                      <a:pt x="10052" y="3761"/>
                    </a:cubicBezTo>
                    <a:cubicBezTo>
                      <a:pt x="10030" y="3827"/>
                      <a:pt x="9986" y="3886"/>
                      <a:pt x="9942" y="3945"/>
                    </a:cubicBezTo>
                    <a:cubicBezTo>
                      <a:pt x="9942" y="3945"/>
                      <a:pt x="9935" y="3923"/>
                      <a:pt x="9928" y="3886"/>
                    </a:cubicBezTo>
                    <a:cubicBezTo>
                      <a:pt x="9928" y="3849"/>
                      <a:pt x="9920" y="3798"/>
                      <a:pt x="9913" y="3739"/>
                    </a:cubicBezTo>
                    <a:cubicBezTo>
                      <a:pt x="9898" y="3615"/>
                      <a:pt x="9891" y="3468"/>
                      <a:pt x="9884" y="3314"/>
                    </a:cubicBezTo>
                    <a:cubicBezTo>
                      <a:pt x="9884" y="3233"/>
                      <a:pt x="9876" y="3145"/>
                      <a:pt x="9876" y="3072"/>
                    </a:cubicBezTo>
                    <a:lnTo>
                      <a:pt x="9737" y="3065"/>
                    </a:lnTo>
                    <a:cubicBezTo>
                      <a:pt x="9202" y="3028"/>
                      <a:pt x="8667" y="2962"/>
                      <a:pt x="8139" y="2867"/>
                    </a:cubicBezTo>
                    <a:cubicBezTo>
                      <a:pt x="8139" y="2918"/>
                      <a:pt x="8139" y="2969"/>
                      <a:pt x="8131" y="3021"/>
                    </a:cubicBezTo>
                    <a:cubicBezTo>
                      <a:pt x="8124" y="3079"/>
                      <a:pt x="8117" y="3145"/>
                      <a:pt x="8102" y="3197"/>
                    </a:cubicBezTo>
                    <a:cubicBezTo>
                      <a:pt x="8080" y="3307"/>
                      <a:pt x="8043" y="3402"/>
                      <a:pt x="7992" y="3497"/>
                    </a:cubicBezTo>
                    <a:cubicBezTo>
                      <a:pt x="7977" y="3534"/>
                      <a:pt x="7955" y="3571"/>
                      <a:pt x="7933" y="3607"/>
                    </a:cubicBezTo>
                    <a:cubicBezTo>
                      <a:pt x="7911" y="3637"/>
                      <a:pt x="7897" y="3666"/>
                      <a:pt x="7875" y="3688"/>
                    </a:cubicBezTo>
                    <a:cubicBezTo>
                      <a:pt x="7838" y="3732"/>
                      <a:pt x="7816" y="3754"/>
                      <a:pt x="7816" y="3754"/>
                    </a:cubicBezTo>
                    <a:cubicBezTo>
                      <a:pt x="7816" y="3754"/>
                      <a:pt x="7824" y="3717"/>
                      <a:pt x="7831" y="3666"/>
                    </a:cubicBezTo>
                    <a:cubicBezTo>
                      <a:pt x="7831" y="3615"/>
                      <a:pt x="7846" y="3549"/>
                      <a:pt x="7860" y="3453"/>
                    </a:cubicBezTo>
                    <a:cubicBezTo>
                      <a:pt x="7860" y="3409"/>
                      <a:pt x="7868" y="3365"/>
                      <a:pt x="7875" y="3321"/>
                    </a:cubicBezTo>
                    <a:cubicBezTo>
                      <a:pt x="7882" y="3270"/>
                      <a:pt x="7882" y="3219"/>
                      <a:pt x="7890" y="3167"/>
                    </a:cubicBezTo>
                    <a:cubicBezTo>
                      <a:pt x="7897" y="3065"/>
                      <a:pt x="7897" y="2947"/>
                      <a:pt x="7897" y="2837"/>
                    </a:cubicBezTo>
                    <a:lnTo>
                      <a:pt x="7897" y="2823"/>
                    </a:lnTo>
                    <a:cubicBezTo>
                      <a:pt x="6445" y="2544"/>
                      <a:pt x="5030" y="2082"/>
                      <a:pt x="3696" y="1452"/>
                    </a:cubicBezTo>
                    <a:cubicBezTo>
                      <a:pt x="3652" y="1510"/>
                      <a:pt x="3608" y="1562"/>
                      <a:pt x="3556" y="1613"/>
                    </a:cubicBezTo>
                    <a:cubicBezTo>
                      <a:pt x="3520" y="1650"/>
                      <a:pt x="3476" y="1679"/>
                      <a:pt x="3432" y="1701"/>
                    </a:cubicBezTo>
                    <a:cubicBezTo>
                      <a:pt x="3395" y="1723"/>
                      <a:pt x="3373" y="1730"/>
                      <a:pt x="3373" y="1730"/>
                    </a:cubicBezTo>
                    <a:cubicBezTo>
                      <a:pt x="3373" y="1730"/>
                      <a:pt x="3380" y="1708"/>
                      <a:pt x="3395" y="1672"/>
                    </a:cubicBezTo>
                    <a:lnTo>
                      <a:pt x="3446" y="1532"/>
                    </a:lnTo>
                    <a:cubicBezTo>
                      <a:pt x="3461" y="1481"/>
                      <a:pt x="3483" y="1422"/>
                      <a:pt x="3505" y="1356"/>
                    </a:cubicBezTo>
                    <a:lnTo>
                      <a:pt x="3234" y="1224"/>
                    </a:lnTo>
                    <a:cubicBezTo>
                      <a:pt x="3212" y="1276"/>
                      <a:pt x="3190" y="1327"/>
                      <a:pt x="3168" y="1378"/>
                    </a:cubicBezTo>
                    <a:cubicBezTo>
                      <a:pt x="3117" y="1474"/>
                      <a:pt x="3065" y="1569"/>
                      <a:pt x="2999" y="1657"/>
                    </a:cubicBezTo>
                    <a:cubicBezTo>
                      <a:pt x="2955" y="1716"/>
                      <a:pt x="2904" y="1774"/>
                      <a:pt x="2845" y="1826"/>
                    </a:cubicBezTo>
                    <a:cubicBezTo>
                      <a:pt x="2809" y="1870"/>
                      <a:pt x="2779" y="1884"/>
                      <a:pt x="2779" y="1884"/>
                    </a:cubicBezTo>
                    <a:cubicBezTo>
                      <a:pt x="2779" y="1884"/>
                      <a:pt x="2794" y="1855"/>
                      <a:pt x="2809" y="1804"/>
                    </a:cubicBezTo>
                    <a:cubicBezTo>
                      <a:pt x="2823" y="1752"/>
                      <a:pt x="2845" y="1679"/>
                      <a:pt x="2875" y="1591"/>
                    </a:cubicBezTo>
                    <a:lnTo>
                      <a:pt x="2970" y="1298"/>
                    </a:lnTo>
                    <a:cubicBezTo>
                      <a:pt x="2985" y="1246"/>
                      <a:pt x="3007" y="1195"/>
                      <a:pt x="3021" y="1137"/>
                    </a:cubicBezTo>
                    <a:lnTo>
                      <a:pt x="3029" y="1115"/>
                    </a:lnTo>
                    <a:cubicBezTo>
                      <a:pt x="2735" y="968"/>
                      <a:pt x="2449" y="807"/>
                      <a:pt x="2171" y="645"/>
                    </a:cubicBezTo>
                    <a:cubicBezTo>
                      <a:pt x="2039" y="565"/>
                      <a:pt x="1899" y="491"/>
                      <a:pt x="1767" y="418"/>
                    </a:cubicBezTo>
                    <a:cubicBezTo>
                      <a:pt x="1636" y="337"/>
                      <a:pt x="1496" y="271"/>
                      <a:pt x="1357" y="205"/>
                    </a:cubicBezTo>
                    <a:cubicBezTo>
                      <a:pt x="1115" y="81"/>
                      <a:pt x="844" y="7"/>
                      <a:pt x="572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7"/>
              <p:cNvSpPr/>
              <p:nvPr/>
            </p:nvSpPr>
            <p:spPr>
              <a:xfrm>
                <a:off x="1251950" y="2800450"/>
                <a:ext cx="57200" cy="67250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2690" extrusionOk="0">
                    <a:moveTo>
                      <a:pt x="1148" y="0"/>
                    </a:moveTo>
                    <a:cubicBezTo>
                      <a:pt x="1054" y="0"/>
                      <a:pt x="960" y="12"/>
                      <a:pt x="865" y="43"/>
                    </a:cubicBezTo>
                    <a:cubicBezTo>
                      <a:pt x="777" y="72"/>
                      <a:pt x="697" y="109"/>
                      <a:pt x="616" y="160"/>
                    </a:cubicBezTo>
                    <a:cubicBezTo>
                      <a:pt x="513" y="218"/>
                      <a:pt x="418" y="299"/>
                      <a:pt x="330" y="380"/>
                    </a:cubicBezTo>
                    <a:cubicBezTo>
                      <a:pt x="88" y="688"/>
                      <a:pt x="0" y="1091"/>
                      <a:pt x="88" y="1472"/>
                    </a:cubicBezTo>
                    <a:cubicBezTo>
                      <a:pt x="118" y="1597"/>
                      <a:pt x="169" y="1721"/>
                      <a:pt x="235" y="1839"/>
                    </a:cubicBezTo>
                    <a:cubicBezTo>
                      <a:pt x="301" y="1956"/>
                      <a:pt x="374" y="2066"/>
                      <a:pt x="440" y="2176"/>
                    </a:cubicBezTo>
                    <a:cubicBezTo>
                      <a:pt x="550" y="2323"/>
                      <a:pt x="609" y="2506"/>
                      <a:pt x="616" y="2689"/>
                    </a:cubicBezTo>
                    <a:cubicBezTo>
                      <a:pt x="675" y="2572"/>
                      <a:pt x="719" y="2455"/>
                      <a:pt x="763" y="2345"/>
                    </a:cubicBezTo>
                    <a:cubicBezTo>
                      <a:pt x="873" y="2073"/>
                      <a:pt x="1012" y="1802"/>
                      <a:pt x="1261" y="1634"/>
                    </a:cubicBezTo>
                    <a:cubicBezTo>
                      <a:pt x="1483" y="1507"/>
                      <a:pt x="1735" y="1440"/>
                      <a:pt x="1992" y="1440"/>
                    </a:cubicBezTo>
                    <a:cubicBezTo>
                      <a:pt x="2049" y="1440"/>
                      <a:pt x="2106" y="1444"/>
                      <a:pt x="2163" y="1450"/>
                    </a:cubicBezTo>
                    <a:cubicBezTo>
                      <a:pt x="2082" y="1384"/>
                      <a:pt x="2009" y="1304"/>
                      <a:pt x="1950" y="1223"/>
                    </a:cubicBezTo>
                    <a:cubicBezTo>
                      <a:pt x="1848" y="1069"/>
                      <a:pt x="1811" y="886"/>
                      <a:pt x="1855" y="710"/>
                    </a:cubicBezTo>
                    <a:cubicBezTo>
                      <a:pt x="1899" y="570"/>
                      <a:pt x="1980" y="446"/>
                      <a:pt x="2075" y="343"/>
                    </a:cubicBezTo>
                    <a:cubicBezTo>
                      <a:pt x="2141" y="270"/>
                      <a:pt x="2214" y="196"/>
                      <a:pt x="2288" y="130"/>
                    </a:cubicBezTo>
                    <a:lnTo>
                      <a:pt x="2288" y="130"/>
                    </a:lnTo>
                    <a:cubicBezTo>
                      <a:pt x="2235" y="140"/>
                      <a:pt x="2182" y="144"/>
                      <a:pt x="2129" y="144"/>
                    </a:cubicBezTo>
                    <a:cubicBezTo>
                      <a:pt x="1808" y="144"/>
                      <a:pt x="1478" y="0"/>
                      <a:pt x="114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1251950" y="2800450"/>
                <a:ext cx="57200" cy="67250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2690" extrusionOk="0">
                    <a:moveTo>
                      <a:pt x="1148" y="0"/>
                    </a:moveTo>
                    <a:cubicBezTo>
                      <a:pt x="1054" y="0"/>
                      <a:pt x="960" y="12"/>
                      <a:pt x="865" y="43"/>
                    </a:cubicBezTo>
                    <a:cubicBezTo>
                      <a:pt x="777" y="72"/>
                      <a:pt x="697" y="109"/>
                      <a:pt x="616" y="160"/>
                    </a:cubicBezTo>
                    <a:cubicBezTo>
                      <a:pt x="513" y="218"/>
                      <a:pt x="418" y="299"/>
                      <a:pt x="330" y="380"/>
                    </a:cubicBezTo>
                    <a:cubicBezTo>
                      <a:pt x="88" y="688"/>
                      <a:pt x="0" y="1091"/>
                      <a:pt x="88" y="1472"/>
                    </a:cubicBezTo>
                    <a:cubicBezTo>
                      <a:pt x="118" y="1597"/>
                      <a:pt x="169" y="1721"/>
                      <a:pt x="235" y="1839"/>
                    </a:cubicBezTo>
                    <a:cubicBezTo>
                      <a:pt x="301" y="1956"/>
                      <a:pt x="374" y="2066"/>
                      <a:pt x="440" y="2176"/>
                    </a:cubicBezTo>
                    <a:cubicBezTo>
                      <a:pt x="550" y="2323"/>
                      <a:pt x="609" y="2506"/>
                      <a:pt x="616" y="2689"/>
                    </a:cubicBezTo>
                    <a:cubicBezTo>
                      <a:pt x="675" y="2572"/>
                      <a:pt x="719" y="2455"/>
                      <a:pt x="763" y="2345"/>
                    </a:cubicBezTo>
                    <a:cubicBezTo>
                      <a:pt x="873" y="2073"/>
                      <a:pt x="1012" y="1802"/>
                      <a:pt x="1261" y="1634"/>
                    </a:cubicBezTo>
                    <a:cubicBezTo>
                      <a:pt x="1483" y="1507"/>
                      <a:pt x="1735" y="1440"/>
                      <a:pt x="1992" y="1440"/>
                    </a:cubicBezTo>
                    <a:cubicBezTo>
                      <a:pt x="2049" y="1440"/>
                      <a:pt x="2106" y="1444"/>
                      <a:pt x="2163" y="1450"/>
                    </a:cubicBezTo>
                    <a:cubicBezTo>
                      <a:pt x="2082" y="1384"/>
                      <a:pt x="2009" y="1304"/>
                      <a:pt x="1950" y="1223"/>
                    </a:cubicBezTo>
                    <a:cubicBezTo>
                      <a:pt x="1848" y="1069"/>
                      <a:pt x="1811" y="886"/>
                      <a:pt x="1855" y="710"/>
                    </a:cubicBezTo>
                    <a:cubicBezTo>
                      <a:pt x="1899" y="570"/>
                      <a:pt x="1980" y="446"/>
                      <a:pt x="2075" y="343"/>
                    </a:cubicBezTo>
                    <a:cubicBezTo>
                      <a:pt x="2141" y="270"/>
                      <a:pt x="2214" y="196"/>
                      <a:pt x="2288" y="130"/>
                    </a:cubicBezTo>
                    <a:lnTo>
                      <a:pt x="2288" y="130"/>
                    </a:lnTo>
                    <a:cubicBezTo>
                      <a:pt x="2235" y="140"/>
                      <a:pt x="2182" y="144"/>
                      <a:pt x="2129" y="144"/>
                    </a:cubicBezTo>
                    <a:cubicBezTo>
                      <a:pt x="1808" y="144"/>
                      <a:pt x="1478" y="0"/>
                      <a:pt x="114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1252850" y="2799950"/>
                <a:ext cx="56300" cy="65350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2614" extrusionOk="0">
                    <a:moveTo>
                      <a:pt x="1138" y="0"/>
                    </a:moveTo>
                    <a:cubicBezTo>
                      <a:pt x="1041" y="0"/>
                      <a:pt x="943" y="13"/>
                      <a:pt x="844" y="48"/>
                    </a:cubicBezTo>
                    <a:cubicBezTo>
                      <a:pt x="749" y="85"/>
                      <a:pt x="668" y="121"/>
                      <a:pt x="587" y="172"/>
                    </a:cubicBezTo>
                    <a:cubicBezTo>
                      <a:pt x="477" y="238"/>
                      <a:pt x="382" y="312"/>
                      <a:pt x="294" y="400"/>
                    </a:cubicBezTo>
                    <a:cubicBezTo>
                      <a:pt x="67" y="686"/>
                      <a:pt x="1" y="1067"/>
                      <a:pt x="118" y="1412"/>
                    </a:cubicBezTo>
                    <a:cubicBezTo>
                      <a:pt x="162" y="1536"/>
                      <a:pt x="221" y="1646"/>
                      <a:pt x="294" y="1756"/>
                    </a:cubicBezTo>
                    <a:lnTo>
                      <a:pt x="492" y="2086"/>
                    </a:lnTo>
                    <a:cubicBezTo>
                      <a:pt x="602" y="2240"/>
                      <a:pt x="653" y="2423"/>
                      <a:pt x="653" y="2614"/>
                    </a:cubicBezTo>
                    <a:cubicBezTo>
                      <a:pt x="712" y="2504"/>
                      <a:pt x="756" y="2387"/>
                      <a:pt x="800" y="2277"/>
                    </a:cubicBezTo>
                    <a:cubicBezTo>
                      <a:pt x="910" y="2013"/>
                      <a:pt x="1042" y="1749"/>
                      <a:pt x="1277" y="1595"/>
                    </a:cubicBezTo>
                    <a:cubicBezTo>
                      <a:pt x="1455" y="1498"/>
                      <a:pt x="1657" y="1447"/>
                      <a:pt x="1860" y="1447"/>
                    </a:cubicBezTo>
                    <a:cubicBezTo>
                      <a:pt x="1950" y="1447"/>
                      <a:pt x="2040" y="1457"/>
                      <a:pt x="2127" y="1478"/>
                    </a:cubicBezTo>
                    <a:cubicBezTo>
                      <a:pt x="2054" y="1397"/>
                      <a:pt x="1988" y="1309"/>
                      <a:pt x="1936" y="1214"/>
                    </a:cubicBezTo>
                    <a:cubicBezTo>
                      <a:pt x="1834" y="1067"/>
                      <a:pt x="1804" y="876"/>
                      <a:pt x="1841" y="700"/>
                    </a:cubicBezTo>
                    <a:cubicBezTo>
                      <a:pt x="1885" y="568"/>
                      <a:pt x="1951" y="451"/>
                      <a:pt x="2054" y="348"/>
                    </a:cubicBezTo>
                    <a:cubicBezTo>
                      <a:pt x="2112" y="275"/>
                      <a:pt x="2178" y="209"/>
                      <a:pt x="2252" y="150"/>
                    </a:cubicBezTo>
                    <a:lnTo>
                      <a:pt x="2252" y="150"/>
                    </a:lnTo>
                    <a:cubicBezTo>
                      <a:pt x="2210" y="157"/>
                      <a:pt x="2169" y="159"/>
                      <a:pt x="2127" y="159"/>
                    </a:cubicBezTo>
                    <a:cubicBezTo>
                      <a:pt x="1805" y="159"/>
                      <a:pt x="1475" y="0"/>
                      <a:pt x="113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7"/>
              <p:cNvSpPr/>
              <p:nvPr/>
            </p:nvSpPr>
            <p:spPr>
              <a:xfrm>
                <a:off x="1252850" y="2799950"/>
                <a:ext cx="56300" cy="65350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2614" extrusionOk="0">
                    <a:moveTo>
                      <a:pt x="1138" y="0"/>
                    </a:moveTo>
                    <a:cubicBezTo>
                      <a:pt x="1041" y="0"/>
                      <a:pt x="943" y="13"/>
                      <a:pt x="844" y="48"/>
                    </a:cubicBezTo>
                    <a:cubicBezTo>
                      <a:pt x="749" y="85"/>
                      <a:pt x="668" y="121"/>
                      <a:pt x="587" y="172"/>
                    </a:cubicBezTo>
                    <a:cubicBezTo>
                      <a:pt x="477" y="238"/>
                      <a:pt x="382" y="312"/>
                      <a:pt x="294" y="400"/>
                    </a:cubicBezTo>
                    <a:cubicBezTo>
                      <a:pt x="67" y="686"/>
                      <a:pt x="1" y="1067"/>
                      <a:pt x="118" y="1412"/>
                    </a:cubicBezTo>
                    <a:cubicBezTo>
                      <a:pt x="162" y="1536"/>
                      <a:pt x="221" y="1646"/>
                      <a:pt x="294" y="1756"/>
                    </a:cubicBezTo>
                    <a:lnTo>
                      <a:pt x="492" y="2086"/>
                    </a:lnTo>
                    <a:cubicBezTo>
                      <a:pt x="602" y="2240"/>
                      <a:pt x="653" y="2423"/>
                      <a:pt x="653" y="2614"/>
                    </a:cubicBezTo>
                    <a:cubicBezTo>
                      <a:pt x="712" y="2504"/>
                      <a:pt x="756" y="2387"/>
                      <a:pt x="800" y="2277"/>
                    </a:cubicBezTo>
                    <a:cubicBezTo>
                      <a:pt x="910" y="2013"/>
                      <a:pt x="1042" y="1749"/>
                      <a:pt x="1277" y="1595"/>
                    </a:cubicBezTo>
                    <a:cubicBezTo>
                      <a:pt x="1455" y="1498"/>
                      <a:pt x="1657" y="1447"/>
                      <a:pt x="1860" y="1447"/>
                    </a:cubicBezTo>
                    <a:cubicBezTo>
                      <a:pt x="1950" y="1447"/>
                      <a:pt x="2040" y="1457"/>
                      <a:pt x="2127" y="1478"/>
                    </a:cubicBezTo>
                    <a:cubicBezTo>
                      <a:pt x="2054" y="1397"/>
                      <a:pt x="1988" y="1309"/>
                      <a:pt x="1936" y="1214"/>
                    </a:cubicBezTo>
                    <a:cubicBezTo>
                      <a:pt x="1834" y="1067"/>
                      <a:pt x="1804" y="876"/>
                      <a:pt x="1841" y="700"/>
                    </a:cubicBezTo>
                    <a:cubicBezTo>
                      <a:pt x="1885" y="568"/>
                      <a:pt x="1951" y="451"/>
                      <a:pt x="2054" y="348"/>
                    </a:cubicBezTo>
                    <a:cubicBezTo>
                      <a:pt x="2112" y="275"/>
                      <a:pt x="2178" y="209"/>
                      <a:pt x="2252" y="150"/>
                    </a:cubicBezTo>
                    <a:lnTo>
                      <a:pt x="2252" y="150"/>
                    </a:lnTo>
                    <a:cubicBezTo>
                      <a:pt x="2210" y="157"/>
                      <a:pt x="2169" y="159"/>
                      <a:pt x="2127" y="159"/>
                    </a:cubicBezTo>
                    <a:cubicBezTo>
                      <a:pt x="1805" y="159"/>
                      <a:pt x="1475" y="0"/>
                      <a:pt x="113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7"/>
              <p:cNvSpPr/>
              <p:nvPr/>
            </p:nvSpPr>
            <p:spPr>
              <a:xfrm>
                <a:off x="1235075" y="2785925"/>
                <a:ext cx="39075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460" extrusionOk="0">
                    <a:moveTo>
                      <a:pt x="155" y="0"/>
                    </a:moveTo>
                    <a:cubicBezTo>
                      <a:pt x="96" y="81"/>
                      <a:pt x="52" y="162"/>
                      <a:pt x="1" y="242"/>
                    </a:cubicBezTo>
                    <a:cubicBezTo>
                      <a:pt x="81" y="308"/>
                      <a:pt x="162" y="367"/>
                      <a:pt x="243" y="426"/>
                    </a:cubicBezTo>
                    <a:cubicBezTo>
                      <a:pt x="331" y="484"/>
                      <a:pt x="419" y="550"/>
                      <a:pt x="499" y="631"/>
                    </a:cubicBezTo>
                    <a:cubicBezTo>
                      <a:pt x="543" y="682"/>
                      <a:pt x="580" y="741"/>
                      <a:pt x="617" y="799"/>
                    </a:cubicBezTo>
                    <a:cubicBezTo>
                      <a:pt x="690" y="909"/>
                      <a:pt x="763" y="1027"/>
                      <a:pt x="844" y="1137"/>
                    </a:cubicBezTo>
                    <a:lnTo>
                      <a:pt x="1093" y="1459"/>
                    </a:lnTo>
                    <a:cubicBezTo>
                      <a:pt x="1276" y="1305"/>
                      <a:pt x="1438" y="1122"/>
                      <a:pt x="1562" y="909"/>
                    </a:cubicBezTo>
                    <a:cubicBezTo>
                      <a:pt x="1423" y="792"/>
                      <a:pt x="1269" y="675"/>
                      <a:pt x="1137" y="550"/>
                    </a:cubicBezTo>
                    <a:cubicBezTo>
                      <a:pt x="1034" y="448"/>
                      <a:pt x="917" y="352"/>
                      <a:pt x="793" y="279"/>
                    </a:cubicBezTo>
                    <a:cubicBezTo>
                      <a:pt x="639" y="206"/>
                      <a:pt x="492" y="140"/>
                      <a:pt x="338" y="88"/>
                    </a:cubicBezTo>
                    <a:cubicBezTo>
                      <a:pt x="279" y="59"/>
                      <a:pt x="213" y="37"/>
                      <a:pt x="155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7"/>
              <p:cNvSpPr/>
              <p:nvPr/>
            </p:nvSpPr>
            <p:spPr>
              <a:xfrm>
                <a:off x="1235075" y="2785925"/>
                <a:ext cx="39075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460" extrusionOk="0">
                    <a:moveTo>
                      <a:pt x="155" y="0"/>
                    </a:moveTo>
                    <a:cubicBezTo>
                      <a:pt x="96" y="81"/>
                      <a:pt x="52" y="162"/>
                      <a:pt x="1" y="242"/>
                    </a:cubicBezTo>
                    <a:cubicBezTo>
                      <a:pt x="81" y="308"/>
                      <a:pt x="162" y="367"/>
                      <a:pt x="243" y="426"/>
                    </a:cubicBezTo>
                    <a:cubicBezTo>
                      <a:pt x="331" y="484"/>
                      <a:pt x="419" y="550"/>
                      <a:pt x="499" y="631"/>
                    </a:cubicBezTo>
                    <a:cubicBezTo>
                      <a:pt x="543" y="682"/>
                      <a:pt x="580" y="741"/>
                      <a:pt x="617" y="799"/>
                    </a:cubicBezTo>
                    <a:cubicBezTo>
                      <a:pt x="690" y="909"/>
                      <a:pt x="763" y="1027"/>
                      <a:pt x="844" y="1137"/>
                    </a:cubicBezTo>
                    <a:lnTo>
                      <a:pt x="1093" y="1459"/>
                    </a:lnTo>
                    <a:cubicBezTo>
                      <a:pt x="1276" y="1305"/>
                      <a:pt x="1438" y="1122"/>
                      <a:pt x="1562" y="909"/>
                    </a:cubicBezTo>
                    <a:cubicBezTo>
                      <a:pt x="1423" y="792"/>
                      <a:pt x="1269" y="675"/>
                      <a:pt x="1137" y="550"/>
                    </a:cubicBezTo>
                    <a:cubicBezTo>
                      <a:pt x="1034" y="448"/>
                      <a:pt x="917" y="352"/>
                      <a:pt x="793" y="279"/>
                    </a:cubicBezTo>
                    <a:cubicBezTo>
                      <a:pt x="639" y="206"/>
                      <a:pt x="492" y="140"/>
                      <a:pt x="338" y="88"/>
                    </a:cubicBezTo>
                    <a:cubicBezTo>
                      <a:pt x="279" y="59"/>
                      <a:pt x="213" y="37"/>
                      <a:pt x="155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7"/>
              <p:cNvSpPr/>
              <p:nvPr/>
            </p:nvSpPr>
            <p:spPr>
              <a:xfrm>
                <a:off x="1261650" y="2803700"/>
                <a:ext cx="8100" cy="8825"/>
              </a:xfrm>
              <a:custGeom>
                <a:avLst/>
                <a:gdLst/>
                <a:ahLst/>
                <a:cxnLst/>
                <a:rect l="l" t="t" r="r" b="b"/>
                <a:pathLst>
                  <a:path w="324" h="353" extrusionOk="0">
                    <a:moveTo>
                      <a:pt x="284" y="0"/>
                    </a:moveTo>
                    <a:cubicBezTo>
                      <a:pt x="267" y="0"/>
                      <a:pt x="249" y="10"/>
                      <a:pt x="243" y="30"/>
                    </a:cubicBezTo>
                    <a:cubicBezTo>
                      <a:pt x="213" y="162"/>
                      <a:pt x="103" y="228"/>
                      <a:pt x="15" y="330"/>
                    </a:cubicBezTo>
                    <a:cubicBezTo>
                      <a:pt x="1" y="338"/>
                      <a:pt x="15" y="352"/>
                      <a:pt x="30" y="352"/>
                    </a:cubicBezTo>
                    <a:cubicBezTo>
                      <a:pt x="177" y="308"/>
                      <a:pt x="323" y="198"/>
                      <a:pt x="323" y="37"/>
                    </a:cubicBezTo>
                    <a:cubicBezTo>
                      <a:pt x="323" y="13"/>
                      <a:pt x="304" y="0"/>
                      <a:pt x="284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7"/>
              <p:cNvSpPr/>
              <p:nvPr/>
            </p:nvSpPr>
            <p:spPr>
              <a:xfrm>
                <a:off x="1261650" y="2803700"/>
                <a:ext cx="8100" cy="8825"/>
              </a:xfrm>
              <a:custGeom>
                <a:avLst/>
                <a:gdLst/>
                <a:ahLst/>
                <a:cxnLst/>
                <a:rect l="l" t="t" r="r" b="b"/>
                <a:pathLst>
                  <a:path w="324" h="353" extrusionOk="0">
                    <a:moveTo>
                      <a:pt x="284" y="0"/>
                    </a:moveTo>
                    <a:cubicBezTo>
                      <a:pt x="267" y="0"/>
                      <a:pt x="249" y="10"/>
                      <a:pt x="243" y="30"/>
                    </a:cubicBezTo>
                    <a:cubicBezTo>
                      <a:pt x="213" y="162"/>
                      <a:pt x="103" y="228"/>
                      <a:pt x="15" y="330"/>
                    </a:cubicBezTo>
                    <a:cubicBezTo>
                      <a:pt x="1" y="338"/>
                      <a:pt x="15" y="352"/>
                      <a:pt x="30" y="352"/>
                    </a:cubicBezTo>
                    <a:cubicBezTo>
                      <a:pt x="177" y="308"/>
                      <a:pt x="323" y="198"/>
                      <a:pt x="323" y="37"/>
                    </a:cubicBezTo>
                    <a:cubicBezTo>
                      <a:pt x="323" y="13"/>
                      <a:pt x="304" y="0"/>
                      <a:pt x="284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7"/>
              <p:cNvSpPr/>
              <p:nvPr/>
            </p:nvSpPr>
            <p:spPr>
              <a:xfrm>
                <a:off x="1260750" y="2802525"/>
                <a:ext cx="12525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76" extrusionOk="0">
                    <a:moveTo>
                      <a:pt x="378" y="0"/>
                    </a:moveTo>
                    <a:cubicBezTo>
                      <a:pt x="349" y="0"/>
                      <a:pt x="323" y="16"/>
                      <a:pt x="315" y="55"/>
                    </a:cubicBezTo>
                    <a:cubicBezTo>
                      <a:pt x="315" y="62"/>
                      <a:pt x="323" y="69"/>
                      <a:pt x="323" y="69"/>
                    </a:cubicBezTo>
                    <a:cubicBezTo>
                      <a:pt x="330" y="69"/>
                      <a:pt x="337" y="68"/>
                      <a:pt x="344" y="68"/>
                    </a:cubicBezTo>
                    <a:cubicBezTo>
                      <a:pt x="484" y="68"/>
                      <a:pt x="321" y="291"/>
                      <a:pt x="279" y="333"/>
                    </a:cubicBezTo>
                    <a:cubicBezTo>
                      <a:pt x="205" y="421"/>
                      <a:pt x="110" y="495"/>
                      <a:pt x="15" y="553"/>
                    </a:cubicBezTo>
                    <a:cubicBezTo>
                      <a:pt x="0" y="561"/>
                      <a:pt x="7" y="575"/>
                      <a:pt x="22" y="575"/>
                    </a:cubicBezTo>
                    <a:cubicBezTo>
                      <a:pt x="227" y="531"/>
                      <a:pt x="462" y="355"/>
                      <a:pt x="491" y="128"/>
                    </a:cubicBezTo>
                    <a:cubicBezTo>
                      <a:pt x="501" y="57"/>
                      <a:pt x="433" y="0"/>
                      <a:pt x="37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7"/>
              <p:cNvSpPr/>
              <p:nvPr/>
            </p:nvSpPr>
            <p:spPr>
              <a:xfrm>
                <a:off x="1260750" y="2802525"/>
                <a:ext cx="12525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76" extrusionOk="0">
                    <a:moveTo>
                      <a:pt x="378" y="0"/>
                    </a:moveTo>
                    <a:cubicBezTo>
                      <a:pt x="349" y="0"/>
                      <a:pt x="323" y="16"/>
                      <a:pt x="315" y="55"/>
                    </a:cubicBezTo>
                    <a:cubicBezTo>
                      <a:pt x="315" y="62"/>
                      <a:pt x="323" y="69"/>
                      <a:pt x="323" y="69"/>
                    </a:cubicBezTo>
                    <a:cubicBezTo>
                      <a:pt x="330" y="69"/>
                      <a:pt x="337" y="68"/>
                      <a:pt x="344" y="68"/>
                    </a:cubicBezTo>
                    <a:cubicBezTo>
                      <a:pt x="484" y="68"/>
                      <a:pt x="321" y="291"/>
                      <a:pt x="279" y="333"/>
                    </a:cubicBezTo>
                    <a:cubicBezTo>
                      <a:pt x="205" y="421"/>
                      <a:pt x="110" y="495"/>
                      <a:pt x="15" y="553"/>
                    </a:cubicBezTo>
                    <a:cubicBezTo>
                      <a:pt x="0" y="561"/>
                      <a:pt x="7" y="575"/>
                      <a:pt x="22" y="575"/>
                    </a:cubicBezTo>
                    <a:cubicBezTo>
                      <a:pt x="227" y="531"/>
                      <a:pt x="462" y="355"/>
                      <a:pt x="491" y="128"/>
                    </a:cubicBezTo>
                    <a:cubicBezTo>
                      <a:pt x="501" y="57"/>
                      <a:pt x="433" y="0"/>
                      <a:pt x="37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7"/>
              <p:cNvSpPr/>
              <p:nvPr/>
            </p:nvSpPr>
            <p:spPr>
              <a:xfrm>
                <a:off x="1340100" y="2877500"/>
                <a:ext cx="167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1037" extrusionOk="0">
                    <a:moveTo>
                      <a:pt x="660" y="0"/>
                    </a:moveTo>
                    <a:cubicBezTo>
                      <a:pt x="658" y="0"/>
                      <a:pt x="655" y="1"/>
                      <a:pt x="653" y="3"/>
                    </a:cubicBezTo>
                    <a:cubicBezTo>
                      <a:pt x="529" y="157"/>
                      <a:pt x="463" y="362"/>
                      <a:pt x="360" y="531"/>
                    </a:cubicBezTo>
                    <a:cubicBezTo>
                      <a:pt x="250" y="700"/>
                      <a:pt x="81" y="839"/>
                      <a:pt x="1" y="1022"/>
                    </a:cubicBezTo>
                    <a:cubicBezTo>
                      <a:pt x="1" y="1030"/>
                      <a:pt x="8" y="1037"/>
                      <a:pt x="15" y="1037"/>
                    </a:cubicBezTo>
                    <a:cubicBezTo>
                      <a:pt x="213" y="949"/>
                      <a:pt x="323" y="751"/>
                      <a:pt x="433" y="582"/>
                    </a:cubicBezTo>
                    <a:cubicBezTo>
                      <a:pt x="543" y="414"/>
                      <a:pt x="668" y="216"/>
                      <a:pt x="668" y="11"/>
                    </a:cubicBezTo>
                    <a:cubicBezTo>
                      <a:pt x="668" y="5"/>
                      <a:pt x="664" y="0"/>
                      <a:pt x="660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7"/>
              <p:cNvSpPr/>
              <p:nvPr/>
            </p:nvSpPr>
            <p:spPr>
              <a:xfrm>
                <a:off x="1340100" y="2877500"/>
                <a:ext cx="167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1037" extrusionOk="0">
                    <a:moveTo>
                      <a:pt x="660" y="0"/>
                    </a:moveTo>
                    <a:cubicBezTo>
                      <a:pt x="658" y="0"/>
                      <a:pt x="655" y="1"/>
                      <a:pt x="653" y="3"/>
                    </a:cubicBezTo>
                    <a:cubicBezTo>
                      <a:pt x="529" y="157"/>
                      <a:pt x="463" y="362"/>
                      <a:pt x="360" y="531"/>
                    </a:cubicBezTo>
                    <a:cubicBezTo>
                      <a:pt x="250" y="700"/>
                      <a:pt x="81" y="839"/>
                      <a:pt x="1" y="1022"/>
                    </a:cubicBezTo>
                    <a:cubicBezTo>
                      <a:pt x="1" y="1030"/>
                      <a:pt x="8" y="1037"/>
                      <a:pt x="15" y="1037"/>
                    </a:cubicBezTo>
                    <a:cubicBezTo>
                      <a:pt x="213" y="949"/>
                      <a:pt x="323" y="751"/>
                      <a:pt x="433" y="582"/>
                    </a:cubicBezTo>
                    <a:cubicBezTo>
                      <a:pt x="543" y="414"/>
                      <a:pt x="668" y="216"/>
                      <a:pt x="668" y="11"/>
                    </a:cubicBezTo>
                    <a:cubicBezTo>
                      <a:pt x="668" y="5"/>
                      <a:pt x="664" y="0"/>
                      <a:pt x="660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7"/>
              <p:cNvSpPr/>
              <p:nvPr/>
            </p:nvSpPr>
            <p:spPr>
              <a:xfrm>
                <a:off x="1334050" y="2886900"/>
                <a:ext cx="10300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44" extrusionOk="0">
                    <a:moveTo>
                      <a:pt x="400" y="0"/>
                    </a:moveTo>
                    <a:cubicBezTo>
                      <a:pt x="396" y="0"/>
                      <a:pt x="392" y="3"/>
                      <a:pt x="389" y="8"/>
                    </a:cubicBezTo>
                    <a:cubicBezTo>
                      <a:pt x="316" y="89"/>
                      <a:pt x="250" y="192"/>
                      <a:pt x="184" y="280"/>
                    </a:cubicBezTo>
                    <a:cubicBezTo>
                      <a:pt x="111" y="353"/>
                      <a:pt x="52" y="441"/>
                      <a:pt x="1" y="529"/>
                    </a:cubicBezTo>
                    <a:cubicBezTo>
                      <a:pt x="1" y="536"/>
                      <a:pt x="8" y="544"/>
                      <a:pt x="16" y="544"/>
                    </a:cubicBezTo>
                    <a:cubicBezTo>
                      <a:pt x="228" y="470"/>
                      <a:pt x="375" y="214"/>
                      <a:pt x="411" y="16"/>
                    </a:cubicBezTo>
                    <a:cubicBezTo>
                      <a:pt x="411" y="7"/>
                      <a:pt x="406" y="0"/>
                      <a:pt x="400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7"/>
              <p:cNvSpPr/>
              <p:nvPr/>
            </p:nvSpPr>
            <p:spPr>
              <a:xfrm>
                <a:off x="1334050" y="2886900"/>
                <a:ext cx="10300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44" extrusionOk="0">
                    <a:moveTo>
                      <a:pt x="400" y="0"/>
                    </a:moveTo>
                    <a:cubicBezTo>
                      <a:pt x="396" y="0"/>
                      <a:pt x="392" y="3"/>
                      <a:pt x="389" y="8"/>
                    </a:cubicBezTo>
                    <a:cubicBezTo>
                      <a:pt x="316" y="89"/>
                      <a:pt x="250" y="192"/>
                      <a:pt x="184" y="280"/>
                    </a:cubicBezTo>
                    <a:cubicBezTo>
                      <a:pt x="111" y="353"/>
                      <a:pt x="52" y="441"/>
                      <a:pt x="1" y="529"/>
                    </a:cubicBezTo>
                    <a:cubicBezTo>
                      <a:pt x="1" y="536"/>
                      <a:pt x="8" y="544"/>
                      <a:pt x="16" y="544"/>
                    </a:cubicBezTo>
                    <a:cubicBezTo>
                      <a:pt x="228" y="470"/>
                      <a:pt x="375" y="214"/>
                      <a:pt x="411" y="16"/>
                    </a:cubicBezTo>
                    <a:cubicBezTo>
                      <a:pt x="411" y="7"/>
                      <a:pt x="406" y="0"/>
                      <a:pt x="400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7"/>
              <p:cNvSpPr/>
              <p:nvPr/>
            </p:nvSpPr>
            <p:spPr>
              <a:xfrm>
                <a:off x="1317050" y="2820550"/>
                <a:ext cx="11900" cy="29250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170" extrusionOk="0">
                    <a:moveTo>
                      <a:pt x="459" y="0"/>
                    </a:moveTo>
                    <a:cubicBezTo>
                      <a:pt x="454" y="0"/>
                      <a:pt x="449" y="3"/>
                      <a:pt x="446" y="8"/>
                    </a:cubicBezTo>
                    <a:cubicBezTo>
                      <a:pt x="307" y="397"/>
                      <a:pt x="168" y="771"/>
                      <a:pt x="6" y="1152"/>
                    </a:cubicBezTo>
                    <a:cubicBezTo>
                      <a:pt x="1" y="1163"/>
                      <a:pt x="11" y="1170"/>
                      <a:pt x="20" y="1170"/>
                    </a:cubicBezTo>
                    <a:cubicBezTo>
                      <a:pt x="23" y="1170"/>
                      <a:pt x="26" y="1169"/>
                      <a:pt x="28" y="1167"/>
                    </a:cubicBezTo>
                    <a:cubicBezTo>
                      <a:pt x="292" y="837"/>
                      <a:pt x="446" y="434"/>
                      <a:pt x="476" y="16"/>
                    </a:cubicBezTo>
                    <a:cubicBezTo>
                      <a:pt x="476" y="7"/>
                      <a:pt x="467" y="0"/>
                      <a:pt x="459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7"/>
              <p:cNvSpPr/>
              <p:nvPr/>
            </p:nvSpPr>
            <p:spPr>
              <a:xfrm>
                <a:off x="1317050" y="2820550"/>
                <a:ext cx="11900" cy="29250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170" extrusionOk="0">
                    <a:moveTo>
                      <a:pt x="459" y="0"/>
                    </a:moveTo>
                    <a:cubicBezTo>
                      <a:pt x="454" y="0"/>
                      <a:pt x="449" y="3"/>
                      <a:pt x="446" y="8"/>
                    </a:cubicBezTo>
                    <a:cubicBezTo>
                      <a:pt x="307" y="397"/>
                      <a:pt x="168" y="771"/>
                      <a:pt x="6" y="1152"/>
                    </a:cubicBezTo>
                    <a:cubicBezTo>
                      <a:pt x="1" y="1163"/>
                      <a:pt x="11" y="1170"/>
                      <a:pt x="20" y="1170"/>
                    </a:cubicBezTo>
                    <a:cubicBezTo>
                      <a:pt x="23" y="1170"/>
                      <a:pt x="26" y="1169"/>
                      <a:pt x="28" y="1167"/>
                    </a:cubicBezTo>
                    <a:cubicBezTo>
                      <a:pt x="292" y="837"/>
                      <a:pt x="446" y="434"/>
                      <a:pt x="476" y="16"/>
                    </a:cubicBezTo>
                    <a:cubicBezTo>
                      <a:pt x="476" y="7"/>
                      <a:pt x="467" y="0"/>
                      <a:pt x="459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7"/>
              <p:cNvSpPr/>
              <p:nvPr/>
            </p:nvSpPr>
            <p:spPr>
              <a:xfrm>
                <a:off x="1419300" y="2865575"/>
                <a:ext cx="7175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938" extrusionOk="0">
                    <a:moveTo>
                      <a:pt x="89" y="1"/>
                    </a:moveTo>
                    <a:cubicBezTo>
                      <a:pt x="84" y="1"/>
                      <a:pt x="81" y="6"/>
                      <a:pt x="81" y="11"/>
                    </a:cubicBezTo>
                    <a:cubicBezTo>
                      <a:pt x="51" y="136"/>
                      <a:pt x="88" y="275"/>
                      <a:pt x="88" y="414"/>
                    </a:cubicBezTo>
                    <a:cubicBezTo>
                      <a:pt x="73" y="583"/>
                      <a:pt x="44" y="759"/>
                      <a:pt x="0" y="920"/>
                    </a:cubicBezTo>
                    <a:cubicBezTo>
                      <a:pt x="0" y="931"/>
                      <a:pt x="12" y="938"/>
                      <a:pt x="21" y="938"/>
                    </a:cubicBezTo>
                    <a:cubicBezTo>
                      <a:pt x="24" y="938"/>
                      <a:pt x="27" y="937"/>
                      <a:pt x="29" y="935"/>
                    </a:cubicBezTo>
                    <a:cubicBezTo>
                      <a:pt x="169" y="700"/>
                      <a:pt x="286" y="231"/>
                      <a:pt x="95" y="4"/>
                    </a:cubicBezTo>
                    <a:cubicBezTo>
                      <a:pt x="93" y="1"/>
                      <a:pt x="91" y="1"/>
                      <a:pt x="89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7"/>
              <p:cNvSpPr/>
              <p:nvPr/>
            </p:nvSpPr>
            <p:spPr>
              <a:xfrm>
                <a:off x="1419300" y="2865575"/>
                <a:ext cx="7175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938" extrusionOk="0">
                    <a:moveTo>
                      <a:pt x="89" y="1"/>
                    </a:moveTo>
                    <a:cubicBezTo>
                      <a:pt x="84" y="1"/>
                      <a:pt x="81" y="6"/>
                      <a:pt x="81" y="11"/>
                    </a:cubicBezTo>
                    <a:cubicBezTo>
                      <a:pt x="51" y="136"/>
                      <a:pt x="88" y="275"/>
                      <a:pt x="88" y="414"/>
                    </a:cubicBezTo>
                    <a:cubicBezTo>
                      <a:pt x="73" y="583"/>
                      <a:pt x="44" y="759"/>
                      <a:pt x="0" y="920"/>
                    </a:cubicBezTo>
                    <a:cubicBezTo>
                      <a:pt x="0" y="931"/>
                      <a:pt x="12" y="938"/>
                      <a:pt x="21" y="938"/>
                    </a:cubicBezTo>
                    <a:cubicBezTo>
                      <a:pt x="24" y="938"/>
                      <a:pt x="27" y="937"/>
                      <a:pt x="29" y="935"/>
                    </a:cubicBezTo>
                    <a:cubicBezTo>
                      <a:pt x="169" y="700"/>
                      <a:pt x="286" y="231"/>
                      <a:pt x="95" y="4"/>
                    </a:cubicBezTo>
                    <a:cubicBezTo>
                      <a:pt x="93" y="1"/>
                      <a:pt x="91" y="1"/>
                      <a:pt x="89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7"/>
              <p:cNvSpPr/>
              <p:nvPr/>
            </p:nvSpPr>
            <p:spPr>
              <a:xfrm>
                <a:off x="1427800" y="2866675"/>
                <a:ext cx="6000" cy="1917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767" extrusionOk="0">
                    <a:moveTo>
                      <a:pt x="67" y="0"/>
                    </a:moveTo>
                    <a:cubicBezTo>
                      <a:pt x="54" y="0"/>
                      <a:pt x="41" y="11"/>
                      <a:pt x="41" y="26"/>
                    </a:cubicBezTo>
                    <a:cubicBezTo>
                      <a:pt x="71" y="268"/>
                      <a:pt x="56" y="517"/>
                      <a:pt x="5" y="751"/>
                    </a:cubicBezTo>
                    <a:cubicBezTo>
                      <a:pt x="0" y="761"/>
                      <a:pt x="7" y="767"/>
                      <a:pt x="14" y="767"/>
                    </a:cubicBezTo>
                    <a:cubicBezTo>
                      <a:pt x="19" y="767"/>
                      <a:pt x="24" y="764"/>
                      <a:pt x="27" y="759"/>
                    </a:cubicBezTo>
                    <a:cubicBezTo>
                      <a:pt x="151" y="539"/>
                      <a:pt x="239" y="246"/>
                      <a:pt x="85" y="11"/>
                    </a:cubicBezTo>
                    <a:cubicBezTo>
                      <a:pt x="80" y="3"/>
                      <a:pt x="73" y="0"/>
                      <a:pt x="67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7"/>
              <p:cNvSpPr/>
              <p:nvPr/>
            </p:nvSpPr>
            <p:spPr>
              <a:xfrm>
                <a:off x="1427800" y="2866675"/>
                <a:ext cx="6000" cy="1917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767" extrusionOk="0">
                    <a:moveTo>
                      <a:pt x="67" y="0"/>
                    </a:moveTo>
                    <a:cubicBezTo>
                      <a:pt x="54" y="0"/>
                      <a:pt x="41" y="11"/>
                      <a:pt x="41" y="26"/>
                    </a:cubicBezTo>
                    <a:cubicBezTo>
                      <a:pt x="71" y="268"/>
                      <a:pt x="56" y="517"/>
                      <a:pt x="5" y="751"/>
                    </a:cubicBezTo>
                    <a:cubicBezTo>
                      <a:pt x="0" y="761"/>
                      <a:pt x="7" y="767"/>
                      <a:pt x="14" y="767"/>
                    </a:cubicBezTo>
                    <a:cubicBezTo>
                      <a:pt x="19" y="767"/>
                      <a:pt x="24" y="764"/>
                      <a:pt x="27" y="759"/>
                    </a:cubicBezTo>
                    <a:cubicBezTo>
                      <a:pt x="151" y="539"/>
                      <a:pt x="239" y="246"/>
                      <a:pt x="85" y="11"/>
                    </a:cubicBezTo>
                    <a:cubicBezTo>
                      <a:pt x="80" y="3"/>
                      <a:pt x="73" y="0"/>
                      <a:pt x="67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7"/>
              <p:cNvSpPr/>
              <p:nvPr/>
            </p:nvSpPr>
            <p:spPr>
              <a:xfrm>
                <a:off x="1460350" y="2890425"/>
                <a:ext cx="104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327" extrusionOk="0">
                    <a:moveTo>
                      <a:pt x="341" y="0"/>
                    </a:moveTo>
                    <a:cubicBezTo>
                      <a:pt x="332" y="0"/>
                      <a:pt x="323" y="6"/>
                      <a:pt x="323" y="14"/>
                    </a:cubicBezTo>
                    <a:cubicBezTo>
                      <a:pt x="272" y="234"/>
                      <a:pt x="257" y="461"/>
                      <a:pt x="198" y="674"/>
                    </a:cubicBezTo>
                    <a:cubicBezTo>
                      <a:pt x="147" y="887"/>
                      <a:pt x="30" y="1092"/>
                      <a:pt x="0" y="1304"/>
                    </a:cubicBezTo>
                    <a:cubicBezTo>
                      <a:pt x="0" y="1319"/>
                      <a:pt x="10" y="1327"/>
                      <a:pt x="18" y="1327"/>
                    </a:cubicBezTo>
                    <a:cubicBezTo>
                      <a:pt x="23" y="1327"/>
                      <a:pt x="27" y="1324"/>
                      <a:pt x="30" y="1319"/>
                    </a:cubicBezTo>
                    <a:cubicBezTo>
                      <a:pt x="330" y="1033"/>
                      <a:pt x="418" y="395"/>
                      <a:pt x="360" y="14"/>
                    </a:cubicBezTo>
                    <a:cubicBezTo>
                      <a:pt x="356" y="4"/>
                      <a:pt x="349" y="0"/>
                      <a:pt x="341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7"/>
              <p:cNvSpPr/>
              <p:nvPr/>
            </p:nvSpPr>
            <p:spPr>
              <a:xfrm>
                <a:off x="1460350" y="2890425"/>
                <a:ext cx="104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327" extrusionOk="0">
                    <a:moveTo>
                      <a:pt x="341" y="0"/>
                    </a:moveTo>
                    <a:cubicBezTo>
                      <a:pt x="332" y="0"/>
                      <a:pt x="323" y="6"/>
                      <a:pt x="323" y="14"/>
                    </a:cubicBezTo>
                    <a:cubicBezTo>
                      <a:pt x="272" y="234"/>
                      <a:pt x="257" y="461"/>
                      <a:pt x="198" y="674"/>
                    </a:cubicBezTo>
                    <a:cubicBezTo>
                      <a:pt x="147" y="887"/>
                      <a:pt x="30" y="1092"/>
                      <a:pt x="0" y="1304"/>
                    </a:cubicBezTo>
                    <a:cubicBezTo>
                      <a:pt x="0" y="1319"/>
                      <a:pt x="10" y="1327"/>
                      <a:pt x="18" y="1327"/>
                    </a:cubicBezTo>
                    <a:cubicBezTo>
                      <a:pt x="23" y="1327"/>
                      <a:pt x="27" y="1324"/>
                      <a:pt x="30" y="1319"/>
                    </a:cubicBezTo>
                    <a:cubicBezTo>
                      <a:pt x="330" y="1033"/>
                      <a:pt x="418" y="395"/>
                      <a:pt x="360" y="14"/>
                    </a:cubicBezTo>
                    <a:cubicBezTo>
                      <a:pt x="356" y="4"/>
                      <a:pt x="349" y="0"/>
                      <a:pt x="341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7"/>
              <p:cNvSpPr/>
              <p:nvPr/>
            </p:nvSpPr>
            <p:spPr>
              <a:xfrm>
                <a:off x="1471350" y="2903500"/>
                <a:ext cx="5875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812" extrusionOk="0">
                    <a:moveTo>
                      <a:pt x="165" y="1"/>
                    </a:moveTo>
                    <a:cubicBezTo>
                      <a:pt x="158" y="1"/>
                      <a:pt x="151" y="4"/>
                      <a:pt x="147" y="12"/>
                    </a:cubicBezTo>
                    <a:cubicBezTo>
                      <a:pt x="125" y="144"/>
                      <a:pt x="110" y="276"/>
                      <a:pt x="88" y="408"/>
                    </a:cubicBezTo>
                    <a:cubicBezTo>
                      <a:pt x="52" y="540"/>
                      <a:pt x="22" y="664"/>
                      <a:pt x="0" y="796"/>
                    </a:cubicBezTo>
                    <a:cubicBezTo>
                      <a:pt x="0" y="805"/>
                      <a:pt x="6" y="811"/>
                      <a:pt x="12" y="811"/>
                    </a:cubicBezTo>
                    <a:cubicBezTo>
                      <a:pt x="16" y="811"/>
                      <a:pt x="20" y="809"/>
                      <a:pt x="22" y="803"/>
                    </a:cubicBezTo>
                    <a:cubicBezTo>
                      <a:pt x="206" y="613"/>
                      <a:pt x="235" y="254"/>
                      <a:pt x="184" y="12"/>
                    </a:cubicBezTo>
                    <a:cubicBezTo>
                      <a:pt x="180" y="4"/>
                      <a:pt x="173" y="1"/>
                      <a:pt x="165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7"/>
              <p:cNvSpPr/>
              <p:nvPr/>
            </p:nvSpPr>
            <p:spPr>
              <a:xfrm>
                <a:off x="1471350" y="2903500"/>
                <a:ext cx="5875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812" extrusionOk="0">
                    <a:moveTo>
                      <a:pt x="165" y="1"/>
                    </a:moveTo>
                    <a:cubicBezTo>
                      <a:pt x="158" y="1"/>
                      <a:pt x="151" y="4"/>
                      <a:pt x="147" y="12"/>
                    </a:cubicBezTo>
                    <a:cubicBezTo>
                      <a:pt x="125" y="144"/>
                      <a:pt x="110" y="276"/>
                      <a:pt x="88" y="408"/>
                    </a:cubicBezTo>
                    <a:cubicBezTo>
                      <a:pt x="52" y="540"/>
                      <a:pt x="22" y="664"/>
                      <a:pt x="0" y="796"/>
                    </a:cubicBezTo>
                    <a:cubicBezTo>
                      <a:pt x="0" y="805"/>
                      <a:pt x="6" y="811"/>
                      <a:pt x="12" y="811"/>
                    </a:cubicBezTo>
                    <a:cubicBezTo>
                      <a:pt x="16" y="811"/>
                      <a:pt x="20" y="809"/>
                      <a:pt x="22" y="803"/>
                    </a:cubicBezTo>
                    <a:cubicBezTo>
                      <a:pt x="206" y="613"/>
                      <a:pt x="235" y="254"/>
                      <a:pt x="184" y="12"/>
                    </a:cubicBezTo>
                    <a:cubicBezTo>
                      <a:pt x="180" y="4"/>
                      <a:pt x="173" y="1"/>
                      <a:pt x="165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7"/>
              <p:cNvSpPr/>
              <p:nvPr/>
            </p:nvSpPr>
            <p:spPr>
              <a:xfrm>
                <a:off x="1547775" y="2886850"/>
                <a:ext cx="442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89" extrusionOk="0">
                    <a:moveTo>
                      <a:pt x="25" y="0"/>
                    </a:moveTo>
                    <a:cubicBezTo>
                      <a:pt x="15" y="0"/>
                      <a:pt x="5" y="6"/>
                      <a:pt x="1" y="18"/>
                    </a:cubicBezTo>
                    <a:cubicBezTo>
                      <a:pt x="1" y="120"/>
                      <a:pt x="8" y="223"/>
                      <a:pt x="15" y="326"/>
                    </a:cubicBezTo>
                    <a:lnTo>
                      <a:pt x="1" y="678"/>
                    </a:lnTo>
                    <a:cubicBezTo>
                      <a:pt x="4" y="685"/>
                      <a:pt x="12" y="689"/>
                      <a:pt x="19" y="689"/>
                    </a:cubicBezTo>
                    <a:cubicBezTo>
                      <a:pt x="26" y="689"/>
                      <a:pt x="34" y="685"/>
                      <a:pt x="37" y="678"/>
                    </a:cubicBezTo>
                    <a:cubicBezTo>
                      <a:pt x="96" y="487"/>
                      <a:pt x="177" y="179"/>
                      <a:pt x="45" y="10"/>
                    </a:cubicBezTo>
                    <a:cubicBezTo>
                      <a:pt x="41" y="4"/>
                      <a:pt x="34" y="0"/>
                      <a:pt x="25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7"/>
              <p:cNvSpPr/>
              <p:nvPr/>
            </p:nvSpPr>
            <p:spPr>
              <a:xfrm>
                <a:off x="1547775" y="2886850"/>
                <a:ext cx="442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89" extrusionOk="0">
                    <a:moveTo>
                      <a:pt x="25" y="0"/>
                    </a:moveTo>
                    <a:cubicBezTo>
                      <a:pt x="15" y="0"/>
                      <a:pt x="5" y="6"/>
                      <a:pt x="1" y="18"/>
                    </a:cubicBezTo>
                    <a:cubicBezTo>
                      <a:pt x="1" y="120"/>
                      <a:pt x="8" y="223"/>
                      <a:pt x="15" y="326"/>
                    </a:cubicBezTo>
                    <a:lnTo>
                      <a:pt x="1" y="678"/>
                    </a:lnTo>
                    <a:cubicBezTo>
                      <a:pt x="4" y="685"/>
                      <a:pt x="12" y="689"/>
                      <a:pt x="19" y="689"/>
                    </a:cubicBezTo>
                    <a:cubicBezTo>
                      <a:pt x="26" y="689"/>
                      <a:pt x="34" y="685"/>
                      <a:pt x="37" y="678"/>
                    </a:cubicBezTo>
                    <a:cubicBezTo>
                      <a:pt x="96" y="487"/>
                      <a:pt x="177" y="179"/>
                      <a:pt x="45" y="10"/>
                    </a:cubicBezTo>
                    <a:cubicBezTo>
                      <a:pt x="41" y="4"/>
                      <a:pt x="34" y="0"/>
                      <a:pt x="25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7"/>
              <p:cNvSpPr/>
              <p:nvPr/>
            </p:nvSpPr>
            <p:spPr>
              <a:xfrm>
                <a:off x="1565850" y="2899600"/>
                <a:ext cx="5600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758" extrusionOk="0">
                    <a:moveTo>
                      <a:pt x="42" y="0"/>
                    </a:moveTo>
                    <a:cubicBezTo>
                      <a:pt x="21" y="0"/>
                      <a:pt x="1" y="18"/>
                      <a:pt x="11" y="43"/>
                    </a:cubicBezTo>
                    <a:cubicBezTo>
                      <a:pt x="114" y="278"/>
                      <a:pt x="62" y="498"/>
                      <a:pt x="55" y="740"/>
                    </a:cubicBezTo>
                    <a:cubicBezTo>
                      <a:pt x="55" y="752"/>
                      <a:pt x="64" y="757"/>
                      <a:pt x="73" y="757"/>
                    </a:cubicBezTo>
                    <a:cubicBezTo>
                      <a:pt x="80" y="757"/>
                      <a:pt x="88" y="753"/>
                      <a:pt x="92" y="747"/>
                    </a:cubicBezTo>
                    <a:cubicBezTo>
                      <a:pt x="223" y="520"/>
                      <a:pt x="216" y="234"/>
                      <a:pt x="70" y="14"/>
                    </a:cubicBezTo>
                    <a:cubicBezTo>
                      <a:pt x="62" y="4"/>
                      <a:pt x="52" y="0"/>
                      <a:pt x="42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7"/>
              <p:cNvSpPr/>
              <p:nvPr/>
            </p:nvSpPr>
            <p:spPr>
              <a:xfrm>
                <a:off x="1565850" y="2899600"/>
                <a:ext cx="5600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758" extrusionOk="0">
                    <a:moveTo>
                      <a:pt x="42" y="0"/>
                    </a:moveTo>
                    <a:cubicBezTo>
                      <a:pt x="21" y="0"/>
                      <a:pt x="1" y="18"/>
                      <a:pt x="11" y="43"/>
                    </a:cubicBezTo>
                    <a:cubicBezTo>
                      <a:pt x="114" y="278"/>
                      <a:pt x="62" y="498"/>
                      <a:pt x="55" y="740"/>
                    </a:cubicBezTo>
                    <a:cubicBezTo>
                      <a:pt x="55" y="752"/>
                      <a:pt x="64" y="757"/>
                      <a:pt x="73" y="757"/>
                    </a:cubicBezTo>
                    <a:cubicBezTo>
                      <a:pt x="80" y="757"/>
                      <a:pt x="88" y="753"/>
                      <a:pt x="92" y="747"/>
                    </a:cubicBezTo>
                    <a:cubicBezTo>
                      <a:pt x="223" y="520"/>
                      <a:pt x="216" y="234"/>
                      <a:pt x="70" y="14"/>
                    </a:cubicBezTo>
                    <a:cubicBezTo>
                      <a:pt x="62" y="4"/>
                      <a:pt x="52" y="0"/>
                      <a:pt x="42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7"/>
              <p:cNvSpPr/>
              <p:nvPr/>
            </p:nvSpPr>
            <p:spPr>
              <a:xfrm>
                <a:off x="1621650" y="2887400"/>
                <a:ext cx="48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588" extrusionOk="0">
                    <a:moveTo>
                      <a:pt x="34" y="0"/>
                    </a:moveTo>
                    <a:cubicBezTo>
                      <a:pt x="26" y="0"/>
                      <a:pt x="20" y="7"/>
                      <a:pt x="15" y="18"/>
                    </a:cubicBezTo>
                    <a:cubicBezTo>
                      <a:pt x="0" y="91"/>
                      <a:pt x="59" y="186"/>
                      <a:pt x="66" y="260"/>
                    </a:cubicBezTo>
                    <a:cubicBezTo>
                      <a:pt x="81" y="362"/>
                      <a:pt x="52" y="494"/>
                      <a:pt x="103" y="582"/>
                    </a:cubicBezTo>
                    <a:cubicBezTo>
                      <a:pt x="103" y="586"/>
                      <a:pt x="107" y="588"/>
                      <a:pt x="111" y="588"/>
                    </a:cubicBezTo>
                    <a:cubicBezTo>
                      <a:pt x="116" y="588"/>
                      <a:pt x="121" y="586"/>
                      <a:pt x="125" y="582"/>
                    </a:cubicBezTo>
                    <a:cubicBezTo>
                      <a:pt x="191" y="487"/>
                      <a:pt x="169" y="333"/>
                      <a:pt x="147" y="230"/>
                    </a:cubicBezTo>
                    <a:cubicBezTo>
                      <a:pt x="132" y="150"/>
                      <a:pt x="118" y="40"/>
                      <a:pt x="44" y="3"/>
                    </a:cubicBezTo>
                    <a:cubicBezTo>
                      <a:pt x="40" y="1"/>
                      <a:pt x="37" y="0"/>
                      <a:pt x="34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7"/>
              <p:cNvSpPr/>
              <p:nvPr/>
            </p:nvSpPr>
            <p:spPr>
              <a:xfrm>
                <a:off x="1621650" y="2887400"/>
                <a:ext cx="48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588" extrusionOk="0">
                    <a:moveTo>
                      <a:pt x="34" y="0"/>
                    </a:moveTo>
                    <a:cubicBezTo>
                      <a:pt x="26" y="0"/>
                      <a:pt x="20" y="7"/>
                      <a:pt x="15" y="18"/>
                    </a:cubicBezTo>
                    <a:cubicBezTo>
                      <a:pt x="0" y="91"/>
                      <a:pt x="59" y="186"/>
                      <a:pt x="66" y="260"/>
                    </a:cubicBezTo>
                    <a:cubicBezTo>
                      <a:pt x="81" y="362"/>
                      <a:pt x="52" y="494"/>
                      <a:pt x="103" y="582"/>
                    </a:cubicBezTo>
                    <a:cubicBezTo>
                      <a:pt x="103" y="586"/>
                      <a:pt x="107" y="588"/>
                      <a:pt x="111" y="588"/>
                    </a:cubicBezTo>
                    <a:cubicBezTo>
                      <a:pt x="116" y="588"/>
                      <a:pt x="121" y="586"/>
                      <a:pt x="125" y="582"/>
                    </a:cubicBezTo>
                    <a:cubicBezTo>
                      <a:pt x="191" y="487"/>
                      <a:pt x="169" y="333"/>
                      <a:pt x="147" y="230"/>
                    </a:cubicBezTo>
                    <a:cubicBezTo>
                      <a:pt x="132" y="150"/>
                      <a:pt x="118" y="40"/>
                      <a:pt x="44" y="3"/>
                    </a:cubicBezTo>
                    <a:cubicBezTo>
                      <a:pt x="40" y="1"/>
                      <a:pt x="37" y="0"/>
                      <a:pt x="34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7"/>
              <p:cNvSpPr/>
              <p:nvPr/>
            </p:nvSpPr>
            <p:spPr>
              <a:xfrm>
                <a:off x="1256350" y="2802400"/>
                <a:ext cx="412225" cy="121900"/>
              </a:xfrm>
              <a:custGeom>
                <a:avLst/>
                <a:gdLst/>
                <a:ahLst/>
                <a:cxnLst/>
                <a:rect l="l" t="t" r="r" b="b"/>
                <a:pathLst>
                  <a:path w="16489" h="4876" extrusionOk="0">
                    <a:moveTo>
                      <a:pt x="1184" y="1"/>
                    </a:moveTo>
                    <a:cubicBezTo>
                      <a:pt x="1086" y="1"/>
                      <a:pt x="986" y="11"/>
                      <a:pt x="887" y="31"/>
                    </a:cubicBezTo>
                    <a:cubicBezTo>
                      <a:pt x="851" y="38"/>
                      <a:pt x="814" y="52"/>
                      <a:pt x="777" y="60"/>
                    </a:cubicBezTo>
                    <a:cubicBezTo>
                      <a:pt x="528" y="126"/>
                      <a:pt x="315" y="287"/>
                      <a:pt x="191" y="507"/>
                    </a:cubicBezTo>
                    <a:cubicBezTo>
                      <a:pt x="44" y="749"/>
                      <a:pt x="0" y="1028"/>
                      <a:pt x="51" y="1299"/>
                    </a:cubicBezTo>
                    <a:cubicBezTo>
                      <a:pt x="191" y="1922"/>
                      <a:pt x="726" y="2428"/>
                      <a:pt x="1276" y="2824"/>
                    </a:cubicBezTo>
                    <a:cubicBezTo>
                      <a:pt x="2427" y="3667"/>
                      <a:pt x="3747" y="4254"/>
                      <a:pt x="5140" y="4554"/>
                    </a:cubicBezTo>
                    <a:cubicBezTo>
                      <a:pt x="5609" y="4650"/>
                      <a:pt x="6093" y="4716"/>
                      <a:pt x="6577" y="4760"/>
                    </a:cubicBezTo>
                    <a:cubicBezTo>
                      <a:pt x="7053" y="4796"/>
                      <a:pt x="7530" y="4818"/>
                      <a:pt x="7999" y="4833"/>
                    </a:cubicBezTo>
                    <a:cubicBezTo>
                      <a:pt x="8566" y="4855"/>
                      <a:pt x="9131" y="4875"/>
                      <a:pt x="9693" y="4875"/>
                    </a:cubicBezTo>
                    <a:cubicBezTo>
                      <a:pt x="10046" y="4875"/>
                      <a:pt x="10398" y="4867"/>
                      <a:pt x="10749" y="4847"/>
                    </a:cubicBezTo>
                    <a:cubicBezTo>
                      <a:pt x="11643" y="4811"/>
                      <a:pt x="12537" y="4679"/>
                      <a:pt x="13410" y="4452"/>
                    </a:cubicBezTo>
                    <a:cubicBezTo>
                      <a:pt x="14488" y="4151"/>
                      <a:pt x="15514" y="3623"/>
                      <a:pt x="16299" y="2890"/>
                    </a:cubicBezTo>
                    <a:cubicBezTo>
                      <a:pt x="16488" y="2713"/>
                      <a:pt x="16324" y="2427"/>
                      <a:pt x="16101" y="2427"/>
                    </a:cubicBezTo>
                    <a:cubicBezTo>
                      <a:pt x="16065" y="2427"/>
                      <a:pt x="16028" y="2434"/>
                      <a:pt x="15991" y="2450"/>
                    </a:cubicBezTo>
                    <a:cubicBezTo>
                      <a:pt x="15008" y="2875"/>
                      <a:pt x="13975" y="3154"/>
                      <a:pt x="12911" y="3278"/>
                    </a:cubicBezTo>
                    <a:cubicBezTo>
                      <a:pt x="12413" y="3337"/>
                      <a:pt x="11911" y="3367"/>
                      <a:pt x="11409" y="3367"/>
                    </a:cubicBezTo>
                    <a:cubicBezTo>
                      <a:pt x="10848" y="3367"/>
                      <a:pt x="10287" y="3330"/>
                      <a:pt x="9729" y="3256"/>
                    </a:cubicBezTo>
                    <a:cubicBezTo>
                      <a:pt x="9062" y="3169"/>
                      <a:pt x="8402" y="3029"/>
                      <a:pt x="7757" y="2853"/>
                    </a:cubicBezTo>
                    <a:cubicBezTo>
                      <a:pt x="7127" y="2677"/>
                      <a:pt x="6511" y="2465"/>
                      <a:pt x="5902" y="2215"/>
                    </a:cubicBezTo>
                    <a:cubicBezTo>
                      <a:pt x="4736" y="1731"/>
                      <a:pt x="3607" y="1160"/>
                      <a:pt x="2530" y="507"/>
                    </a:cubicBezTo>
                    <a:cubicBezTo>
                      <a:pt x="2405" y="426"/>
                      <a:pt x="2280" y="360"/>
                      <a:pt x="2148" y="287"/>
                    </a:cubicBezTo>
                    <a:cubicBezTo>
                      <a:pt x="2016" y="221"/>
                      <a:pt x="1884" y="162"/>
                      <a:pt x="1745" y="111"/>
                    </a:cubicBezTo>
                    <a:cubicBezTo>
                      <a:pt x="1566" y="38"/>
                      <a:pt x="1376" y="1"/>
                      <a:pt x="11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7"/>
              <p:cNvSpPr/>
              <p:nvPr/>
            </p:nvSpPr>
            <p:spPr>
              <a:xfrm>
                <a:off x="1254875" y="2812325"/>
                <a:ext cx="412300" cy="104075"/>
              </a:xfrm>
              <a:custGeom>
                <a:avLst/>
                <a:gdLst/>
                <a:ahLst/>
                <a:cxnLst/>
                <a:rect l="l" t="t" r="r" b="b"/>
                <a:pathLst>
                  <a:path w="16492" h="4163" extrusionOk="0">
                    <a:moveTo>
                      <a:pt x="572" y="0"/>
                    </a:moveTo>
                    <a:cubicBezTo>
                      <a:pt x="543" y="7"/>
                      <a:pt x="514" y="7"/>
                      <a:pt x="484" y="15"/>
                    </a:cubicBezTo>
                    <a:cubicBezTo>
                      <a:pt x="294" y="15"/>
                      <a:pt x="132" y="132"/>
                      <a:pt x="67" y="308"/>
                    </a:cubicBezTo>
                    <a:cubicBezTo>
                      <a:pt x="1" y="521"/>
                      <a:pt x="15" y="748"/>
                      <a:pt x="110" y="946"/>
                    </a:cubicBezTo>
                    <a:cubicBezTo>
                      <a:pt x="345" y="1474"/>
                      <a:pt x="910" y="1936"/>
                      <a:pt x="1474" y="2302"/>
                    </a:cubicBezTo>
                    <a:cubicBezTo>
                      <a:pt x="1914" y="2588"/>
                      <a:pt x="2369" y="2845"/>
                      <a:pt x="2845" y="3065"/>
                    </a:cubicBezTo>
                    <a:cubicBezTo>
                      <a:pt x="3087" y="3167"/>
                      <a:pt x="3322" y="3270"/>
                      <a:pt x="3571" y="3365"/>
                    </a:cubicBezTo>
                    <a:cubicBezTo>
                      <a:pt x="3688" y="3409"/>
                      <a:pt x="3813" y="3461"/>
                      <a:pt x="3938" y="3497"/>
                    </a:cubicBezTo>
                    <a:lnTo>
                      <a:pt x="4304" y="3615"/>
                    </a:lnTo>
                    <a:cubicBezTo>
                      <a:pt x="4334" y="3571"/>
                      <a:pt x="4363" y="3527"/>
                      <a:pt x="4392" y="3475"/>
                    </a:cubicBezTo>
                    <a:cubicBezTo>
                      <a:pt x="4458" y="3373"/>
                      <a:pt x="4517" y="3255"/>
                      <a:pt x="4576" y="3145"/>
                    </a:cubicBezTo>
                    <a:cubicBezTo>
                      <a:pt x="4598" y="3087"/>
                      <a:pt x="4620" y="3043"/>
                      <a:pt x="4642" y="2984"/>
                    </a:cubicBezTo>
                    <a:cubicBezTo>
                      <a:pt x="4664" y="2925"/>
                      <a:pt x="4678" y="2881"/>
                      <a:pt x="4693" y="2830"/>
                    </a:cubicBezTo>
                    <a:cubicBezTo>
                      <a:pt x="4715" y="2757"/>
                      <a:pt x="4730" y="2676"/>
                      <a:pt x="4737" y="2596"/>
                    </a:cubicBezTo>
                    <a:cubicBezTo>
                      <a:pt x="4737" y="2566"/>
                      <a:pt x="4737" y="2537"/>
                      <a:pt x="4737" y="2508"/>
                    </a:cubicBezTo>
                    <a:lnTo>
                      <a:pt x="4752" y="2530"/>
                    </a:lnTo>
                    <a:cubicBezTo>
                      <a:pt x="4766" y="2552"/>
                      <a:pt x="4774" y="2574"/>
                      <a:pt x="4788" y="2596"/>
                    </a:cubicBezTo>
                    <a:cubicBezTo>
                      <a:pt x="4817" y="2676"/>
                      <a:pt x="4832" y="2764"/>
                      <a:pt x="4832" y="2852"/>
                    </a:cubicBezTo>
                    <a:cubicBezTo>
                      <a:pt x="4839" y="2911"/>
                      <a:pt x="4832" y="2969"/>
                      <a:pt x="4825" y="3028"/>
                    </a:cubicBezTo>
                    <a:cubicBezTo>
                      <a:pt x="4817" y="3094"/>
                      <a:pt x="4803" y="3160"/>
                      <a:pt x="4788" y="3219"/>
                    </a:cubicBezTo>
                    <a:cubicBezTo>
                      <a:pt x="4766" y="3292"/>
                      <a:pt x="4744" y="3358"/>
                      <a:pt x="4715" y="3417"/>
                    </a:cubicBezTo>
                    <a:cubicBezTo>
                      <a:pt x="4693" y="3483"/>
                      <a:pt x="4664" y="3549"/>
                      <a:pt x="4627" y="3607"/>
                    </a:cubicBezTo>
                    <a:cubicBezTo>
                      <a:pt x="4612" y="3637"/>
                      <a:pt x="4590" y="3666"/>
                      <a:pt x="4568" y="3695"/>
                    </a:cubicBezTo>
                    <a:cubicBezTo>
                      <a:pt x="4752" y="3739"/>
                      <a:pt x="4920" y="3791"/>
                      <a:pt x="5103" y="3827"/>
                    </a:cubicBezTo>
                    <a:cubicBezTo>
                      <a:pt x="5199" y="3637"/>
                      <a:pt x="5301" y="3446"/>
                      <a:pt x="5382" y="3299"/>
                    </a:cubicBezTo>
                    <a:cubicBezTo>
                      <a:pt x="5419" y="3226"/>
                      <a:pt x="5455" y="3167"/>
                      <a:pt x="5485" y="3123"/>
                    </a:cubicBezTo>
                    <a:cubicBezTo>
                      <a:pt x="5514" y="3079"/>
                      <a:pt x="5529" y="3057"/>
                      <a:pt x="5529" y="3057"/>
                    </a:cubicBezTo>
                    <a:lnTo>
                      <a:pt x="5529" y="3057"/>
                    </a:lnTo>
                    <a:cubicBezTo>
                      <a:pt x="5536" y="3153"/>
                      <a:pt x="5536" y="3248"/>
                      <a:pt x="5521" y="3343"/>
                    </a:cubicBezTo>
                    <a:cubicBezTo>
                      <a:pt x="5492" y="3527"/>
                      <a:pt x="5441" y="3710"/>
                      <a:pt x="5360" y="3879"/>
                    </a:cubicBezTo>
                    <a:cubicBezTo>
                      <a:pt x="6269" y="4047"/>
                      <a:pt x="7193" y="4135"/>
                      <a:pt x="8117" y="4143"/>
                    </a:cubicBezTo>
                    <a:cubicBezTo>
                      <a:pt x="8448" y="4156"/>
                      <a:pt x="8778" y="4163"/>
                      <a:pt x="9109" y="4163"/>
                    </a:cubicBezTo>
                    <a:cubicBezTo>
                      <a:pt x="9679" y="4163"/>
                      <a:pt x="10248" y="4143"/>
                      <a:pt x="10815" y="4106"/>
                    </a:cubicBezTo>
                    <a:cubicBezTo>
                      <a:pt x="11702" y="4055"/>
                      <a:pt x="12575" y="3923"/>
                      <a:pt x="13440" y="3703"/>
                    </a:cubicBezTo>
                    <a:cubicBezTo>
                      <a:pt x="13975" y="3571"/>
                      <a:pt x="14503" y="3387"/>
                      <a:pt x="15016" y="3153"/>
                    </a:cubicBezTo>
                    <a:lnTo>
                      <a:pt x="15016" y="3028"/>
                    </a:lnTo>
                    <a:cubicBezTo>
                      <a:pt x="15009" y="2984"/>
                      <a:pt x="15001" y="2940"/>
                      <a:pt x="14994" y="2903"/>
                    </a:cubicBezTo>
                    <a:cubicBezTo>
                      <a:pt x="14987" y="2874"/>
                      <a:pt x="14979" y="2852"/>
                      <a:pt x="14979" y="2852"/>
                    </a:cubicBezTo>
                    <a:lnTo>
                      <a:pt x="14994" y="2852"/>
                    </a:lnTo>
                    <a:cubicBezTo>
                      <a:pt x="15009" y="2852"/>
                      <a:pt x="15023" y="2859"/>
                      <a:pt x="15031" y="2867"/>
                    </a:cubicBezTo>
                    <a:cubicBezTo>
                      <a:pt x="15075" y="2896"/>
                      <a:pt x="15119" y="2925"/>
                      <a:pt x="15148" y="2969"/>
                    </a:cubicBezTo>
                    <a:cubicBezTo>
                      <a:pt x="15170" y="2999"/>
                      <a:pt x="15185" y="3028"/>
                      <a:pt x="15199" y="3065"/>
                    </a:cubicBezTo>
                    <a:cubicBezTo>
                      <a:pt x="15588" y="2881"/>
                      <a:pt x="15962" y="2662"/>
                      <a:pt x="16306" y="2412"/>
                    </a:cubicBezTo>
                    <a:cubicBezTo>
                      <a:pt x="16491" y="2281"/>
                      <a:pt x="16366" y="2111"/>
                      <a:pt x="16163" y="2111"/>
                    </a:cubicBezTo>
                    <a:cubicBezTo>
                      <a:pt x="16116" y="2111"/>
                      <a:pt x="16065" y="2120"/>
                      <a:pt x="16013" y="2141"/>
                    </a:cubicBezTo>
                    <a:cubicBezTo>
                      <a:pt x="15199" y="2456"/>
                      <a:pt x="14349" y="2691"/>
                      <a:pt x="13484" y="2845"/>
                    </a:cubicBezTo>
                    <a:cubicBezTo>
                      <a:pt x="13506" y="2889"/>
                      <a:pt x="13513" y="2925"/>
                      <a:pt x="13528" y="2969"/>
                    </a:cubicBezTo>
                    <a:cubicBezTo>
                      <a:pt x="13542" y="3043"/>
                      <a:pt x="13542" y="3116"/>
                      <a:pt x="13535" y="3182"/>
                    </a:cubicBezTo>
                    <a:cubicBezTo>
                      <a:pt x="13528" y="3248"/>
                      <a:pt x="13513" y="3307"/>
                      <a:pt x="13484" y="3365"/>
                    </a:cubicBezTo>
                    <a:cubicBezTo>
                      <a:pt x="13469" y="3409"/>
                      <a:pt x="13440" y="3446"/>
                      <a:pt x="13410" y="3483"/>
                    </a:cubicBezTo>
                    <a:cubicBezTo>
                      <a:pt x="13388" y="3505"/>
                      <a:pt x="13381" y="3519"/>
                      <a:pt x="13381" y="3519"/>
                    </a:cubicBezTo>
                    <a:cubicBezTo>
                      <a:pt x="13381" y="3519"/>
                      <a:pt x="13374" y="3497"/>
                      <a:pt x="13366" y="3468"/>
                    </a:cubicBezTo>
                    <a:cubicBezTo>
                      <a:pt x="13359" y="3439"/>
                      <a:pt x="13352" y="3402"/>
                      <a:pt x="13344" y="3351"/>
                    </a:cubicBezTo>
                    <a:cubicBezTo>
                      <a:pt x="13330" y="3263"/>
                      <a:pt x="13308" y="3138"/>
                      <a:pt x="13286" y="3021"/>
                    </a:cubicBezTo>
                    <a:cubicBezTo>
                      <a:pt x="13278" y="2984"/>
                      <a:pt x="13264" y="2933"/>
                      <a:pt x="13256" y="2889"/>
                    </a:cubicBezTo>
                    <a:cubicBezTo>
                      <a:pt x="12445" y="3022"/>
                      <a:pt x="11620" y="3095"/>
                      <a:pt x="10794" y="3095"/>
                    </a:cubicBezTo>
                    <a:cubicBezTo>
                      <a:pt x="10755" y="3095"/>
                      <a:pt x="10715" y="3094"/>
                      <a:pt x="10676" y="3094"/>
                    </a:cubicBezTo>
                    <a:cubicBezTo>
                      <a:pt x="10676" y="3101"/>
                      <a:pt x="10676" y="3109"/>
                      <a:pt x="10676" y="3116"/>
                    </a:cubicBezTo>
                    <a:cubicBezTo>
                      <a:pt x="10676" y="3248"/>
                      <a:pt x="10639" y="3373"/>
                      <a:pt x="10573" y="3483"/>
                    </a:cubicBezTo>
                    <a:cubicBezTo>
                      <a:pt x="10544" y="3534"/>
                      <a:pt x="10500" y="3578"/>
                      <a:pt x="10448" y="3615"/>
                    </a:cubicBezTo>
                    <a:cubicBezTo>
                      <a:pt x="10448" y="3615"/>
                      <a:pt x="10448" y="3593"/>
                      <a:pt x="10441" y="3563"/>
                    </a:cubicBezTo>
                    <a:cubicBezTo>
                      <a:pt x="10441" y="3534"/>
                      <a:pt x="10434" y="3490"/>
                      <a:pt x="10434" y="3446"/>
                    </a:cubicBezTo>
                    <a:cubicBezTo>
                      <a:pt x="10426" y="3351"/>
                      <a:pt x="10426" y="3233"/>
                      <a:pt x="10426" y="3123"/>
                    </a:cubicBezTo>
                    <a:lnTo>
                      <a:pt x="10426" y="3094"/>
                    </a:lnTo>
                    <a:lnTo>
                      <a:pt x="10096" y="3079"/>
                    </a:lnTo>
                    <a:lnTo>
                      <a:pt x="10096" y="3079"/>
                    </a:lnTo>
                    <a:cubicBezTo>
                      <a:pt x="10111" y="3153"/>
                      <a:pt x="10126" y="3226"/>
                      <a:pt x="10133" y="3299"/>
                    </a:cubicBezTo>
                    <a:cubicBezTo>
                      <a:pt x="10140" y="3461"/>
                      <a:pt x="10118" y="3615"/>
                      <a:pt x="10052" y="3761"/>
                    </a:cubicBezTo>
                    <a:cubicBezTo>
                      <a:pt x="10030" y="3827"/>
                      <a:pt x="9986" y="3886"/>
                      <a:pt x="9942" y="3945"/>
                    </a:cubicBezTo>
                    <a:cubicBezTo>
                      <a:pt x="9942" y="3945"/>
                      <a:pt x="9935" y="3923"/>
                      <a:pt x="9928" y="3886"/>
                    </a:cubicBezTo>
                    <a:cubicBezTo>
                      <a:pt x="9928" y="3849"/>
                      <a:pt x="9920" y="3798"/>
                      <a:pt x="9913" y="3739"/>
                    </a:cubicBezTo>
                    <a:cubicBezTo>
                      <a:pt x="9898" y="3615"/>
                      <a:pt x="9891" y="3468"/>
                      <a:pt x="9884" y="3314"/>
                    </a:cubicBezTo>
                    <a:cubicBezTo>
                      <a:pt x="9884" y="3233"/>
                      <a:pt x="9876" y="3145"/>
                      <a:pt x="9876" y="3072"/>
                    </a:cubicBezTo>
                    <a:lnTo>
                      <a:pt x="9737" y="3065"/>
                    </a:lnTo>
                    <a:cubicBezTo>
                      <a:pt x="9202" y="3028"/>
                      <a:pt x="8667" y="2962"/>
                      <a:pt x="8139" y="2867"/>
                    </a:cubicBezTo>
                    <a:cubicBezTo>
                      <a:pt x="8139" y="2918"/>
                      <a:pt x="8139" y="2969"/>
                      <a:pt x="8131" y="3021"/>
                    </a:cubicBezTo>
                    <a:cubicBezTo>
                      <a:pt x="8124" y="3079"/>
                      <a:pt x="8117" y="3145"/>
                      <a:pt x="8102" y="3197"/>
                    </a:cubicBezTo>
                    <a:cubicBezTo>
                      <a:pt x="8080" y="3307"/>
                      <a:pt x="8043" y="3402"/>
                      <a:pt x="7992" y="3497"/>
                    </a:cubicBezTo>
                    <a:cubicBezTo>
                      <a:pt x="7977" y="3534"/>
                      <a:pt x="7955" y="3571"/>
                      <a:pt x="7933" y="3607"/>
                    </a:cubicBezTo>
                    <a:cubicBezTo>
                      <a:pt x="7911" y="3637"/>
                      <a:pt x="7897" y="3666"/>
                      <a:pt x="7875" y="3688"/>
                    </a:cubicBezTo>
                    <a:cubicBezTo>
                      <a:pt x="7838" y="3732"/>
                      <a:pt x="7816" y="3754"/>
                      <a:pt x="7816" y="3754"/>
                    </a:cubicBezTo>
                    <a:cubicBezTo>
                      <a:pt x="7816" y="3754"/>
                      <a:pt x="7824" y="3717"/>
                      <a:pt x="7831" y="3666"/>
                    </a:cubicBezTo>
                    <a:cubicBezTo>
                      <a:pt x="7831" y="3615"/>
                      <a:pt x="7846" y="3549"/>
                      <a:pt x="7860" y="3453"/>
                    </a:cubicBezTo>
                    <a:cubicBezTo>
                      <a:pt x="7860" y="3409"/>
                      <a:pt x="7868" y="3365"/>
                      <a:pt x="7875" y="3321"/>
                    </a:cubicBezTo>
                    <a:cubicBezTo>
                      <a:pt x="7882" y="3270"/>
                      <a:pt x="7882" y="3219"/>
                      <a:pt x="7890" y="3167"/>
                    </a:cubicBezTo>
                    <a:cubicBezTo>
                      <a:pt x="7897" y="3065"/>
                      <a:pt x="7897" y="2947"/>
                      <a:pt x="7897" y="2837"/>
                    </a:cubicBezTo>
                    <a:lnTo>
                      <a:pt x="7897" y="2823"/>
                    </a:lnTo>
                    <a:cubicBezTo>
                      <a:pt x="6445" y="2544"/>
                      <a:pt x="5030" y="2082"/>
                      <a:pt x="3696" y="1452"/>
                    </a:cubicBezTo>
                    <a:cubicBezTo>
                      <a:pt x="3652" y="1510"/>
                      <a:pt x="3608" y="1562"/>
                      <a:pt x="3556" y="1613"/>
                    </a:cubicBezTo>
                    <a:cubicBezTo>
                      <a:pt x="3520" y="1650"/>
                      <a:pt x="3476" y="1679"/>
                      <a:pt x="3432" y="1701"/>
                    </a:cubicBezTo>
                    <a:cubicBezTo>
                      <a:pt x="3395" y="1723"/>
                      <a:pt x="3373" y="1730"/>
                      <a:pt x="3373" y="1730"/>
                    </a:cubicBezTo>
                    <a:cubicBezTo>
                      <a:pt x="3373" y="1730"/>
                      <a:pt x="3380" y="1708"/>
                      <a:pt x="3395" y="1672"/>
                    </a:cubicBezTo>
                    <a:lnTo>
                      <a:pt x="3446" y="1532"/>
                    </a:lnTo>
                    <a:cubicBezTo>
                      <a:pt x="3461" y="1481"/>
                      <a:pt x="3483" y="1422"/>
                      <a:pt x="3505" y="1356"/>
                    </a:cubicBezTo>
                    <a:lnTo>
                      <a:pt x="3234" y="1224"/>
                    </a:lnTo>
                    <a:cubicBezTo>
                      <a:pt x="3212" y="1276"/>
                      <a:pt x="3190" y="1327"/>
                      <a:pt x="3168" y="1378"/>
                    </a:cubicBezTo>
                    <a:cubicBezTo>
                      <a:pt x="3117" y="1474"/>
                      <a:pt x="3065" y="1569"/>
                      <a:pt x="2999" y="1657"/>
                    </a:cubicBezTo>
                    <a:cubicBezTo>
                      <a:pt x="2955" y="1716"/>
                      <a:pt x="2904" y="1774"/>
                      <a:pt x="2845" y="1826"/>
                    </a:cubicBezTo>
                    <a:cubicBezTo>
                      <a:pt x="2809" y="1870"/>
                      <a:pt x="2779" y="1884"/>
                      <a:pt x="2779" y="1884"/>
                    </a:cubicBezTo>
                    <a:cubicBezTo>
                      <a:pt x="2779" y="1884"/>
                      <a:pt x="2794" y="1855"/>
                      <a:pt x="2809" y="1804"/>
                    </a:cubicBezTo>
                    <a:cubicBezTo>
                      <a:pt x="2823" y="1752"/>
                      <a:pt x="2845" y="1679"/>
                      <a:pt x="2875" y="1591"/>
                    </a:cubicBezTo>
                    <a:lnTo>
                      <a:pt x="2970" y="1298"/>
                    </a:lnTo>
                    <a:cubicBezTo>
                      <a:pt x="2985" y="1246"/>
                      <a:pt x="3007" y="1195"/>
                      <a:pt x="3021" y="1137"/>
                    </a:cubicBezTo>
                    <a:lnTo>
                      <a:pt x="3029" y="1115"/>
                    </a:lnTo>
                    <a:cubicBezTo>
                      <a:pt x="2735" y="968"/>
                      <a:pt x="2449" y="807"/>
                      <a:pt x="2171" y="645"/>
                    </a:cubicBezTo>
                    <a:cubicBezTo>
                      <a:pt x="2039" y="565"/>
                      <a:pt x="1899" y="491"/>
                      <a:pt x="1767" y="418"/>
                    </a:cubicBezTo>
                    <a:cubicBezTo>
                      <a:pt x="1636" y="337"/>
                      <a:pt x="1496" y="271"/>
                      <a:pt x="1357" y="205"/>
                    </a:cubicBezTo>
                    <a:cubicBezTo>
                      <a:pt x="1115" y="81"/>
                      <a:pt x="844" y="7"/>
                      <a:pt x="5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7"/>
              <p:cNvSpPr/>
              <p:nvPr/>
            </p:nvSpPr>
            <p:spPr>
              <a:xfrm>
                <a:off x="1251950" y="2800450"/>
                <a:ext cx="57200" cy="67250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2690" extrusionOk="0">
                    <a:moveTo>
                      <a:pt x="1148" y="0"/>
                    </a:moveTo>
                    <a:cubicBezTo>
                      <a:pt x="1054" y="0"/>
                      <a:pt x="960" y="12"/>
                      <a:pt x="865" y="43"/>
                    </a:cubicBezTo>
                    <a:cubicBezTo>
                      <a:pt x="777" y="72"/>
                      <a:pt x="697" y="109"/>
                      <a:pt x="616" y="160"/>
                    </a:cubicBezTo>
                    <a:cubicBezTo>
                      <a:pt x="513" y="218"/>
                      <a:pt x="418" y="299"/>
                      <a:pt x="330" y="380"/>
                    </a:cubicBezTo>
                    <a:cubicBezTo>
                      <a:pt x="88" y="688"/>
                      <a:pt x="0" y="1091"/>
                      <a:pt x="88" y="1472"/>
                    </a:cubicBezTo>
                    <a:cubicBezTo>
                      <a:pt x="118" y="1597"/>
                      <a:pt x="169" y="1721"/>
                      <a:pt x="235" y="1839"/>
                    </a:cubicBezTo>
                    <a:cubicBezTo>
                      <a:pt x="301" y="1956"/>
                      <a:pt x="374" y="2066"/>
                      <a:pt x="440" y="2176"/>
                    </a:cubicBezTo>
                    <a:cubicBezTo>
                      <a:pt x="550" y="2323"/>
                      <a:pt x="609" y="2506"/>
                      <a:pt x="616" y="2689"/>
                    </a:cubicBezTo>
                    <a:cubicBezTo>
                      <a:pt x="675" y="2572"/>
                      <a:pt x="719" y="2455"/>
                      <a:pt x="763" y="2345"/>
                    </a:cubicBezTo>
                    <a:cubicBezTo>
                      <a:pt x="873" y="2073"/>
                      <a:pt x="1012" y="1802"/>
                      <a:pt x="1261" y="1634"/>
                    </a:cubicBezTo>
                    <a:cubicBezTo>
                      <a:pt x="1483" y="1507"/>
                      <a:pt x="1735" y="1440"/>
                      <a:pt x="1992" y="1440"/>
                    </a:cubicBezTo>
                    <a:cubicBezTo>
                      <a:pt x="2049" y="1440"/>
                      <a:pt x="2106" y="1444"/>
                      <a:pt x="2163" y="1450"/>
                    </a:cubicBezTo>
                    <a:cubicBezTo>
                      <a:pt x="2082" y="1384"/>
                      <a:pt x="2009" y="1304"/>
                      <a:pt x="1950" y="1223"/>
                    </a:cubicBezTo>
                    <a:cubicBezTo>
                      <a:pt x="1848" y="1069"/>
                      <a:pt x="1811" y="886"/>
                      <a:pt x="1855" y="710"/>
                    </a:cubicBezTo>
                    <a:cubicBezTo>
                      <a:pt x="1899" y="570"/>
                      <a:pt x="1980" y="446"/>
                      <a:pt x="2075" y="343"/>
                    </a:cubicBezTo>
                    <a:cubicBezTo>
                      <a:pt x="2141" y="270"/>
                      <a:pt x="2214" y="196"/>
                      <a:pt x="2288" y="130"/>
                    </a:cubicBezTo>
                    <a:lnTo>
                      <a:pt x="2288" y="130"/>
                    </a:lnTo>
                    <a:cubicBezTo>
                      <a:pt x="2235" y="140"/>
                      <a:pt x="2182" y="144"/>
                      <a:pt x="2129" y="144"/>
                    </a:cubicBezTo>
                    <a:cubicBezTo>
                      <a:pt x="1808" y="144"/>
                      <a:pt x="1478" y="0"/>
                      <a:pt x="114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7"/>
              <p:cNvSpPr/>
              <p:nvPr/>
            </p:nvSpPr>
            <p:spPr>
              <a:xfrm>
                <a:off x="1251950" y="2800450"/>
                <a:ext cx="57200" cy="67250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2690" extrusionOk="0">
                    <a:moveTo>
                      <a:pt x="1148" y="0"/>
                    </a:moveTo>
                    <a:cubicBezTo>
                      <a:pt x="1054" y="0"/>
                      <a:pt x="960" y="12"/>
                      <a:pt x="865" y="43"/>
                    </a:cubicBezTo>
                    <a:cubicBezTo>
                      <a:pt x="777" y="72"/>
                      <a:pt x="697" y="109"/>
                      <a:pt x="616" y="160"/>
                    </a:cubicBezTo>
                    <a:cubicBezTo>
                      <a:pt x="513" y="218"/>
                      <a:pt x="418" y="299"/>
                      <a:pt x="330" y="380"/>
                    </a:cubicBezTo>
                    <a:cubicBezTo>
                      <a:pt x="88" y="688"/>
                      <a:pt x="0" y="1091"/>
                      <a:pt x="88" y="1472"/>
                    </a:cubicBezTo>
                    <a:cubicBezTo>
                      <a:pt x="118" y="1597"/>
                      <a:pt x="169" y="1721"/>
                      <a:pt x="235" y="1839"/>
                    </a:cubicBezTo>
                    <a:cubicBezTo>
                      <a:pt x="301" y="1956"/>
                      <a:pt x="374" y="2066"/>
                      <a:pt x="440" y="2176"/>
                    </a:cubicBezTo>
                    <a:cubicBezTo>
                      <a:pt x="550" y="2323"/>
                      <a:pt x="609" y="2506"/>
                      <a:pt x="616" y="2689"/>
                    </a:cubicBezTo>
                    <a:cubicBezTo>
                      <a:pt x="675" y="2572"/>
                      <a:pt x="719" y="2455"/>
                      <a:pt x="763" y="2345"/>
                    </a:cubicBezTo>
                    <a:cubicBezTo>
                      <a:pt x="873" y="2073"/>
                      <a:pt x="1012" y="1802"/>
                      <a:pt x="1261" y="1634"/>
                    </a:cubicBezTo>
                    <a:cubicBezTo>
                      <a:pt x="1483" y="1507"/>
                      <a:pt x="1735" y="1440"/>
                      <a:pt x="1992" y="1440"/>
                    </a:cubicBezTo>
                    <a:cubicBezTo>
                      <a:pt x="2049" y="1440"/>
                      <a:pt x="2106" y="1444"/>
                      <a:pt x="2163" y="1450"/>
                    </a:cubicBezTo>
                    <a:cubicBezTo>
                      <a:pt x="2082" y="1384"/>
                      <a:pt x="2009" y="1304"/>
                      <a:pt x="1950" y="1223"/>
                    </a:cubicBezTo>
                    <a:cubicBezTo>
                      <a:pt x="1848" y="1069"/>
                      <a:pt x="1811" y="886"/>
                      <a:pt x="1855" y="710"/>
                    </a:cubicBezTo>
                    <a:cubicBezTo>
                      <a:pt x="1899" y="570"/>
                      <a:pt x="1980" y="446"/>
                      <a:pt x="2075" y="343"/>
                    </a:cubicBezTo>
                    <a:cubicBezTo>
                      <a:pt x="2141" y="270"/>
                      <a:pt x="2214" y="196"/>
                      <a:pt x="2288" y="130"/>
                    </a:cubicBezTo>
                    <a:lnTo>
                      <a:pt x="2288" y="130"/>
                    </a:lnTo>
                    <a:cubicBezTo>
                      <a:pt x="2235" y="140"/>
                      <a:pt x="2182" y="144"/>
                      <a:pt x="2129" y="144"/>
                    </a:cubicBezTo>
                    <a:cubicBezTo>
                      <a:pt x="1808" y="144"/>
                      <a:pt x="1478" y="0"/>
                      <a:pt x="114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7"/>
              <p:cNvSpPr/>
              <p:nvPr/>
            </p:nvSpPr>
            <p:spPr>
              <a:xfrm>
                <a:off x="1252850" y="2799950"/>
                <a:ext cx="56300" cy="65350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2614" extrusionOk="0">
                    <a:moveTo>
                      <a:pt x="1138" y="0"/>
                    </a:moveTo>
                    <a:cubicBezTo>
                      <a:pt x="1041" y="0"/>
                      <a:pt x="943" y="13"/>
                      <a:pt x="844" y="48"/>
                    </a:cubicBezTo>
                    <a:cubicBezTo>
                      <a:pt x="749" y="85"/>
                      <a:pt x="668" y="121"/>
                      <a:pt x="587" y="172"/>
                    </a:cubicBezTo>
                    <a:cubicBezTo>
                      <a:pt x="477" y="238"/>
                      <a:pt x="382" y="312"/>
                      <a:pt x="294" y="400"/>
                    </a:cubicBezTo>
                    <a:cubicBezTo>
                      <a:pt x="67" y="686"/>
                      <a:pt x="1" y="1067"/>
                      <a:pt x="118" y="1412"/>
                    </a:cubicBezTo>
                    <a:cubicBezTo>
                      <a:pt x="162" y="1536"/>
                      <a:pt x="221" y="1646"/>
                      <a:pt x="294" y="1756"/>
                    </a:cubicBezTo>
                    <a:lnTo>
                      <a:pt x="492" y="2086"/>
                    </a:lnTo>
                    <a:cubicBezTo>
                      <a:pt x="602" y="2240"/>
                      <a:pt x="653" y="2423"/>
                      <a:pt x="653" y="2614"/>
                    </a:cubicBezTo>
                    <a:cubicBezTo>
                      <a:pt x="712" y="2504"/>
                      <a:pt x="756" y="2387"/>
                      <a:pt x="800" y="2277"/>
                    </a:cubicBezTo>
                    <a:cubicBezTo>
                      <a:pt x="910" y="2013"/>
                      <a:pt x="1042" y="1749"/>
                      <a:pt x="1277" y="1595"/>
                    </a:cubicBezTo>
                    <a:cubicBezTo>
                      <a:pt x="1455" y="1498"/>
                      <a:pt x="1657" y="1447"/>
                      <a:pt x="1860" y="1447"/>
                    </a:cubicBezTo>
                    <a:cubicBezTo>
                      <a:pt x="1950" y="1447"/>
                      <a:pt x="2040" y="1457"/>
                      <a:pt x="2127" y="1478"/>
                    </a:cubicBezTo>
                    <a:cubicBezTo>
                      <a:pt x="2054" y="1397"/>
                      <a:pt x="1988" y="1309"/>
                      <a:pt x="1936" y="1214"/>
                    </a:cubicBezTo>
                    <a:cubicBezTo>
                      <a:pt x="1834" y="1067"/>
                      <a:pt x="1804" y="876"/>
                      <a:pt x="1841" y="700"/>
                    </a:cubicBezTo>
                    <a:cubicBezTo>
                      <a:pt x="1885" y="568"/>
                      <a:pt x="1951" y="451"/>
                      <a:pt x="2054" y="348"/>
                    </a:cubicBezTo>
                    <a:cubicBezTo>
                      <a:pt x="2112" y="275"/>
                      <a:pt x="2178" y="209"/>
                      <a:pt x="2252" y="150"/>
                    </a:cubicBezTo>
                    <a:lnTo>
                      <a:pt x="2252" y="150"/>
                    </a:lnTo>
                    <a:cubicBezTo>
                      <a:pt x="2210" y="157"/>
                      <a:pt x="2169" y="159"/>
                      <a:pt x="2127" y="159"/>
                    </a:cubicBezTo>
                    <a:cubicBezTo>
                      <a:pt x="1805" y="159"/>
                      <a:pt x="1475" y="0"/>
                      <a:pt x="113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7"/>
              <p:cNvSpPr/>
              <p:nvPr/>
            </p:nvSpPr>
            <p:spPr>
              <a:xfrm>
                <a:off x="1252850" y="2799950"/>
                <a:ext cx="56300" cy="65350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2614" extrusionOk="0">
                    <a:moveTo>
                      <a:pt x="1138" y="0"/>
                    </a:moveTo>
                    <a:cubicBezTo>
                      <a:pt x="1041" y="0"/>
                      <a:pt x="943" y="13"/>
                      <a:pt x="844" y="48"/>
                    </a:cubicBezTo>
                    <a:cubicBezTo>
                      <a:pt x="749" y="85"/>
                      <a:pt x="668" y="121"/>
                      <a:pt x="587" y="172"/>
                    </a:cubicBezTo>
                    <a:cubicBezTo>
                      <a:pt x="477" y="238"/>
                      <a:pt x="382" y="312"/>
                      <a:pt x="294" y="400"/>
                    </a:cubicBezTo>
                    <a:cubicBezTo>
                      <a:pt x="67" y="686"/>
                      <a:pt x="1" y="1067"/>
                      <a:pt x="118" y="1412"/>
                    </a:cubicBezTo>
                    <a:cubicBezTo>
                      <a:pt x="162" y="1536"/>
                      <a:pt x="221" y="1646"/>
                      <a:pt x="294" y="1756"/>
                    </a:cubicBezTo>
                    <a:lnTo>
                      <a:pt x="492" y="2086"/>
                    </a:lnTo>
                    <a:cubicBezTo>
                      <a:pt x="602" y="2240"/>
                      <a:pt x="653" y="2423"/>
                      <a:pt x="653" y="2614"/>
                    </a:cubicBezTo>
                    <a:cubicBezTo>
                      <a:pt x="712" y="2504"/>
                      <a:pt x="756" y="2387"/>
                      <a:pt x="800" y="2277"/>
                    </a:cubicBezTo>
                    <a:cubicBezTo>
                      <a:pt x="910" y="2013"/>
                      <a:pt x="1042" y="1749"/>
                      <a:pt x="1277" y="1595"/>
                    </a:cubicBezTo>
                    <a:cubicBezTo>
                      <a:pt x="1455" y="1498"/>
                      <a:pt x="1657" y="1447"/>
                      <a:pt x="1860" y="1447"/>
                    </a:cubicBezTo>
                    <a:cubicBezTo>
                      <a:pt x="1950" y="1447"/>
                      <a:pt x="2040" y="1457"/>
                      <a:pt x="2127" y="1478"/>
                    </a:cubicBezTo>
                    <a:cubicBezTo>
                      <a:pt x="2054" y="1397"/>
                      <a:pt x="1988" y="1309"/>
                      <a:pt x="1936" y="1214"/>
                    </a:cubicBezTo>
                    <a:cubicBezTo>
                      <a:pt x="1834" y="1067"/>
                      <a:pt x="1804" y="876"/>
                      <a:pt x="1841" y="700"/>
                    </a:cubicBezTo>
                    <a:cubicBezTo>
                      <a:pt x="1885" y="568"/>
                      <a:pt x="1951" y="451"/>
                      <a:pt x="2054" y="348"/>
                    </a:cubicBezTo>
                    <a:cubicBezTo>
                      <a:pt x="2112" y="275"/>
                      <a:pt x="2178" y="209"/>
                      <a:pt x="2252" y="150"/>
                    </a:cubicBezTo>
                    <a:lnTo>
                      <a:pt x="2252" y="150"/>
                    </a:lnTo>
                    <a:cubicBezTo>
                      <a:pt x="2210" y="157"/>
                      <a:pt x="2169" y="159"/>
                      <a:pt x="2127" y="159"/>
                    </a:cubicBezTo>
                    <a:cubicBezTo>
                      <a:pt x="1805" y="159"/>
                      <a:pt x="1475" y="0"/>
                      <a:pt x="11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7"/>
              <p:cNvSpPr/>
              <p:nvPr/>
            </p:nvSpPr>
            <p:spPr>
              <a:xfrm>
                <a:off x="1235075" y="2785925"/>
                <a:ext cx="39075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460" extrusionOk="0">
                    <a:moveTo>
                      <a:pt x="155" y="0"/>
                    </a:moveTo>
                    <a:cubicBezTo>
                      <a:pt x="96" y="81"/>
                      <a:pt x="52" y="162"/>
                      <a:pt x="1" y="242"/>
                    </a:cubicBezTo>
                    <a:cubicBezTo>
                      <a:pt x="81" y="308"/>
                      <a:pt x="162" y="367"/>
                      <a:pt x="243" y="426"/>
                    </a:cubicBezTo>
                    <a:cubicBezTo>
                      <a:pt x="331" y="484"/>
                      <a:pt x="419" y="550"/>
                      <a:pt x="499" y="631"/>
                    </a:cubicBezTo>
                    <a:cubicBezTo>
                      <a:pt x="543" y="682"/>
                      <a:pt x="580" y="741"/>
                      <a:pt x="617" y="799"/>
                    </a:cubicBezTo>
                    <a:cubicBezTo>
                      <a:pt x="690" y="909"/>
                      <a:pt x="763" y="1027"/>
                      <a:pt x="844" y="1137"/>
                    </a:cubicBezTo>
                    <a:lnTo>
                      <a:pt x="1093" y="1459"/>
                    </a:lnTo>
                    <a:cubicBezTo>
                      <a:pt x="1276" y="1305"/>
                      <a:pt x="1438" y="1122"/>
                      <a:pt x="1562" y="909"/>
                    </a:cubicBezTo>
                    <a:cubicBezTo>
                      <a:pt x="1423" y="792"/>
                      <a:pt x="1269" y="675"/>
                      <a:pt x="1137" y="550"/>
                    </a:cubicBezTo>
                    <a:cubicBezTo>
                      <a:pt x="1034" y="448"/>
                      <a:pt x="917" y="352"/>
                      <a:pt x="793" y="279"/>
                    </a:cubicBezTo>
                    <a:cubicBezTo>
                      <a:pt x="639" y="206"/>
                      <a:pt x="492" y="140"/>
                      <a:pt x="338" y="88"/>
                    </a:cubicBezTo>
                    <a:cubicBezTo>
                      <a:pt x="279" y="59"/>
                      <a:pt x="213" y="37"/>
                      <a:pt x="155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7"/>
              <p:cNvSpPr/>
              <p:nvPr/>
            </p:nvSpPr>
            <p:spPr>
              <a:xfrm>
                <a:off x="1235075" y="2785925"/>
                <a:ext cx="39075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460" extrusionOk="0">
                    <a:moveTo>
                      <a:pt x="155" y="0"/>
                    </a:moveTo>
                    <a:cubicBezTo>
                      <a:pt x="96" y="81"/>
                      <a:pt x="52" y="162"/>
                      <a:pt x="1" y="242"/>
                    </a:cubicBezTo>
                    <a:cubicBezTo>
                      <a:pt x="81" y="308"/>
                      <a:pt x="162" y="367"/>
                      <a:pt x="243" y="426"/>
                    </a:cubicBezTo>
                    <a:cubicBezTo>
                      <a:pt x="331" y="484"/>
                      <a:pt x="419" y="550"/>
                      <a:pt x="499" y="631"/>
                    </a:cubicBezTo>
                    <a:cubicBezTo>
                      <a:pt x="543" y="682"/>
                      <a:pt x="580" y="741"/>
                      <a:pt x="617" y="799"/>
                    </a:cubicBezTo>
                    <a:cubicBezTo>
                      <a:pt x="690" y="909"/>
                      <a:pt x="763" y="1027"/>
                      <a:pt x="844" y="1137"/>
                    </a:cubicBezTo>
                    <a:lnTo>
                      <a:pt x="1093" y="1459"/>
                    </a:lnTo>
                    <a:cubicBezTo>
                      <a:pt x="1276" y="1305"/>
                      <a:pt x="1438" y="1122"/>
                      <a:pt x="1562" y="909"/>
                    </a:cubicBezTo>
                    <a:cubicBezTo>
                      <a:pt x="1423" y="792"/>
                      <a:pt x="1269" y="675"/>
                      <a:pt x="1137" y="550"/>
                    </a:cubicBezTo>
                    <a:cubicBezTo>
                      <a:pt x="1034" y="448"/>
                      <a:pt x="917" y="352"/>
                      <a:pt x="793" y="279"/>
                    </a:cubicBezTo>
                    <a:cubicBezTo>
                      <a:pt x="639" y="206"/>
                      <a:pt x="492" y="140"/>
                      <a:pt x="338" y="88"/>
                    </a:cubicBezTo>
                    <a:cubicBezTo>
                      <a:pt x="279" y="59"/>
                      <a:pt x="213" y="37"/>
                      <a:pt x="1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7"/>
              <p:cNvSpPr/>
              <p:nvPr/>
            </p:nvSpPr>
            <p:spPr>
              <a:xfrm>
                <a:off x="1261650" y="2803700"/>
                <a:ext cx="8100" cy="8825"/>
              </a:xfrm>
              <a:custGeom>
                <a:avLst/>
                <a:gdLst/>
                <a:ahLst/>
                <a:cxnLst/>
                <a:rect l="l" t="t" r="r" b="b"/>
                <a:pathLst>
                  <a:path w="324" h="353" extrusionOk="0">
                    <a:moveTo>
                      <a:pt x="284" y="0"/>
                    </a:moveTo>
                    <a:cubicBezTo>
                      <a:pt x="267" y="0"/>
                      <a:pt x="249" y="10"/>
                      <a:pt x="243" y="30"/>
                    </a:cubicBezTo>
                    <a:cubicBezTo>
                      <a:pt x="213" y="162"/>
                      <a:pt x="103" y="228"/>
                      <a:pt x="15" y="330"/>
                    </a:cubicBezTo>
                    <a:cubicBezTo>
                      <a:pt x="1" y="338"/>
                      <a:pt x="15" y="352"/>
                      <a:pt x="30" y="352"/>
                    </a:cubicBezTo>
                    <a:cubicBezTo>
                      <a:pt x="177" y="308"/>
                      <a:pt x="323" y="198"/>
                      <a:pt x="323" y="37"/>
                    </a:cubicBezTo>
                    <a:cubicBezTo>
                      <a:pt x="323" y="13"/>
                      <a:pt x="304" y="0"/>
                      <a:pt x="284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7"/>
              <p:cNvSpPr/>
              <p:nvPr/>
            </p:nvSpPr>
            <p:spPr>
              <a:xfrm>
                <a:off x="1261650" y="2803700"/>
                <a:ext cx="8100" cy="8825"/>
              </a:xfrm>
              <a:custGeom>
                <a:avLst/>
                <a:gdLst/>
                <a:ahLst/>
                <a:cxnLst/>
                <a:rect l="l" t="t" r="r" b="b"/>
                <a:pathLst>
                  <a:path w="324" h="353" extrusionOk="0">
                    <a:moveTo>
                      <a:pt x="284" y="0"/>
                    </a:moveTo>
                    <a:cubicBezTo>
                      <a:pt x="267" y="0"/>
                      <a:pt x="249" y="10"/>
                      <a:pt x="243" y="30"/>
                    </a:cubicBezTo>
                    <a:cubicBezTo>
                      <a:pt x="213" y="162"/>
                      <a:pt x="103" y="228"/>
                      <a:pt x="15" y="330"/>
                    </a:cubicBezTo>
                    <a:cubicBezTo>
                      <a:pt x="1" y="338"/>
                      <a:pt x="15" y="352"/>
                      <a:pt x="30" y="352"/>
                    </a:cubicBezTo>
                    <a:cubicBezTo>
                      <a:pt x="177" y="308"/>
                      <a:pt x="323" y="198"/>
                      <a:pt x="323" y="37"/>
                    </a:cubicBezTo>
                    <a:cubicBezTo>
                      <a:pt x="323" y="13"/>
                      <a:pt x="304" y="0"/>
                      <a:pt x="284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7"/>
              <p:cNvSpPr/>
              <p:nvPr/>
            </p:nvSpPr>
            <p:spPr>
              <a:xfrm>
                <a:off x="1260750" y="2802525"/>
                <a:ext cx="12525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76" extrusionOk="0">
                    <a:moveTo>
                      <a:pt x="378" y="0"/>
                    </a:moveTo>
                    <a:cubicBezTo>
                      <a:pt x="349" y="0"/>
                      <a:pt x="323" y="16"/>
                      <a:pt x="315" y="55"/>
                    </a:cubicBezTo>
                    <a:cubicBezTo>
                      <a:pt x="315" y="62"/>
                      <a:pt x="323" y="69"/>
                      <a:pt x="323" y="69"/>
                    </a:cubicBezTo>
                    <a:cubicBezTo>
                      <a:pt x="330" y="69"/>
                      <a:pt x="337" y="68"/>
                      <a:pt x="344" y="68"/>
                    </a:cubicBezTo>
                    <a:cubicBezTo>
                      <a:pt x="484" y="68"/>
                      <a:pt x="321" y="291"/>
                      <a:pt x="279" y="333"/>
                    </a:cubicBezTo>
                    <a:cubicBezTo>
                      <a:pt x="205" y="421"/>
                      <a:pt x="110" y="495"/>
                      <a:pt x="15" y="553"/>
                    </a:cubicBezTo>
                    <a:cubicBezTo>
                      <a:pt x="0" y="561"/>
                      <a:pt x="7" y="575"/>
                      <a:pt x="22" y="575"/>
                    </a:cubicBezTo>
                    <a:cubicBezTo>
                      <a:pt x="227" y="531"/>
                      <a:pt x="462" y="355"/>
                      <a:pt x="491" y="128"/>
                    </a:cubicBezTo>
                    <a:cubicBezTo>
                      <a:pt x="501" y="57"/>
                      <a:pt x="433" y="0"/>
                      <a:pt x="37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7"/>
              <p:cNvSpPr/>
              <p:nvPr/>
            </p:nvSpPr>
            <p:spPr>
              <a:xfrm>
                <a:off x="1260750" y="2802525"/>
                <a:ext cx="12525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76" extrusionOk="0">
                    <a:moveTo>
                      <a:pt x="378" y="0"/>
                    </a:moveTo>
                    <a:cubicBezTo>
                      <a:pt x="349" y="0"/>
                      <a:pt x="323" y="16"/>
                      <a:pt x="315" y="55"/>
                    </a:cubicBezTo>
                    <a:cubicBezTo>
                      <a:pt x="315" y="62"/>
                      <a:pt x="323" y="69"/>
                      <a:pt x="323" y="69"/>
                    </a:cubicBezTo>
                    <a:cubicBezTo>
                      <a:pt x="330" y="69"/>
                      <a:pt x="337" y="68"/>
                      <a:pt x="344" y="68"/>
                    </a:cubicBezTo>
                    <a:cubicBezTo>
                      <a:pt x="484" y="68"/>
                      <a:pt x="321" y="291"/>
                      <a:pt x="279" y="333"/>
                    </a:cubicBezTo>
                    <a:cubicBezTo>
                      <a:pt x="205" y="421"/>
                      <a:pt x="110" y="495"/>
                      <a:pt x="15" y="553"/>
                    </a:cubicBezTo>
                    <a:cubicBezTo>
                      <a:pt x="0" y="561"/>
                      <a:pt x="7" y="575"/>
                      <a:pt x="22" y="575"/>
                    </a:cubicBezTo>
                    <a:cubicBezTo>
                      <a:pt x="227" y="531"/>
                      <a:pt x="462" y="355"/>
                      <a:pt x="491" y="128"/>
                    </a:cubicBezTo>
                    <a:cubicBezTo>
                      <a:pt x="501" y="57"/>
                      <a:pt x="433" y="0"/>
                      <a:pt x="3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7"/>
              <p:cNvSpPr/>
              <p:nvPr/>
            </p:nvSpPr>
            <p:spPr>
              <a:xfrm>
                <a:off x="1340100" y="2877500"/>
                <a:ext cx="167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1037" extrusionOk="0">
                    <a:moveTo>
                      <a:pt x="660" y="0"/>
                    </a:moveTo>
                    <a:cubicBezTo>
                      <a:pt x="658" y="0"/>
                      <a:pt x="655" y="1"/>
                      <a:pt x="653" y="3"/>
                    </a:cubicBezTo>
                    <a:cubicBezTo>
                      <a:pt x="529" y="157"/>
                      <a:pt x="463" y="362"/>
                      <a:pt x="360" y="531"/>
                    </a:cubicBezTo>
                    <a:cubicBezTo>
                      <a:pt x="250" y="700"/>
                      <a:pt x="81" y="839"/>
                      <a:pt x="1" y="1022"/>
                    </a:cubicBezTo>
                    <a:cubicBezTo>
                      <a:pt x="1" y="1030"/>
                      <a:pt x="8" y="1037"/>
                      <a:pt x="15" y="1037"/>
                    </a:cubicBezTo>
                    <a:cubicBezTo>
                      <a:pt x="213" y="949"/>
                      <a:pt x="323" y="751"/>
                      <a:pt x="433" y="582"/>
                    </a:cubicBezTo>
                    <a:cubicBezTo>
                      <a:pt x="543" y="414"/>
                      <a:pt x="668" y="216"/>
                      <a:pt x="668" y="11"/>
                    </a:cubicBezTo>
                    <a:cubicBezTo>
                      <a:pt x="668" y="5"/>
                      <a:pt x="664" y="0"/>
                      <a:pt x="660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7"/>
              <p:cNvSpPr/>
              <p:nvPr/>
            </p:nvSpPr>
            <p:spPr>
              <a:xfrm>
                <a:off x="1340100" y="2877500"/>
                <a:ext cx="1670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1037" extrusionOk="0">
                    <a:moveTo>
                      <a:pt x="660" y="0"/>
                    </a:moveTo>
                    <a:cubicBezTo>
                      <a:pt x="658" y="0"/>
                      <a:pt x="655" y="1"/>
                      <a:pt x="653" y="3"/>
                    </a:cubicBezTo>
                    <a:cubicBezTo>
                      <a:pt x="529" y="157"/>
                      <a:pt x="463" y="362"/>
                      <a:pt x="360" y="531"/>
                    </a:cubicBezTo>
                    <a:cubicBezTo>
                      <a:pt x="250" y="700"/>
                      <a:pt x="81" y="839"/>
                      <a:pt x="1" y="1022"/>
                    </a:cubicBezTo>
                    <a:cubicBezTo>
                      <a:pt x="1" y="1030"/>
                      <a:pt x="8" y="1037"/>
                      <a:pt x="15" y="1037"/>
                    </a:cubicBezTo>
                    <a:cubicBezTo>
                      <a:pt x="213" y="949"/>
                      <a:pt x="323" y="751"/>
                      <a:pt x="433" y="582"/>
                    </a:cubicBezTo>
                    <a:cubicBezTo>
                      <a:pt x="543" y="414"/>
                      <a:pt x="668" y="216"/>
                      <a:pt x="668" y="11"/>
                    </a:cubicBezTo>
                    <a:cubicBezTo>
                      <a:pt x="668" y="5"/>
                      <a:pt x="664" y="0"/>
                      <a:pt x="6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7"/>
              <p:cNvSpPr/>
              <p:nvPr/>
            </p:nvSpPr>
            <p:spPr>
              <a:xfrm>
                <a:off x="1334050" y="2886900"/>
                <a:ext cx="10300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44" extrusionOk="0">
                    <a:moveTo>
                      <a:pt x="400" y="0"/>
                    </a:moveTo>
                    <a:cubicBezTo>
                      <a:pt x="396" y="0"/>
                      <a:pt x="392" y="3"/>
                      <a:pt x="389" y="8"/>
                    </a:cubicBezTo>
                    <a:cubicBezTo>
                      <a:pt x="316" y="89"/>
                      <a:pt x="250" y="192"/>
                      <a:pt x="184" y="280"/>
                    </a:cubicBezTo>
                    <a:cubicBezTo>
                      <a:pt x="111" y="353"/>
                      <a:pt x="52" y="441"/>
                      <a:pt x="1" y="529"/>
                    </a:cubicBezTo>
                    <a:cubicBezTo>
                      <a:pt x="1" y="536"/>
                      <a:pt x="8" y="544"/>
                      <a:pt x="16" y="544"/>
                    </a:cubicBezTo>
                    <a:cubicBezTo>
                      <a:pt x="228" y="470"/>
                      <a:pt x="375" y="214"/>
                      <a:pt x="411" y="16"/>
                    </a:cubicBezTo>
                    <a:cubicBezTo>
                      <a:pt x="411" y="7"/>
                      <a:pt x="406" y="0"/>
                      <a:pt x="400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7"/>
              <p:cNvSpPr/>
              <p:nvPr/>
            </p:nvSpPr>
            <p:spPr>
              <a:xfrm>
                <a:off x="1334050" y="2886900"/>
                <a:ext cx="10300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44" extrusionOk="0">
                    <a:moveTo>
                      <a:pt x="400" y="0"/>
                    </a:moveTo>
                    <a:cubicBezTo>
                      <a:pt x="396" y="0"/>
                      <a:pt x="392" y="3"/>
                      <a:pt x="389" y="8"/>
                    </a:cubicBezTo>
                    <a:cubicBezTo>
                      <a:pt x="316" y="89"/>
                      <a:pt x="250" y="192"/>
                      <a:pt x="184" y="280"/>
                    </a:cubicBezTo>
                    <a:cubicBezTo>
                      <a:pt x="111" y="353"/>
                      <a:pt x="52" y="441"/>
                      <a:pt x="1" y="529"/>
                    </a:cubicBezTo>
                    <a:cubicBezTo>
                      <a:pt x="1" y="536"/>
                      <a:pt x="8" y="544"/>
                      <a:pt x="16" y="544"/>
                    </a:cubicBezTo>
                    <a:cubicBezTo>
                      <a:pt x="228" y="470"/>
                      <a:pt x="375" y="214"/>
                      <a:pt x="411" y="16"/>
                    </a:cubicBezTo>
                    <a:cubicBezTo>
                      <a:pt x="411" y="7"/>
                      <a:pt x="406" y="0"/>
                      <a:pt x="4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7"/>
              <p:cNvSpPr/>
              <p:nvPr/>
            </p:nvSpPr>
            <p:spPr>
              <a:xfrm>
                <a:off x="1317050" y="2820550"/>
                <a:ext cx="11900" cy="29250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170" extrusionOk="0">
                    <a:moveTo>
                      <a:pt x="459" y="0"/>
                    </a:moveTo>
                    <a:cubicBezTo>
                      <a:pt x="454" y="0"/>
                      <a:pt x="449" y="3"/>
                      <a:pt x="446" y="8"/>
                    </a:cubicBezTo>
                    <a:cubicBezTo>
                      <a:pt x="307" y="397"/>
                      <a:pt x="168" y="771"/>
                      <a:pt x="6" y="1152"/>
                    </a:cubicBezTo>
                    <a:cubicBezTo>
                      <a:pt x="1" y="1163"/>
                      <a:pt x="11" y="1170"/>
                      <a:pt x="20" y="1170"/>
                    </a:cubicBezTo>
                    <a:cubicBezTo>
                      <a:pt x="23" y="1170"/>
                      <a:pt x="26" y="1169"/>
                      <a:pt x="28" y="1167"/>
                    </a:cubicBezTo>
                    <a:cubicBezTo>
                      <a:pt x="292" y="837"/>
                      <a:pt x="446" y="434"/>
                      <a:pt x="476" y="16"/>
                    </a:cubicBezTo>
                    <a:cubicBezTo>
                      <a:pt x="476" y="7"/>
                      <a:pt x="467" y="0"/>
                      <a:pt x="459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7"/>
              <p:cNvSpPr/>
              <p:nvPr/>
            </p:nvSpPr>
            <p:spPr>
              <a:xfrm>
                <a:off x="1317050" y="2820550"/>
                <a:ext cx="11900" cy="29250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170" extrusionOk="0">
                    <a:moveTo>
                      <a:pt x="459" y="0"/>
                    </a:moveTo>
                    <a:cubicBezTo>
                      <a:pt x="454" y="0"/>
                      <a:pt x="449" y="3"/>
                      <a:pt x="446" y="8"/>
                    </a:cubicBezTo>
                    <a:cubicBezTo>
                      <a:pt x="307" y="397"/>
                      <a:pt x="168" y="771"/>
                      <a:pt x="6" y="1152"/>
                    </a:cubicBezTo>
                    <a:cubicBezTo>
                      <a:pt x="1" y="1163"/>
                      <a:pt x="11" y="1170"/>
                      <a:pt x="20" y="1170"/>
                    </a:cubicBezTo>
                    <a:cubicBezTo>
                      <a:pt x="23" y="1170"/>
                      <a:pt x="26" y="1169"/>
                      <a:pt x="28" y="1167"/>
                    </a:cubicBezTo>
                    <a:cubicBezTo>
                      <a:pt x="292" y="837"/>
                      <a:pt x="446" y="434"/>
                      <a:pt x="476" y="16"/>
                    </a:cubicBezTo>
                    <a:cubicBezTo>
                      <a:pt x="476" y="7"/>
                      <a:pt x="467" y="0"/>
                      <a:pt x="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1419300" y="2865575"/>
                <a:ext cx="7175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938" extrusionOk="0">
                    <a:moveTo>
                      <a:pt x="89" y="1"/>
                    </a:moveTo>
                    <a:cubicBezTo>
                      <a:pt x="84" y="1"/>
                      <a:pt x="81" y="6"/>
                      <a:pt x="81" y="11"/>
                    </a:cubicBezTo>
                    <a:cubicBezTo>
                      <a:pt x="51" y="136"/>
                      <a:pt x="88" y="275"/>
                      <a:pt x="88" y="414"/>
                    </a:cubicBezTo>
                    <a:cubicBezTo>
                      <a:pt x="73" y="583"/>
                      <a:pt x="44" y="759"/>
                      <a:pt x="0" y="920"/>
                    </a:cubicBezTo>
                    <a:cubicBezTo>
                      <a:pt x="0" y="931"/>
                      <a:pt x="12" y="938"/>
                      <a:pt x="21" y="938"/>
                    </a:cubicBezTo>
                    <a:cubicBezTo>
                      <a:pt x="24" y="938"/>
                      <a:pt x="27" y="937"/>
                      <a:pt x="29" y="935"/>
                    </a:cubicBezTo>
                    <a:cubicBezTo>
                      <a:pt x="169" y="700"/>
                      <a:pt x="286" y="231"/>
                      <a:pt x="95" y="4"/>
                    </a:cubicBezTo>
                    <a:cubicBezTo>
                      <a:pt x="93" y="1"/>
                      <a:pt x="91" y="1"/>
                      <a:pt x="89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7"/>
              <p:cNvSpPr/>
              <p:nvPr/>
            </p:nvSpPr>
            <p:spPr>
              <a:xfrm>
                <a:off x="1419300" y="2865575"/>
                <a:ext cx="7175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938" extrusionOk="0">
                    <a:moveTo>
                      <a:pt x="89" y="1"/>
                    </a:moveTo>
                    <a:cubicBezTo>
                      <a:pt x="84" y="1"/>
                      <a:pt x="81" y="6"/>
                      <a:pt x="81" y="11"/>
                    </a:cubicBezTo>
                    <a:cubicBezTo>
                      <a:pt x="51" y="136"/>
                      <a:pt x="88" y="275"/>
                      <a:pt x="88" y="414"/>
                    </a:cubicBezTo>
                    <a:cubicBezTo>
                      <a:pt x="73" y="583"/>
                      <a:pt x="44" y="759"/>
                      <a:pt x="0" y="920"/>
                    </a:cubicBezTo>
                    <a:cubicBezTo>
                      <a:pt x="0" y="931"/>
                      <a:pt x="12" y="938"/>
                      <a:pt x="21" y="938"/>
                    </a:cubicBezTo>
                    <a:cubicBezTo>
                      <a:pt x="24" y="938"/>
                      <a:pt x="27" y="937"/>
                      <a:pt x="29" y="935"/>
                    </a:cubicBezTo>
                    <a:cubicBezTo>
                      <a:pt x="169" y="700"/>
                      <a:pt x="286" y="231"/>
                      <a:pt x="95" y="4"/>
                    </a:cubicBezTo>
                    <a:cubicBezTo>
                      <a:pt x="93" y="1"/>
                      <a:pt x="91" y="1"/>
                      <a:pt x="8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7"/>
              <p:cNvSpPr/>
              <p:nvPr/>
            </p:nvSpPr>
            <p:spPr>
              <a:xfrm>
                <a:off x="1427800" y="2866675"/>
                <a:ext cx="6000" cy="1917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767" extrusionOk="0">
                    <a:moveTo>
                      <a:pt x="67" y="0"/>
                    </a:moveTo>
                    <a:cubicBezTo>
                      <a:pt x="54" y="0"/>
                      <a:pt x="41" y="11"/>
                      <a:pt x="41" y="26"/>
                    </a:cubicBezTo>
                    <a:cubicBezTo>
                      <a:pt x="71" y="268"/>
                      <a:pt x="56" y="517"/>
                      <a:pt x="5" y="751"/>
                    </a:cubicBezTo>
                    <a:cubicBezTo>
                      <a:pt x="0" y="761"/>
                      <a:pt x="7" y="767"/>
                      <a:pt x="14" y="767"/>
                    </a:cubicBezTo>
                    <a:cubicBezTo>
                      <a:pt x="19" y="767"/>
                      <a:pt x="24" y="764"/>
                      <a:pt x="27" y="759"/>
                    </a:cubicBezTo>
                    <a:cubicBezTo>
                      <a:pt x="151" y="539"/>
                      <a:pt x="239" y="246"/>
                      <a:pt x="85" y="11"/>
                    </a:cubicBezTo>
                    <a:cubicBezTo>
                      <a:pt x="80" y="3"/>
                      <a:pt x="73" y="0"/>
                      <a:pt x="67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7"/>
              <p:cNvSpPr/>
              <p:nvPr/>
            </p:nvSpPr>
            <p:spPr>
              <a:xfrm>
                <a:off x="1427800" y="2866675"/>
                <a:ext cx="6000" cy="1917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767" extrusionOk="0">
                    <a:moveTo>
                      <a:pt x="67" y="0"/>
                    </a:moveTo>
                    <a:cubicBezTo>
                      <a:pt x="54" y="0"/>
                      <a:pt x="41" y="11"/>
                      <a:pt x="41" y="26"/>
                    </a:cubicBezTo>
                    <a:cubicBezTo>
                      <a:pt x="71" y="268"/>
                      <a:pt x="56" y="517"/>
                      <a:pt x="5" y="751"/>
                    </a:cubicBezTo>
                    <a:cubicBezTo>
                      <a:pt x="0" y="761"/>
                      <a:pt x="7" y="767"/>
                      <a:pt x="14" y="767"/>
                    </a:cubicBezTo>
                    <a:cubicBezTo>
                      <a:pt x="19" y="767"/>
                      <a:pt x="24" y="764"/>
                      <a:pt x="27" y="759"/>
                    </a:cubicBezTo>
                    <a:cubicBezTo>
                      <a:pt x="151" y="539"/>
                      <a:pt x="239" y="246"/>
                      <a:pt x="85" y="11"/>
                    </a:cubicBezTo>
                    <a:cubicBezTo>
                      <a:pt x="80" y="3"/>
                      <a:pt x="73" y="0"/>
                      <a:pt x="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7"/>
              <p:cNvSpPr/>
              <p:nvPr/>
            </p:nvSpPr>
            <p:spPr>
              <a:xfrm>
                <a:off x="1460350" y="2890425"/>
                <a:ext cx="104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327" extrusionOk="0">
                    <a:moveTo>
                      <a:pt x="341" y="0"/>
                    </a:moveTo>
                    <a:cubicBezTo>
                      <a:pt x="332" y="0"/>
                      <a:pt x="323" y="6"/>
                      <a:pt x="323" y="14"/>
                    </a:cubicBezTo>
                    <a:cubicBezTo>
                      <a:pt x="272" y="234"/>
                      <a:pt x="257" y="461"/>
                      <a:pt x="198" y="674"/>
                    </a:cubicBezTo>
                    <a:cubicBezTo>
                      <a:pt x="147" y="887"/>
                      <a:pt x="30" y="1092"/>
                      <a:pt x="0" y="1304"/>
                    </a:cubicBezTo>
                    <a:cubicBezTo>
                      <a:pt x="0" y="1319"/>
                      <a:pt x="10" y="1327"/>
                      <a:pt x="18" y="1327"/>
                    </a:cubicBezTo>
                    <a:cubicBezTo>
                      <a:pt x="23" y="1327"/>
                      <a:pt x="27" y="1324"/>
                      <a:pt x="30" y="1319"/>
                    </a:cubicBezTo>
                    <a:cubicBezTo>
                      <a:pt x="330" y="1033"/>
                      <a:pt x="418" y="395"/>
                      <a:pt x="360" y="14"/>
                    </a:cubicBezTo>
                    <a:cubicBezTo>
                      <a:pt x="356" y="4"/>
                      <a:pt x="349" y="0"/>
                      <a:pt x="341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7"/>
              <p:cNvSpPr/>
              <p:nvPr/>
            </p:nvSpPr>
            <p:spPr>
              <a:xfrm>
                <a:off x="1460350" y="2890425"/>
                <a:ext cx="104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327" extrusionOk="0">
                    <a:moveTo>
                      <a:pt x="341" y="0"/>
                    </a:moveTo>
                    <a:cubicBezTo>
                      <a:pt x="332" y="0"/>
                      <a:pt x="323" y="6"/>
                      <a:pt x="323" y="14"/>
                    </a:cubicBezTo>
                    <a:cubicBezTo>
                      <a:pt x="272" y="234"/>
                      <a:pt x="257" y="461"/>
                      <a:pt x="198" y="674"/>
                    </a:cubicBezTo>
                    <a:cubicBezTo>
                      <a:pt x="147" y="887"/>
                      <a:pt x="30" y="1092"/>
                      <a:pt x="0" y="1304"/>
                    </a:cubicBezTo>
                    <a:cubicBezTo>
                      <a:pt x="0" y="1319"/>
                      <a:pt x="10" y="1327"/>
                      <a:pt x="18" y="1327"/>
                    </a:cubicBezTo>
                    <a:cubicBezTo>
                      <a:pt x="23" y="1327"/>
                      <a:pt x="27" y="1324"/>
                      <a:pt x="30" y="1319"/>
                    </a:cubicBezTo>
                    <a:cubicBezTo>
                      <a:pt x="330" y="1033"/>
                      <a:pt x="418" y="395"/>
                      <a:pt x="360" y="14"/>
                    </a:cubicBezTo>
                    <a:cubicBezTo>
                      <a:pt x="356" y="4"/>
                      <a:pt x="349" y="0"/>
                      <a:pt x="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7"/>
              <p:cNvSpPr/>
              <p:nvPr/>
            </p:nvSpPr>
            <p:spPr>
              <a:xfrm>
                <a:off x="1471350" y="2903500"/>
                <a:ext cx="5875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812" extrusionOk="0">
                    <a:moveTo>
                      <a:pt x="165" y="1"/>
                    </a:moveTo>
                    <a:cubicBezTo>
                      <a:pt x="158" y="1"/>
                      <a:pt x="151" y="4"/>
                      <a:pt x="147" y="12"/>
                    </a:cubicBezTo>
                    <a:cubicBezTo>
                      <a:pt x="125" y="144"/>
                      <a:pt x="110" y="276"/>
                      <a:pt x="88" y="408"/>
                    </a:cubicBezTo>
                    <a:cubicBezTo>
                      <a:pt x="52" y="540"/>
                      <a:pt x="22" y="664"/>
                      <a:pt x="0" y="796"/>
                    </a:cubicBezTo>
                    <a:cubicBezTo>
                      <a:pt x="0" y="805"/>
                      <a:pt x="6" y="811"/>
                      <a:pt x="12" y="811"/>
                    </a:cubicBezTo>
                    <a:cubicBezTo>
                      <a:pt x="16" y="811"/>
                      <a:pt x="20" y="809"/>
                      <a:pt x="22" y="803"/>
                    </a:cubicBezTo>
                    <a:cubicBezTo>
                      <a:pt x="206" y="613"/>
                      <a:pt x="235" y="254"/>
                      <a:pt x="184" y="12"/>
                    </a:cubicBezTo>
                    <a:cubicBezTo>
                      <a:pt x="180" y="4"/>
                      <a:pt x="173" y="1"/>
                      <a:pt x="165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7"/>
              <p:cNvSpPr/>
              <p:nvPr/>
            </p:nvSpPr>
            <p:spPr>
              <a:xfrm>
                <a:off x="1471350" y="2903500"/>
                <a:ext cx="5875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812" extrusionOk="0">
                    <a:moveTo>
                      <a:pt x="165" y="1"/>
                    </a:moveTo>
                    <a:cubicBezTo>
                      <a:pt x="158" y="1"/>
                      <a:pt x="151" y="4"/>
                      <a:pt x="147" y="12"/>
                    </a:cubicBezTo>
                    <a:cubicBezTo>
                      <a:pt x="125" y="144"/>
                      <a:pt x="110" y="276"/>
                      <a:pt x="88" y="408"/>
                    </a:cubicBezTo>
                    <a:cubicBezTo>
                      <a:pt x="52" y="540"/>
                      <a:pt x="22" y="664"/>
                      <a:pt x="0" y="796"/>
                    </a:cubicBezTo>
                    <a:cubicBezTo>
                      <a:pt x="0" y="805"/>
                      <a:pt x="6" y="811"/>
                      <a:pt x="12" y="811"/>
                    </a:cubicBezTo>
                    <a:cubicBezTo>
                      <a:pt x="16" y="811"/>
                      <a:pt x="20" y="809"/>
                      <a:pt x="22" y="803"/>
                    </a:cubicBezTo>
                    <a:cubicBezTo>
                      <a:pt x="206" y="613"/>
                      <a:pt x="235" y="254"/>
                      <a:pt x="184" y="12"/>
                    </a:cubicBezTo>
                    <a:cubicBezTo>
                      <a:pt x="180" y="4"/>
                      <a:pt x="173" y="1"/>
                      <a:pt x="1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7"/>
              <p:cNvSpPr/>
              <p:nvPr/>
            </p:nvSpPr>
            <p:spPr>
              <a:xfrm>
                <a:off x="1547775" y="2886850"/>
                <a:ext cx="442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89" extrusionOk="0">
                    <a:moveTo>
                      <a:pt x="25" y="0"/>
                    </a:moveTo>
                    <a:cubicBezTo>
                      <a:pt x="15" y="0"/>
                      <a:pt x="5" y="6"/>
                      <a:pt x="1" y="18"/>
                    </a:cubicBezTo>
                    <a:cubicBezTo>
                      <a:pt x="1" y="120"/>
                      <a:pt x="8" y="223"/>
                      <a:pt x="15" y="326"/>
                    </a:cubicBezTo>
                    <a:lnTo>
                      <a:pt x="1" y="678"/>
                    </a:lnTo>
                    <a:cubicBezTo>
                      <a:pt x="4" y="685"/>
                      <a:pt x="12" y="689"/>
                      <a:pt x="19" y="689"/>
                    </a:cubicBezTo>
                    <a:cubicBezTo>
                      <a:pt x="26" y="689"/>
                      <a:pt x="34" y="685"/>
                      <a:pt x="37" y="678"/>
                    </a:cubicBezTo>
                    <a:cubicBezTo>
                      <a:pt x="96" y="487"/>
                      <a:pt x="177" y="179"/>
                      <a:pt x="45" y="10"/>
                    </a:cubicBezTo>
                    <a:cubicBezTo>
                      <a:pt x="41" y="4"/>
                      <a:pt x="34" y="0"/>
                      <a:pt x="25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7"/>
              <p:cNvSpPr/>
              <p:nvPr/>
            </p:nvSpPr>
            <p:spPr>
              <a:xfrm>
                <a:off x="1547775" y="2886850"/>
                <a:ext cx="442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89" extrusionOk="0">
                    <a:moveTo>
                      <a:pt x="25" y="0"/>
                    </a:moveTo>
                    <a:cubicBezTo>
                      <a:pt x="15" y="0"/>
                      <a:pt x="5" y="6"/>
                      <a:pt x="1" y="18"/>
                    </a:cubicBezTo>
                    <a:cubicBezTo>
                      <a:pt x="1" y="120"/>
                      <a:pt x="8" y="223"/>
                      <a:pt x="15" y="326"/>
                    </a:cubicBezTo>
                    <a:lnTo>
                      <a:pt x="1" y="678"/>
                    </a:lnTo>
                    <a:cubicBezTo>
                      <a:pt x="4" y="685"/>
                      <a:pt x="12" y="689"/>
                      <a:pt x="19" y="689"/>
                    </a:cubicBezTo>
                    <a:cubicBezTo>
                      <a:pt x="26" y="689"/>
                      <a:pt x="34" y="685"/>
                      <a:pt x="37" y="678"/>
                    </a:cubicBezTo>
                    <a:cubicBezTo>
                      <a:pt x="96" y="487"/>
                      <a:pt x="177" y="179"/>
                      <a:pt x="45" y="10"/>
                    </a:cubicBezTo>
                    <a:cubicBezTo>
                      <a:pt x="41" y="4"/>
                      <a:pt x="34" y="0"/>
                      <a:pt x="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7"/>
              <p:cNvSpPr/>
              <p:nvPr/>
            </p:nvSpPr>
            <p:spPr>
              <a:xfrm>
                <a:off x="1565850" y="2899600"/>
                <a:ext cx="5600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758" extrusionOk="0">
                    <a:moveTo>
                      <a:pt x="42" y="0"/>
                    </a:moveTo>
                    <a:cubicBezTo>
                      <a:pt x="21" y="0"/>
                      <a:pt x="1" y="18"/>
                      <a:pt x="11" y="43"/>
                    </a:cubicBezTo>
                    <a:cubicBezTo>
                      <a:pt x="114" y="278"/>
                      <a:pt x="62" y="498"/>
                      <a:pt x="55" y="740"/>
                    </a:cubicBezTo>
                    <a:cubicBezTo>
                      <a:pt x="55" y="752"/>
                      <a:pt x="64" y="757"/>
                      <a:pt x="73" y="757"/>
                    </a:cubicBezTo>
                    <a:cubicBezTo>
                      <a:pt x="80" y="757"/>
                      <a:pt x="88" y="753"/>
                      <a:pt x="92" y="747"/>
                    </a:cubicBezTo>
                    <a:cubicBezTo>
                      <a:pt x="223" y="520"/>
                      <a:pt x="216" y="234"/>
                      <a:pt x="70" y="14"/>
                    </a:cubicBezTo>
                    <a:cubicBezTo>
                      <a:pt x="62" y="4"/>
                      <a:pt x="52" y="0"/>
                      <a:pt x="42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7"/>
              <p:cNvSpPr/>
              <p:nvPr/>
            </p:nvSpPr>
            <p:spPr>
              <a:xfrm>
                <a:off x="1565850" y="2899600"/>
                <a:ext cx="5600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758" extrusionOk="0">
                    <a:moveTo>
                      <a:pt x="42" y="0"/>
                    </a:moveTo>
                    <a:cubicBezTo>
                      <a:pt x="21" y="0"/>
                      <a:pt x="1" y="18"/>
                      <a:pt x="11" y="43"/>
                    </a:cubicBezTo>
                    <a:cubicBezTo>
                      <a:pt x="114" y="278"/>
                      <a:pt x="62" y="498"/>
                      <a:pt x="55" y="740"/>
                    </a:cubicBezTo>
                    <a:cubicBezTo>
                      <a:pt x="55" y="752"/>
                      <a:pt x="64" y="757"/>
                      <a:pt x="73" y="757"/>
                    </a:cubicBezTo>
                    <a:cubicBezTo>
                      <a:pt x="80" y="757"/>
                      <a:pt x="88" y="753"/>
                      <a:pt x="92" y="747"/>
                    </a:cubicBezTo>
                    <a:cubicBezTo>
                      <a:pt x="223" y="520"/>
                      <a:pt x="216" y="234"/>
                      <a:pt x="70" y="14"/>
                    </a:cubicBezTo>
                    <a:cubicBezTo>
                      <a:pt x="62" y="4"/>
                      <a:pt x="52" y="0"/>
                      <a:pt x="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7"/>
              <p:cNvSpPr/>
              <p:nvPr/>
            </p:nvSpPr>
            <p:spPr>
              <a:xfrm>
                <a:off x="1621650" y="2887400"/>
                <a:ext cx="48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588" extrusionOk="0">
                    <a:moveTo>
                      <a:pt x="34" y="0"/>
                    </a:moveTo>
                    <a:cubicBezTo>
                      <a:pt x="26" y="0"/>
                      <a:pt x="20" y="7"/>
                      <a:pt x="15" y="18"/>
                    </a:cubicBezTo>
                    <a:cubicBezTo>
                      <a:pt x="0" y="91"/>
                      <a:pt x="59" y="186"/>
                      <a:pt x="66" y="260"/>
                    </a:cubicBezTo>
                    <a:cubicBezTo>
                      <a:pt x="81" y="362"/>
                      <a:pt x="52" y="494"/>
                      <a:pt x="103" y="582"/>
                    </a:cubicBezTo>
                    <a:cubicBezTo>
                      <a:pt x="103" y="586"/>
                      <a:pt x="107" y="588"/>
                      <a:pt x="111" y="588"/>
                    </a:cubicBezTo>
                    <a:cubicBezTo>
                      <a:pt x="116" y="588"/>
                      <a:pt x="121" y="586"/>
                      <a:pt x="125" y="582"/>
                    </a:cubicBezTo>
                    <a:cubicBezTo>
                      <a:pt x="191" y="487"/>
                      <a:pt x="169" y="333"/>
                      <a:pt x="147" y="230"/>
                    </a:cubicBezTo>
                    <a:cubicBezTo>
                      <a:pt x="132" y="150"/>
                      <a:pt x="118" y="40"/>
                      <a:pt x="44" y="3"/>
                    </a:cubicBezTo>
                    <a:cubicBezTo>
                      <a:pt x="40" y="1"/>
                      <a:pt x="37" y="0"/>
                      <a:pt x="34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7"/>
              <p:cNvSpPr/>
              <p:nvPr/>
            </p:nvSpPr>
            <p:spPr>
              <a:xfrm>
                <a:off x="1621650" y="2887400"/>
                <a:ext cx="480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588" extrusionOk="0">
                    <a:moveTo>
                      <a:pt x="34" y="0"/>
                    </a:moveTo>
                    <a:cubicBezTo>
                      <a:pt x="26" y="0"/>
                      <a:pt x="20" y="7"/>
                      <a:pt x="15" y="18"/>
                    </a:cubicBezTo>
                    <a:cubicBezTo>
                      <a:pt x="0" y="91"/>
                      <a:pt x="59" y="186"/>
                      <a:pt x="66" y="260"/>
                    </a:cubicBezTo>
                    <a:cubicBezTo>
                      <a:pt x="81" y="362"/>
                      <a:pt x="52" y="494"/>
                      <a:pt x="103" y="582"/>
                    </a:cubicBezTo>
                    <a:cubicBezTo>
                      <a:pt x="103" y="586"/>
                      <a:pt x="107" y="588"/>
                      <a:pt x="111" y="588"/>
                    </a:cubicBezTo>
                    <a:cubicBezTo>
                      <a:pt x="116" y="588"/>
                      <a:pt x="121" y="586"/>
                      <a:pt x="125" y="582"/>
                    </a:cubicBezTo>
                    <a:cubicBezTo>
                      <a:pt x="191" y="487"/>
                      <a:pt x="169" y="333"/>
                      <a:pt x="147" y="230"/>
                    </a:cubicBezTo>
                    <a:cubicBezTo>
                      <a:pt x="132" y="150"/>
                      <a:pt x="118" y="40"/>
                      <a:pt x="44" y="3"/>
                    </a:cubicBezTo>
                    <a:cubicBezTo>
                      <a:pt x="40" y="1"/>
                      <a:pt x="37" y="0"/>
                      <a:pt x="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7"/>
              <p:cNvSpPr/>
              <p:nvPr/>
            </p:nvSpPr>
            <p:spPr>
              <a:xfrm>
                <a:off x="1325800" y="2713150"/>
                <a:ext cx="26562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10625" h="4290" extrusionOk="0">
                    <a:moveTo>
                      <a:pt x="2846" y="1"/>
                    </a:moveTo>
                    <a:cubicBezTo>
                      <a:pt x="2582" y="8"/>
                      <a:pt x="2325" y="45"/>
                      <a:pt x="2068" y="111"/>
                    </a:cubicBezTo>
                    <a:cubicBezTo>
                      <a:pt x="1504" y="265"/>
                      <a:pt x="969" y="521"/>
                      <a:pt x="499" y="866"/>
                    </a:cubicBezTo>
                    <a:cubicBezTo>
                      <a:pt x="302" y="1005"/>
                      <a:pt x="111" y="1159"/>
                      <a:pt x="16" y="1379"/>
                    </a:cubicBezTo>
                    <a:cubicBezTo>
                      <a:pt x="8" y="1386"/>
                      <a:pt x="8" y="1401"/>
                      <a:pt x="1" y="1416"/>
                    </a:cubicBezTo>
                    <a:cubicBezTo>
                      <a:pt x="602" y="2479"/>
                      <a:pt x="1629" y="3322"/>
                      <a:pt x="2802" y="3791"/>
                    </a:cubicBezTo>
                    <a:cubicBezTo>
                      <a:pt x="3650" y="4133"/>
                      <a:pt x="4568" y="4289"/>
                      <a:pt x="5490" y="4289"/>
                    </a:cubicBezTo>
                    <a:cubicBezTo>
                      <a:pt x="6089" y="4289"/>
                      <a:pt x="6690" y="4223"/>
                      <a:pt x="7274" y="4099"/>
                    </a:cubicBezTo>
                    <a:cubicBezTo>
                      <a:pt x="8469" y="3828"/>
                      <a:pt x="9598" y="3351"/>
                      <a:pt x="10625" y="2699"/>
                    </a:cubicBezTo>
                    <a:cubicBezTo>
                      <a:pt x="10610" y="2332"/>
                      <a:pt x="10493" y="1988"/>
                      <a:pt x="10295" y="1687"/>
                    </a:cubicBezTo>
                    <a:cubicBezTo>
                      <a:pt x="9979" y="1218"/>
                      <a:pt x="9488" y="910"/>
                      <a:pt x="8975" y="734"/>
                    </a:cubicBezTo>
                    <a:cubicBezTo>
                      <a:pt x="8762" y="660"/>
                      <a:pt x="8550" y="602"/>
                      <a:pt x="8330" y="565"/>
                    </a:cubicBezTo>
                    <a:cubicBezTo>
                      <a:pt x="7912" y="646"/>
                      <a:pt x="7494" y="712"/>
                      <a:pt x="7069" y="748"/>
                    </a:cubicBezTo>
                    <a:cubicBezTo>
                      <a:pt x="6773" y="778"/>
                      <a:pt x="6473" y="795"/>
                      <a:pt x="6174" y="795"/>
                    </a:cubicBezTo>
                    <a:cubicBezTo>
                      <a:pt x="5665" y="795"/>
                      <a:pt x="5159" y="747"/>
                      <a:pt x="4679" y="631"/>
                    </a:cubicBezTo>
                    <a:cubicBezTo>
                      <a:pt x="4305" y="536"/>
                      <a:pt x="3938" y="411"/>
                      <a:pt x="3579" y="272"/>
                    </a:cubicBezTo>
                    <a:lnTo>
                      <a:pt x="2846" y="1"/>
                    </a:lnTo>
                    <a:close/>
                  </a:path>
                </a:pathLst>
              </a:custGeom>
              <a:solidFill>
                <a:srgbClr val="C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7"/>
              <p:cNvSpPr/>
              <p:nvPr/>
            </p:nvSpPr>
            <p:spPr>
              <a:xfrm>
                <a:off x="1325800" y="2713150"/>
                <a:ext cx="265625" cy="107250"/>
              </a:xfrm>
              <a:custGeom>
                <a:avLst/>
                <a:gdLst/>
                <a:ahLst/>
                <a:cxnLst/>
                <a:rect l="l" t="t" r="r" b="b"/>
                <a:pathLst>
                  <a:path w="10625" h="4290" extrusionOk="0">
                    <a:moveTo>
                      <a:pt x="2846" y="1"/>
                    </a:moveTo>
                    <a:cubicBezTo>
                      <a:pt x="2582" y="8"/>
                      <a:pt x="2325" y="45"/>
                      <a:pt x="2068" y="111"/>
                    </a:cubicBezTo>
                    <a:cubicBezTo>
                      <a:pt x="1504" y="265"/>
                      <a:pt x="969" y="521"/>
                      <a:pt x="499" y="866"/>
                    </a:cubicBezTo>
                    <a:cubicBezTo>
                      <a:pt x="302" y="1005"/>
                      <a:pt x="111" y="1159"/>
                      <a:pt x="16" y="1379"/>
                    </a:cubicBezTo>
                    <a:cubicBezTo>
                      <a:pt x="8" y="1386"/>
                      <a:pt x="8" y="1401"/>
                      <a:pt x="1" y="1416"/>
                    </a:cubicBezTo>
                    <a:cubicBezTo>
                      <a:pt x="602" y="2479"/>
                      <a:pt x="1629" y="3322"/>
                      <a:pt x="2802" y="3791"/>
                    </a:cubicBezTo>
                    <a:cubicBezTo>
                      <a:pt x="3650" y="4133"/>
                      <a:pt x="4568" y="4289"/>
                      <a:pt x="5490" y="4289"/>
                    </a:cubicBezTo>
                    <a:cubicBezTo>
                      <a:pt x="6089" y="4289"/>
                      <a:pt x="6690" y="4223"/>
                      <a:pt x="7274" y="4099"/>
                    </a:cubicBezTo>
                    <a:cubicBezTo>
                      <a:pt x="8469" y="3828"/>
                      <a:pt x="9598" y="3351"/>
                      <a:pt x="10625" y="2699"/>
                    </a:cubicBezTo>
                    <a:cubicBezTo>
                      <a:pt x="10610" y="2332"/>
                      <a:pt x="10493" y="1988"/>
                      <a:pt x="10295" y="1687"/>
                    </a:cubicBezTo>
                    <a:cubicBezTo>
                      <a:pt x="9979" y="1218"/>
                      <a:pt x="9488" y="910"/>
                      <a:pt x="8975" y="734"/>
                    </a:cubicBezTo>
                    <a:cubicBezTo>
                      <a:pt x="8762" y="660"/>
                      <a:pt x="8550" y="602"/>
                      <a:pt x="8330" y="565"/>
                    </a:cubicBezTo>
                    <a:cubicBezTo>
                      <a:pt x="7912" y="646"/>
                      <a:pt x="7494" y="712"/>
                      <a:pt x="7069" y="748"/>
                    </a:cubicBezTo>
                    <a:cubicBezTo>
                      <a:pt x="6773" y="778"/>
                      <a:pt x="6473" y="795"/>
                      <a:pt x="6174" y="795"/>
                    </a:cubicBezTo>
                    <a:cubicBezTo>
                      <a:pt x="5665" y="795"/>
                      <a:pt x="5159" y="747"/>
                      <a:pt x="4679" y="631"/>
                    </a:cubicBezTo>
                    <a:cubicBezTo>
                      <a:pt x="4305" y="536"/>
                      <a:pt x="3938" y="411"/>
                      <a:pt x="3579" y="272"/>
                    </a:cubicBezTo>
                    <a:lnTo>
                      <a:pt x="28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7"/>
              <p:cNvSpPr/>
              <p:nvPr/>
            </p:nvSpPr>
            <p:spPr>
              <a:xfrm>
                <a:off x="1337175" y="2713525"/>
                <a:ext cx="244000" cy="87650"/>
              </a:xfrm>
              <a:custGeom>
                <a:avLst/>
                <a:gdLst/>
                <a:ahLst/>
                <a:cxnLst/>
                <a:rect l="l" t="t" r="r" b="b"/>
                <a:pathLst>
                  <a:path w="9760" h="3506" extrusionOk="0">
                    <a:moveTo>
                      <a:pt x="2332" y="0"/>
                    </a:moveTo>
                    <a:cubicBezTo>
                      <a:pt x="2127" y="8"/>
                      <a:pt x="1914" y="37"/>
                      <a:pt x="1716" y="88"/>
                    </a:cubicBezTo>
                    <a:cubicBezTo>
                      <a:pt x="1196" y="235"/>
                      <a:pt x="704" y="469"/>
                      <a:pt x="272" y="792"/>
                    </a:cubicBezTo>
                    <a:cubicBezTo>
                      <a:pt x="169" y="858"/>
                      <a:pt x="81" y="931"/>
                      <a:pt x="0" y="1019"/>
                    </a:cubicBezTo>
                    <a:cubicBezTo>
                      <a:pt x="550" y="1892"/>
                      <a:pt x="1452" y="2618"/>
                      <a:pt x="2493" y="3036"/>
                    </a:cubicBezTo>
                    <a:cubicBezTo>
                      <a:pt x="3282" y="3344"/>
                      <a:pt x="4127" y="3505"/>
                      <a:pt x="4980" y="3505"/>
                    </a:cubicBezTo>
                    <a:cubicBezTo>
                      <a:pt x="4999" y="3505"/>
                      <a:pt x="5018" y="3505"/>
                      <a:pt x="5037" y="3505"/>
                    </a:cubicBezTo>
                    <a:lnTo>
                      <a:pt x="5037" y="3498"/>
                    </a:lnTo>
                    <a:cubicBezTo>
                      <a:pt x="5609" y="3498"/>
                      <a:pt x="6181" y="3439"/>
                      <a:pt x="6738" y="3314"/>
                    </a:cubicBezTo>
                    <a:cubicBezTo>
                      <a:pt x="7809" y="3080"/>
                      <a:pt x="8828" y="2662"/>
                      <a:pt x="9759" y="2097"/>
                    </a:cubicBezTo>
                    <a:cubicBezTo>
                      <a:pt x="9722" y="1885"/>
                      <a:pt x="9642" y="1679"/>
                      <a:pt x="9524" y="1503"/>
                    </a:cubicBezTo>
                    <a:cubicBezTo>
                      <a:pt x="9217" y="1049"/>
                      <a:pt x="8740" y="807"/>
                      <a:pt x="8388" y="689"/>
                    </a:cubicBezTo>
                    <a:cubicBezTo>
                      <a:pt x="8219" y="631"/>
                      <a:pt x="8051" y="587"/>
                      <a:pt x="7875" y="550"/>
                    </a:cubicBezTo>
                    <a:cubicBezTo>
                      <a:pt x="7420" y="645"/>
                      <a:pt x="7032" y="697"/>
                      <a:pt x="6658" y="733"/>
                    </a:cubicBezTo>
                    <a:cubicBezTo>
                      <a:pt x="6335" y="770"/>
                      <a:pt x="6020" y="785"/>
                      <a:pt x="5719" y="785"/>
                    </a:cubicBezTo>
                    <a:cubicBezTo>
                      <a:pt x="5690" y="785"/>
                      <a:pt x="5660" y="785"/>
                      <a:pt x="5630" y="785"/>
                    </a:cubicBezTo>
                    <a:cubicBezTo>
                      <a:pt x="5125" y="785"/>
                      <a:pt x="4627" y="727"/>
                      <a:pt x="4136" y="609"/>
                    </a:cubicBezTo>
                    <a:cubicBezTo>
                      <a:pt x="3747" y="513"/>
                      <a:pt x="3366" y="389"/>
                      <a:pt x="2992" y="242"/>
                    </a:cubicBez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7"/>
              <p:cNvSpPr/>
              <p:nvPr/>
            </p:nvSpPr>
            <p:spPr>
              <a:xfrm>
                <a:off x="1348675" y="2729275"/>
                <a:ext cx="55375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519" extrusionOk="0">
                    <a:moveTo>
                      <a:pt x="2157" y="0"/>
                    </a:moveTo>
                    <a:cubicBezTo>
                      <a:pt x="2155" y="0"/>
                      <a:pt x="2153" y="0"/>
                      <a:pt x="2151" y="1"/>
                    </a:cubicBezTo>
                    <a:cubicBezTo>
                      <a:pt x="1337" y="250"/>
                      <a:pt x="501" y="749"/>
                      <a:pt x="17" y="1467"/>
                    </a:cubicBezTo>
                    <a:cubicBezTo>
                      <a:pt x="0" y="1495"/>
                      <a:pt x="22" y="1519"/>
                      <a:pt x="46" y="1519"/>
                    </a:cubicBezTo>
                    <a:cubicBezTo>
                      <a:pt x="54" y="1519"/>
                      <a:pt x="61" y="1516"/>
                      <a:pt x="68" y="1511"/>
                    </a:cubicBezTo>
                    <a:cubicBezTo>
                      <a:pt x="743" y="961"/>
                      <a:pt x="1388" y="455"/>
                      <a:pt x="2180" y="74"/>
                    </a:cubicBezTo>
                    <a:cubicBezTo>
                      <a:pt x="2214" y="53"/>
                      <a:pt x="2190" y="0"/>
                      <a:pt x="2157" y="0"/>
                    </a:cubicBezTo>
                    <a:close/>
                  </a:path>
                </a:pathLst>
              </a:custGeom>
              <a:solidFill>
                <a:srgbClr val="C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7"/>
              <p:cNvSpPr/>
              <p:nvPr/>
            </p:nvSpPr>
            <p:spPr>
              <a:xfrm>
                <a:off x="1348675" y="2729275"/>
                <a:ext cx="55375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519" extrusionOk="0">
                    <a:moveTo>
                      <a:pt x="2157" y="0"/>
                    </a:moveTo>
                    <a:cubicBezTo>
                      <a:pt x="2155" y="0"/>
                      <a:pt x="2153" y="0"/>
                      <a:pt x="2151" y="1"/>
                    </a:cubicBezTo>
                    <a:cubicBezTo>
                      <a:pt x="1337" y="250"/>
                      <a:pt x="501" y="749"/>
                      <a:pt x="17" y="1467"/>
                    </a:cubicBezTo>
                    <a:cubicBezTo>
                      <a:pt x="0" y="1495"/>
                      <a:pt x="22" y="1519"/>
                      <a:pt x="46" y="1519"/>
                    </a:cubicBezTo>
                    <a:cubicBezTo>
                      <a:pt x="54" y="1519"/>
                      <a:pt x="61" y="1516"/>
                      <a:pt x="68" y="1511"/>
                    </a:cubicBezTo>
                    <a:cubicBezTo>
                      <a:pt x="743" y="961"/>
                      <a:pt x="1388" y="455"/>
                      <a:pt x="2180" y="74"/>
                    </a:cubicBezTo>
                    <a:cubicBezTo>
                      <a:pt x="2214" y="53"/>
                      <a:pt x="2190" y="0"/>
                      <a:pt x="21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7"/>
              <p:cNvSpPr/>
              <p:nvPr/>
            </p:nvSpPr>
            <p:spPr>
              <a:xfrm>
                <a:off x="1382900" y="2725950"/>
                <a:ext cx="59400" cy="37025"/>
              </a:xfrm>
              <a:custGeom>
                <a:avLst/>
                <a:gdLst/>
                <a:ahLst/>
                <a:cxnLst/>
                <a:rect l="l" t="t" r="r" b="b"/>
                <a:pathLst>
                  <a:path w="2376" h="1481" extrusionOk="0">
                    <a:moveTo>
                      <a:pt x="2285" y="0"/>
                    </a:moveTo>
                    <a:cubicBezTo>
                      <a:pt x="2280" y="0"/>
                      <a:pt x="2275" y="1"/>
                      <a:pt x="2270" y="2"/>
                    </a:cubicBezTo>
                    <a:cubicBezTo>
                      <a:pt x="1456" y="141"/>
                      <a:pt x="547" y="801"/>
                      <a:pt x="19" y="1417"/>
                    </a:cubicBezTo>
                    <a:cubicBezTo>
                      <a:pt x="1" y="1441"/>
                      <a:pt x="18" y="1481"/>
                      <a:pt x="45" y="1481"/>
                    </a:cubicBezTo>
                    <a:cubicBezTo>
                      <a:pt x="51" y="1481"/>
                      <a:pt x="57" y="1479"/>
                      <a:pt x="63" y="1476"/>
                    </a:cubicBezTo>
                    <a:cubicBezTo>
                      <a:pt x="422" y="1226"/>
                      <a:pt x="774" y="955"/>
                      <a:pt x="1148" y="728"/>
                    </a:cubicBezTo>
                    <a:cubicBezTo>
                      <a:pt x="1522" y="500"/>
                      <a:pt x="1947" y="354"/>
                      <a:pt x="2314" y="119"/>
                    </a:cubicBezTo>
                    <a:cubicBezTo>
                      <a:pt x="2375" y="85"/>
                      <a:pt x="2348" y="0"/>
                      <a:pt x="2285" y="0"/>
                    </a:cubicBezTo>
                    <a:close/>
                  </a:path>
                </a:pathLst>
              </a:custGeom>
              <a:solidFill>
                <a:srgbClr val="C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7"/>
              <p:cNvSpPr/>
              <p:nvPr/>
            </p:nvSpPr>
            <p:spPr>
              <a:xfrm>
                <a:off x="1382900" y="2725950"/>
                <a:ext cx="59400" cy="37025"/>
              </a:xfrm>
              <a:custGeom>
                <a:avLst/>
                <a:gdLst/>
                <a:ahLst/>
                <a:cxnLst/>
                <a:rect l="l" t="t" r="r" b="b"/>
                <a:pathLst>
                  <a:path w="2376" h="1481" extrusionOk="0">
                    <a:moveTo>
                      <a:pt x="2285" y="0"/>
                    </a:moveTo>
                    <a:cubicBezTo>
                      <a:pt x="2280" y="0"/>
                      <a:pt x="2275" y="1"/>
                      <a:pt x="2270" y="2"/>
                    </a:cubicBezTo>
                    <a:cubicBezTo>
                      <a:pt x="1456" y="141"/>
                      <a:pt x="547" y="801"/>
                      <a:pt x="19" y="1417"/>
                    </a:cubicBezTo>
                    <a:cubicBezTo>
                      <a:pt x="1" y="1441"/>
                      <a:pt x="18" y="1481"/>
                      <a:pt x="45" y="1481"/>
                    </a:cubicBezTo>
                    <a:cubicBezTo>
                      <a:pt x="51" y="1481"/>
                      <a:pt x="57" y="1479"/>
                      <a:pt x="63" y="1476"/>
                    </a:cubicBezTo>
                    <a:cubicBezTo>
                      <a:pt x="422" y="1226"/>
                      <a:pt x="774" y="955"/>
                      <a:pt x="1148" y="728"/>
                    </a:cubicBezTo>
                    <a:cubicBezTo>
                      <a:pt x="1522" y="500"/>
                      <a:pt x="1947" y="354"/>
                      <a:pt x="2314" y="119"/>
                    </a:cubicBezTo>
                    <a:cubicBezTo>
                      <a:pt x="2375" y="85"/>
                      <a:pt x="2348" y="0"/>
                      <a:pt x="22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7"/>
              <p:cNvSpPr/>
              <p:nvPr/>
            </p:nvSpPr>
            <p:spPr>
              <a:xfrm>
                <a:off x="1531825" y="2731950"/>
                <a:ext cx="32950" cy="32125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285" extrusionOk="0">
                    <a:moveTo>
                      <a:pt x="49" y="1"/>
                    </a:moveTo>
                    <a:cubicBezTo>
                      <a:pt x="35" y="1"/>
                      <a:pt x="22" y="2"/>
                      <a:pt x="8" y="4"/>
                    </a:cubicBezTo>
                    <a:cubicBezTo>
                      <a:pt x="8" y="4"/>
                      <a:pt x="1" y="11"/>
                      <a:pt x="8" y="11"/>
                    </a:cubicBezTo>
                    <a:cubicBezTo>
                      <a:pt x="52" y="238"/>
                      <a:pt x="411" y="429"/>
                      <a:pt x="573" y="583"/>
                    </a:cubicBezTo>
                    <a:cubicBezTo>
                      <a:pt x="807" y="810"/>
                      <a:pt x="1027" y="1052"/>
                      <a:pt x="1262" y="1279"/>
                    </a:cubicBezTo>
                    <a:cubicBezTo>
                      <a:pt x="1267" y="1283"/>
                      <a:pt x="1272" y="1284"/>
                      <a:pt x="1278" y="1284"/>
                    </a:cubicBezTo>
                    <a:cubicBezTo>
                      <a:pt x="1297" y="1284"/>
                      <a:pt x="1317" y="1266"/>
                      <a:pt x="1306" y="1243"/>
                    </a:cubicBezTo>
                    <a:cubicBezTo>
                      <a:pt x="1152" y="928"/>
                      <a:pt x="932" y="656"/>
                      <a:pt x="675" y="422"/>
                    </a:cubicBezTo>
                    <a:cubicBezTo>
                      <a:pt x="523" y="283"/>
                      <a:pt x="279" y="1"/>
                      <a:pt x="49" y="1"/>
                    </a:cubicBezTo>
                    <a:close/>
                  </a:path>
                </a:pathLst>
              </a:custGeom>
              <a:solidFill>
                <a:srgbClr val="C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7"/>
              <p:cNvSpPr/>
              <p:nvPr/>
            </p:nvSpPr>
            <p:spPr>
              <a:xfrm>
                <a:off x="1531825" y="2731950"/>
                <a:ext cx="32950" cy="32125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285" extrusionOk="0">
                    <a:moveTo>
                      <a:pt x="49" y="1"/>
                    </a:moveTo>
                    <a:cubicBezTo>
                      <a:pt x="35" y="1"/>
                      <a:pt x="22" y="2"/>
                      <a:pt x="8" y="4"/>
                    </a:cubicBezTo>
                    <a:cubicBezTo>
                      <a:pt x="8" y="4"/>
                      <a:pt x="1" y="11"/>
                      <a:pt x="8" y="11"/>
                    </a:cubicBezTo>
                    <a:cubicBezTo>
                      <a:pt x="52" y="238"/>
                      <a:pt x="411" y="429"/>
                      <a:pt x="573" y="583"/>
                    </a:cubicBezTo>
                    <a:cubicBezTo>
                      <a:pt x="807" y="810"/>
                      <a:pt x="1027" y="1052"/>
                      <a:pt x="1262" y="1279"/>
                    </a:cubicBezTo>
                    <a:cubicBezTo>
                      <a:pt x="1267" y="1283"/>
                      <a:pt x="1272" y="1284"/>
                      <a:pt x="1278" y="1284"/>
                    </a:cubicBezTo>
                    <a:cubicBezTo>
                      <a:pt x="1297" y="1284"/>
                      <a:pt x="1317" y="1266"/>
                      <a:pt x="1306" y="1243"/>
                    </a:cubicBezTo>
                    <a:cubicBezTo>
                      <a:pt x="1152" y="928"/>
                      <a:pt x="932" y="656"/>
                      <a:pt x="675" y="422"/>
                    </a:cubicBezTo>
                    <a:cubicBezTo>
                      <a:pt x="523" y="283"/>
                      <a:pt x="279" y="1"/>
                      <a:pt x="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7"/>
              <p:cNvSpPr/>
              <p:nvPr/>
            </p:nvSpPr>
            <p:spPr>
              <a:xfrm>
                <a:off x="1515600" y="2737700"/>
                <a:ext cx="248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995" h="2082" extrusionOk="0">
                    <a:moveTo>
                      <a:pt x="49" y="1"/>
                    </a:moveTo>
                    <a:cubicBezTo>
                      <a:pt x="24" y="1"/>
                      <a:pt x="1" y="26"/>
                      <a:pt x="12" y="60"/>
                    </a:cubicBezTo>
                    <a:cubicBezTo>
                      <a:pt x="85" y="382"/>
                      <a:pt x="349" y="683"/>
                      <a:pt x="489" y="998"/>
                    </a:cubicBezTo>
                    <a:cubicBezTo>
                      <a:pt x="642" y="1357"/>
                      <a:pt x="760" y="1724"/>
                      <a:pt x="943" y="2069"/>
                    </a:cubicBezTo>
                    <a:cubicBezTo>
                      <a:pt x="949" y="2078"/>
                      <a:pt x="959" y="2082"/>
                      <a:pt x="969" y="2082"/>
                    </a:cubicBezTo>
                    <a:cubicBezTo>
                      <a:pt x="982" y="2082"/>
                      <a:pt x="994" y="2074"/>
                      <a:pt x="994" y="2061"/>
                    </a:cubicBezTo>
                    <a:cubicBezTo>
                      <a:pt x="943" y="1658"/>
                      <a:pt x="833" y="1269"/>
                      <a:pt x="672" y="903"/>
                    </a:cubicBezTo>
                    <a:cubicBezTo>
                      <a:pt x="540" y="595"/>
                      <a:pt x="379" y="177"/>
                      <a:pt x="71" y="8"/>
                    </a:cubicBezTo>
                    <a:cubicBezTo>
                      <a:pt x="64" y="3"/>
                      <a:pt x="56" y="1"/>
                      <a:pt x="49" y="1"/>
                    </a:cubicBezTo>
                    <a:close/>
                  </a:path>
                </a:pathLst>
              </a:custGeom>
              <a:solidFill>
                <a:srgbClr val="C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7"/>
              <p:cNvSpPr/>
              <p:nvPr/>
            </p:nvSpPr>
            <p:spPr>
              <a:xfrm>
                <a:off x="1515600" y="2737700"/>
                <a:ext cx="248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995" h="2082" extrusionOk="0">
                    <a:moveTo>
                      <a:pt x="49" y="1"/>
                    </a:moveTo>
                    <a:cubicBezTo>
                      <a:pt x="24" y="1"/>
                      <a:pt x="1" y="26"/>
                      <a:pt x="12" y="60"/>
                    </a:cubicBezTo>
                    <a:cubicBezTo>
                      <a:pt x="85" y="382"/>
                      <a:pt x="349" y="683"/>
                      <a:pt x="489" y="998"/>
                    </a:cubicBezTo>
                    <a:cubicBezTo>
                      <a:pt x="642" y="1357"/>
                      <a:pt x="760" y="1724"/>
                      <a:pt x="943" y="2069"/>
                    </a:cubicBezTo>
                    <a:cubicBezTo>
                      <a:pt x="949" y="2078"/>
                      <a:pt x="959" y="2082"/>
                      <a:pt x="969" y="2082"/>
                    </a:cubicBezTo>
                    <a:cubicBezTo>
                      <a:pt x="982" y="2082"/>
                      <a:pt x="994" y="2074"/>
                      <a:pt x="994" y="2061"/>
                    </a:cubicBezTo>
                    <a:cubicBezTo>
                      <a:pt x="943" y="1658"/>
                      <a:pt x="833" y="1269"/>
                      <a:pt x="672" y="903"/>
                    </a:cubicBezTo>
                    <a:cubicBezTo>
                      <a:pt x="540" y="595"/>
                      <a:pt x="379" y="177"/>
                      <a:pt x="71" y="8"/>
                    </a:cubicBezTo>
                    <a:cubicBezTo>
                      <a:pt x="64" y="3"/>
                      <a:pt x="56" y="1"/>
                      <a:pt x="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7"/>
              <p:cNvSpPr/>
              <p:nvPr/>
            </p:nvSpPr>
            <p:spPr>
              <a:xfrm>
                <a:off x="1434675" y="2747775"/>
                <a:ext cx="28000" cy="524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099" extrusionOk="0">
                    <a:moveTo>
                      <a:pt x="1085" y="1"/>
                    </a:moveTo>
                    <a:cubicBezTo>
                      <a:pt x="1080" y="1"/>
                      <a:pt x="1075" y="3"/>
                      <a:pt x="1071" y="9"/>
                    </a:cubicBezTo>
                    <a:cubicBezTo>
                      <a:pt x="580" y="537"/>
                      <a:pt x="38" y="1336"/>
                      <a:pt x="1" y="2069"/>
                    </a:cubicBezTo>
                    <a:cubicBezTo>
                      <a:pt x="1" y="2090"/>
                      <a:pt x="13" y="2099"/>
                      <a:pt x="25" y="2099"/>
                    </a:cubicBezTo>
                    <a:cubicBezTo>
                      <a:pt x="35" y="2099"/>
                      <a:pt x="46" y="2093"/>
                      <a:pt x="52" y="2084"/>
                    </a:cubicBezTo>
                    <a:cubicBezTo>
                      <a:pt x="272" y="1776"/>
                      <a:pt x="382" y="1394"/>
                      <a:pt x="558" y="1057"/>
                    </a:cubicBezTo>
                    <a:cubicBezTo>
                      <a:pt x="734" y="720"/>
                      <a:pt x="917" y="383"/>
                      <a:pt x="1108" y="45"/>
                    </a:cubicBezTo>
                    <a:cubicBezTo>
                      <a:pt x="1119" y="23"/>
                      <a:pt x="1101" y="1"/>
                      <a:pt x="1085" y="1"/>
                    </a:cubicBezTo>
                    <a:close/>
                  </a:path>
                </a:pathLst>
              </a:custGeom>
              <a:solidFill>
                <a:srgbClr val="C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7"/>
              <p:cNvSpPr/>
              <p:nvPr/>
            </p:nvSpPr>
            <p:spPr>
              <a:xfrm>
                <a:off x="1434675" y="2747775"/>
                <a:ext cx="28000" cy="524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099" extrusionOk="0">
                    <a:moveTo>
                      <a:pt x="1085" y="1"/>
                    </a:moveTo>
                    <a:cubicBezTo>
                      <a:pt x="1080" y="1"/>
                      <a:pt x="1075" y="3"/>
                      <a:pt x="1071" y="9"/>
                    </a:cubicBezTo>
                    <a:cubicBezTo>
                      <a:pt x="580" y="537"/>
                      <a:pt x="38" y="1336"/>
                      <a:pt x="1" y="2069"/>
                    </a:cubicBezTo>
                    <a:cubicBezTo>
                      <a:pt x="1" y="2090"/>
                      <a:pt x="13" y="2099"/>
                      <a:pt x="25" y="2099"/>
                    </a:cubicBezTo>
                    <a:cubicBezTo>
                      <a:pt x="35" y="2099"/>
                      <a:pt x="46" y="2093"/>
                      <a:pt x="52" y="2084"/>
                    </a:cubicBezTo>
                    <a:cubicBezTo>
                      <a:pt x="272" y="1776"/>
                      <a:pt x="382" y="1394"/>
                      <a:pt x="558" y="1057"/>
                    </a:cubicBezTo>
                    <a:cubicBezTo>
                      <a:pt x="734" y="720"/>
                      <a:pt x="917" y="383"/>
                      <a:pt x="1108" y="45"/>
                    </a:cubicBezTo>
                    <a:cubicBezTo>
                      <a:pt x="1119" y="23"/>
                      <a:pt x="1101" y="1"/>
                      <a:pt x="108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7"/>
              <p:cNvSpPr/>
              <p:nvPr/>
            </p:nvSpPr>
            <p:spPr>
              <a:xfrm>
                <a:off x="1460525" y="2734400"/>
                <a:ext cx="18500" cy="42650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706" extrusionOk="0">
                    <a:moveTo>
                      <a:pt x="696" y="1"/>
                    </a:moveTo>
                    <a:cubicBezTo>
                      <a:pt x="686" y="1"/>
                      <a:pt x="677" y="5"/>
                      <a:pt x="668" y="16"/>
                    </a:cubicBezTo>
                    <a:cubicBezTo>
                      <a:pt x="301" y="434"/>
                      <a:pt x="37" y="1123"/>
                      <a:pt x="1" y="1673"/>
                    </a:cubicBezTo>
                    <a:cubicBezTo>
                      <a:pt x="1" y="1694"/>
                      <a:pt x="18" y="1705"/>
                      <a:pt x="37" y="1705"/>
                    </a:cubicBezTo>
                    <a:cubicBezTo>
                      <a:pt x="51" y="1705"/>
                      <a:pt x="65" y="1700"/>
                      <a:pt x="74" y="1687"/>
                    </a:cubicBezTo>
                    <a:cubicBezTo>
                      <a:pt x="206" y="1445"/>
                      <a:pt x="323" y="1189"/>
                      <a:pt x="419" y="932"/>
                    </a:cubicBezTo>
                    <a:cubicBezTo>
                      <a:pt x="536" y="639"/>
                      <a:pt x="675" y="360"/>
                      <a:pt x="734" y="52"/>
                    </a:cubicBezTo>
                    <a:cubicBezTo>
                      <a:pt x="739" y="26"/>
                      <a:pt x="719" y="1"/>
                      <a:pt x="696" y="1"/>
                    </a:cubicBezTo>
                    <a:close/>
                  </a:path>
                </a:pathLst>
              </a:custGeom>
              <a:solidFill>
                <a:srgbClr val="C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7"/>
              <p:cNvSpPr/>
              <p:nvPr/>
            </p:nvSpPr>
            <p:spPr>
              <a:xfrm>
                <a:off x="1460525" y="2734400"/>
                <a:ext cx="18500" cy="42650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706" extrusionOk="0">
                    <a:moveTo>
                      <a:pt x="696" y="1"/>
                    </a:moveTo>
                    <a:cubicBezTo>
                      <a:pt x="686" y="1"/>
                      <a:pt x="677" y="5"/>
                      <a:pt x="668" y="16"/>
                    </a:cubicBezTo>
                    <a:cubicBezTo>
                      <a:pt x="301" y="434"/>
                      <a:pt x="37" y="1123"/>
                      <a:pt x="1" y="1673"/>
                    </a:cubicBezTo>
                    <a:cubicBezTo>
                      <a:pt x="1" y="1694"/>
                      <a:pt x="18" y="1705"/>
                      <a:pt x="37" y="1705"/>
                    </a:cubicBezTo>
                    <a:cubicBezTo>
                      <a:pt x="51" y="1705"/>
                      <a:pt x="65" y="1700"/>
                      <a:pt x="74" y="1687"/>
                    </a:cubicBezTo>
                    <a:cubicBezTo>
                      <a:pt x="206" y="1445"/>
                      <a:pt x="323" y="1189"/>
                      <a:pt x="419" y="932"/>
                    </a:cubicBezTo>
                    <a:cubicBezTo>
                      <a:pt x="536" y="639"/>
                      <a:pt x="675" y="360"/>
                      <a:pt x="734" y="52"/>
                    </a:cubicBezTo>
                    <a:cubicBezTo>
                      <a:pt x="739" y="26"/>
                      <a:pt x="719" y="1"/>
                      <a:pt x="6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7"/>
              <p:cNvSpPr/>
              <p:nvPr/>
            </p:nvSpPr>
            <p:spPr>
              <a:xfrm>
                <a:off x="1355675" y="2718275"/>
                <a:ext cx="46050" cy="1507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603" extrusionOk="0">
                    <a:moveTo>
                      <a:pt x="1476" y="0"/>
                    </a:moveTo>
                    <a:cubicBezTo>
                      <a:pt x="941" y="0"/>
                      <a:pt x="237" y="117"/>
                      <a:pt x="16" y="565"/>
                    </a:cubicBezTo>
                    <a:cubicBezTo>
                      <a:pt x="1" y="580"/>
                      <a:pt x="23" y="602"/>
                      <a:pt x="45" y="602"/>
                    </a:cubicBezTo>
                    <a:cubicBezTo>
                      <a:pt x="316" y="558"/>
                      <a:pt x="580" y="382"/>
                      <a:pt x="851" y="309"/>
                    </a:cubicBezTo>
                    <a:cubicBezTo>
                      <a:pt x="1174" y="214"/>
                      <a:pt x="1497" y="170"/>
                      <a:pt x="1812" y="67"/>
                    </a:cubicBezTo>
                    <a:cubicBezTo>
                      <a:pt x="1839" y="60"/>
                      <a:pt x="1841" y="15"/>
                      <a:pt x="1811" y="15"/>
                    </a:cubicBezTo>
                    <a:cubicBezTo>
                      <a:pt x="1809" y="15"/>
                      <a:pt x="1807" y="15"/>
                      <a:pt x="1805" y="16"/>
                    </a:cubicBezTo>
                    <a:cubicBezTo>
                      <a:pt x="1709" y="6"/>
                      <a:pt x="1596" y="0"/>
                      <a:pt x="14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7"/>
              <p:cNvSpPr/>
              <p:nvPr/>
            </p:nvSpPr>
            <p:spPr>
              <a:xfrm>
                <a:off x="1407650" y="2733125"/>
                <a:ext cx="58775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780" extrusionOk="0">
                    <a:moveTo>
                      <a:pt x="1208" y="0"/>
                    </a:moveTo>
                    <a:cubicBezTo>
                      <a:pt x="1200" y="0"/>
                      <a:pt x="1192" y="0"/>
                      <a:pt x="1185" y="1"/>
                    </a:cubicBezTo>
                    <a:cubicBezTo>
                      <a:pt x="1009" y="15"/>
                      <a:pt x="825" y="155"/>
                      <a:pt x="679" y="235"/>
                    </a:cubicBezTo>
                    <a:cubicBezTo>
                      <a:pt x="451" y="345"/>
                      <a:pt x="246" y="477"/>
                      <a:pt x="48" y="631"/>
                    </a:cubicBezTo>
                    <a:cubicBezTo>
                      <a:pt x="0" y="693"/>
                      <a:pt x="42" y="779"/>
                      <a:pt x="118" y="779"/>
                    </a:cubicBezTo>
                    <a:cubicBezTo>
                      <a:pt x="124" y="779"/>
                      <a:pt x="130" y="779"/>
                      <a:pt x="136" y="778"/>
                    </a:cubicBezTo>
                    <a:cubicBezTo>
                      <a:pt x="518" y="634"/>
                      <a:pt x="921" y="242"/>
                      <a:pt x="1345" y="242"/>
                    </a:cubicBezTo>
                    <a:cubicBezTo>
                      <a:pt x="1353" y="242"/>
                      <a:pt x="1360" y="242"/>
                      <a:pt x="1368" y="243"/>
                    </a:cubicBezTo>
                    <a:cubicBezTo>
                      <a:pt x="1636" y="248"/>
                      <a:pt x="1842" y="343"/>
                      <a:pt x="2087" y="343"/>
                    </a:cubicBezTo>
                    <a:cubicBezTo>
                      <a:pt x="2156" y="343"/>
                      <a:pt x="2229" y="335"/>
                      <a:pt x="2306" y="316"/>
                    </a:cubicBezTo>
                    <a:cubicBezTo>
                      <a:pt x="2350" y="301"/>
                      <a:pt x="2350" y="243"/>
                      <a:pt x="2306" y="235"/>
                    </a:cubicBezTo>
                    <a:cubicBezTo>
                      <a:pt x="2064" y="140"/>
                      <a:pt x="1822" y="147"/>
                      <a:pt x="1566" y="81"/>
                    </a:cubicBezTo>
                    <a:cubicBezTo>
                      <a:pt x="1448" y="54"/>
                      <a:pt x="1331" y="0"/>
                      <a:pt x="12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7"/>
              <p:cNvSpPr/>
              <p:nvPr/>
            </p:nvSpPr>
            <p:spPr>
              <a:xfrm>
                <a:off x="1475375" y="2731675"/>
                <a:ext cx="55925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1357" extrusionOk="0">
                    <a:moveTo>
                      <a:pt x="2200" y="0"/>
                    </a:moveTo>
                    <a:cubicBezTo>
                      <a:pt x="1614" y="15"/>
                      <a:pt x="1042" y="103"/>
                      <a:pt x="455" y="139"/>
                    </a:cubicBezTo>
                    <a:cubicBezTo>
                      <a:pt x="397" y="139"/>
                      <a:pt x="353" y="176"/>
                      <a:pt x="331" y="235"/>
                    </a:cubicBezTo>
                    <a:cubicBezTo>
                      <a:pt x="228" y="594"/>
                      <a:pt x="15" y="968"/>
                      <a:pt x="1" y="1334"/>
                    </a:cubicBezTo>
                    <a:cubicBezTo>
                      <a:pt x="5" y="1349"/>
                      <a:pt x="13" y="1357"/>
                      <a:pt x="22" y="1357"/>
                    </a:cubicBezTo>
                    <a:cubicBezTo>
                      <a:pt x="27" y="1357"/>
                      <a:pt x="32" y="1354"/>
                      <a:pt x="37" y="1349"/>
                    </a:cubicBezTo>
                    <a:cubicBezTo>
                      <a:pt x="313" y="1127"/>
                      <a:pt x="441" y="731"/>
                      <a:pt x="551" y="390"/>
                    </a:cubicBezTo>
                    <a:lnTo>
                      <a:pt x="551" y="390"/>
                    </a:lnTo>
                    <a:cubicBezTo>
                      <a:pt x="1125" y="352"/>
                      <a:pt x="1673" y="281"/>
                      <a:pt x="2207" y="59"/>
                    </a:cubicBezTo>
                    <a:cubicBezTo>
                      <a:pt x="2237" y="44"/>
                      <a:pt x="2237" y="0"/>
                      <a:pt x="22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7"/>
              <p:cNvSpPr/>
              <p:nvPr/>
            </p:nvSpPr>
            <p:spPr>
              <a:xfrm>
                <a:off x="1396200" y="2626875"/>
                <a:ext cx="151425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6057" h="4354" extrusionOk="0">
                    <a:moveTo>
                      <a:pt x="2855" y="0"/>
                    </a:moveTo>
                    <a:cubicBezTo>
                      <a:pt x="1423" y="0"/>
                      <a:pt x="239" y="781"/>
                      <a:pt x="125" y="1875"/>
                    </a:cubicBezTo>
                    <a:cubicBezTo>
                      <a:pt x="0" y="3063"/>
                      <a:pt x="1203" y="4163"/>
                      <a:pt x="2801" y="4331"/>
                    </a:cubicBezTo>
                    <a:cubicBezTo>
                      <a:pt x="2941" y="4346"/>
                      <a:pt x="3079" y="4353"/>
                      <a:pt x="3215" y="4353"/>
                    </a:cubicBezTo>
                    <a:cubicBezTo>
                      <a:pt x="4641" y="4353"/>
                      <a:pt x="5818" y="3568"/>
                      <a:pt x="5932" y="2484"/>
                    </a:cubicBezTo>
                    <a:cubicBezTo>
                      <a:pt x="6056" y="1289"/>
                      <a:pt x="4854" y="189"/>
                      <a:pt x="3256" y="20"/>
                    </a:cubicBezTo>
                    <a:cubicBezTo>
                      <a:pt x="3120" y="7"/>
                      <a:pt x="2986" y="0"/>
                      <a:pt x="28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7"/>
              <p:cNvSpPr/>
              <p:nvPr/>
            </p:nvSpPr>
            <p:spPr>
              <a:xfrm>
                <a:off x="1396200" y="2626875"/>
                <a:ext cx="151425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6057" h="4354" extrusionOk="0">
                    <a:moveTo>
                      <a:pt x="2855" y="0"/>
                    </a:moveTo>
                    <a:cubicBezTo>
                      <a:pt x="1423" y="0"/>
                      <a:pt x="239" y="781"/>
                      <a:pt x="125" y="1875"/>
                    </a:cubicBezTo>
                    <a:cubicBezTo>
                      <a:pt x="0" y="3063"/>
                      <a:pt x="1203" y="4163"/>
                      <a:pt x="2801" y="4331"/>
                    </a:cubicBezTo>
                    <a:cubicBezTo>
                      <a:pt x="2941" y="4346"/>
                      <a:pt x="3079" y="4353"/>
                      <a:pt x="3215" y="4353"/>
                    </a:cubicBezTo>
                    <a:cubicBezTo>
                      <a:pt x="4641" y="4353"/>
                      <a:pt x="5818" y="3568"/>
                      <a:pt x="5932" y="2484"/>
                    </a:cubicBezTo>
                    <a:cubicBezTo>
                      <a:pt x="6056" y="1289"/>
                      <a:pt x="4854" y="189"/>
                      <a:pt x="3256" y="20"/>
                    </a:cubicBezTo>
                    <a:cubicBezTo>
                      <a:pt x="3120" y="7"/>
                      <a:pt x="2986" y="0"/>
                      <a:pt x="28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7"/>
              <p:cNvSpPr/>
              <p:nvPr/>
            </p:nvSpPr>
            <p:spPr>
              <a:xfrm>
                <a:off x="1398200" y="2627925"/>
                <a:ext cx="140075" cy="97850"/>
              </a:xfrm>
              <a:custGeom>
                <a:avLst/>
                <a:gdLst/>
                <a:ahLst/>
                <a:cxnLst/>
                <a:rect l="l" t="t" r="r" b="b"/>
                <a:pathLst>
                  <a:path w="5603" h="3914" extrusionOk="0">
                    <a:moveTo>
                      <a:pt x="2601" y="0"/>
                    </a:moveTo>
                    <a:cubicBezTo>
                      <a:pt x="1291" y="0"/>
                      <a:pt x="218" y="700"/>
                      <a:pt x="118" y="1672"/>
                    </a:cubicBezTo>
                    <a:cubicBezTo>
                      <a:pt x="1" y="2742"/>
                      <a:pt x="1115" y="3732"/>
                      <a:pt x="2596" y="3893"/>
                    </a:cubicBezTo>
                    <a:cubicBezTo>
                      <a:pt x="2728" y="3907"/>
                      <a:pt x="2858" y="3914"/>
                      <a:pt x="2986" y="3914"/>
                    </a:cubicBezTo>
                    <a:cubicBezTo>
                      <a:pt x="4304" y="3914"/>
                      <a:pt x="5385" y="3212"/>
                      <a:pt x="5485" y="2237"/>
                    </a:cubicBezTo>
                    <a:cubicBezTo>
                      <a:pt x="5602" y="1166"/>
                      <a:pt x="4488" y="176"/>
                      <a:pt x="3007" y="22"/>
                    </a:cubicBezTo>
                    <a:cubicBezTo>
                      <a:pt x="2870" y="7"/>
                      <a:pt x="2734" y="0"/>
                      <a:pt x="26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7"/>
              <p:cNvSpPr/>
              <p:nvPr/>
            </p:nvSpPr>
            <p:spPr>
              <a:xfrm>
                <a:off x="1407750" y="2633375"/>
                <a:ext cx="107975" cy="77600"/>
              </a:xfrm>
              <a:custGeom>
                <a:avLst/>
                <a:gdLst/>
                <a:ahLst/>
                <a:cxnLst/>
                <a:rect l="l" t="t" r="r" b="b"/>
                <a:pathLst>
                  <a:path w="4319" h="3104" extrusionOk="0">
                    <a:moveTo>
                      <a:pt x="2022" y="0"/>
                    </a:moveTo>
                    <a:cubicBezTo>
                      <a:pt x="1010" y="0"/>
                      <a:pt x="175" y="562"/>
                      <a:pt x="88" y="1337"/>
                    </a:cubicBezTo>
                    <a:cubicBezTo>
                      <a:pt x="0" y="2187"/>
                      <a:pt x="858" y="2972"/>
                      <a:pt x="2002" y="3089"/>
                    </a:cubicBezTo>
                    <a:cubicBezTo>
                      <a:pt x="2100" y="3099"/>
                      <a:pt x="2197" y="3104"/>
                      <a:pt x="2292" y="3104"/>
                    </a:cubicBezTo>
                    <a:cubicBezTo>
                      <a:pt x="3310" y="3104"/>
                      <a:pt x="4150" y="2547"/>
                      <a:pt x="4231" y="1769"/>
                    </a:cubicBezTo>
                    <a:cubicBezTo>
                      <a:pt x="4319" y="919"/>
                      <a:pt x="3468" y="134"/>
                      <a:pt x="2324" y="17"/>
                    </a:cubicBezTo>
                    <a:cubicBezTo>
                      <a:pt x="2222" y="6"/>
                      <a:pt x="2121" y="0"/>
                      <a:pt x="20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7"/>
              <p:cNvSpPr/>
              <p:nvPr/>
            </p:nvSpPr>
            <p:spPr>
              <a:xfrm>
                <a:off x="1416000" y="2639200"/>
                <a:ext cx="7167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867" h="2061" extrusionOk="0">
                    <a:moveTo>
                      <a:pt x="1345" y="1"/>
                    </a:moveTo>
                    <a:cubicBezTo>
                      <a:pt x="673" y="1"/>
                      <a:pt x="112" y="376"/>
                      <a:pt x="59" y="891"/>
                    </a:cubicBezTo>
                    <a:cubicBezTo>
                      <a:pt x="0" y="1448"/>
                      <a:pt x="572" y="1969"/>
                      <a:pt x="1327" y="2049"/>
                    </a:cubicBezTo>
                    <a:cubicBezTo>
                      <a:pt x="1395" y="2057"/>
                      <a:pt x="1461" y="2060"/>
                      <a:pt x="1527" y="2060"/>
                    </a:cubicBezTo>
                    <a:cubicBezTo>
                      <a:pt x="2202" y="2060"/>
                      <a:pt x="2755" y="1692"/>
                      <a:pt x="2808" y="1177"/>
                    </a:cubicBezTo>
                    <a:cubicBezTo>
                      <a:pt x="2867" y="612"/>
                      <a:pt x="2302" y="92"/>
                      <a:pt x="1540" y="11"/>
                    </a:cubicBezTo>
                    <a:cubicBezTo>
                      <a:pt x="1474" y="4"/>
                      <a:pt x="1409" y="1"/>
                      <a:pt x="13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7"/>
              <p:cNvSpPr/>
              <p:nvPr/>
            </p:nvSpPr>
            <p:spPr>
              <a:xfrm>
                <a:off x="1499025" y="2664700"/>
                <a:ext cx="35575" cy="42675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707" extrusionOk="0">
                    <a:moveTo>
                      <a:pt x="746" y="0"/>
                    </a:moveTo>
                    <a:cubicBezTo>
                      <a:pt x="401" y="0"/>
                      <a:pt x="93" y="334"/>
                      <a:pt x="44" y="787"/>
                    </a:cubicBezTo>
                    <a:cubicBezTo>
                      <a:pt x="0" y="1257"/>
                      <a:pt x="257" y="1667"/>
                      <a:pt x="624" y="1704"/>
                    </a:cubicBezTo>
                    <a:cubicBezTo>
                      <a:pt x="642" y="1706"/>
                      <a:pt x="659" y="1707"/>
                      <a:pt x="677" y="1707"/>
                    </a:cubicBezTo>
                    <a:cubicBezTo>
                      <a:pt x="1022" y="1707"/>
                      <a:pt x="1330" y="1373"/>
                      <a:pt x="1371" y="927"/>
                    </a:cubicBezTo>
                    <a:cubicBezTo>
                      <a:pt x="1423" y="450"/>
                      <a:pt x="1166" y="40"/>
                      <a:pt x="800" y="3"/>
                    </a:cubicBezTo>
                    <a:cubicBezTo>
                      <a:pt x="782" y="1"/>
                      <a:pt x="764" y="0"/>
                      <a:pt x="746" y="0"/>
                    </a:cubicBezTo>
                    <a:close/>
                  </a:path>
                </a:pathLst>
              </a:custGeom>
              <a:solidFill>
                <a:srgbClr val="8BA1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7"/>
              <p:cNvSpPr/>
              <p:nvPr/>
            </p:nvSpPr>
            <p:spPr>
              <a:xfrm>
                <a:off x="1499025" y="2664700"/>
                <a:ext cx="35575" cy="42675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707" extrusionOk="0">
                    <a:moveTo>
                      <a:pt x="746" y="0"/>
                    </a:moveTo>
                    <a:cubicBezTo>
                      <a:pt x="401" y="0"/>
                      <a:pt x="93" y="334"/>
                      <a:pt x="44" y="787"/>
                    </a:cubicBezTo>
                    <a:cubicBezTo>
                      <a:pt x="0" y="1257"/>
                      <a:pt x="257" y="1667"/>
                      <a:pt x="624" y="1704"/>
                    </a:cubicBezTo>
                    <a:cubicBezTo>
                      <a:pt x="642" y="1706"/>
                      <a:pt x="659" y="1707"/>
                      <a:pt x="677" y="1707"/>
                    </a:cubicBezTo>
                    <a:cubicBezTo>
                      <a:pt x="1022" y="1707"/>
                      <a:pt x="1330" y="1373"/>
                      <a:pt x="1371" y="927"/>
                    </a:cubicBezTo>
                    <a:cubicBezTo>
                      <a:pt x="1423" y="450"/>
                      <a:pt x="1166" y="40"/>
                      <a:pt x="800" y="3"/>
                    </a:cubicBezTo>
                    <a:cubicBezTo>
                      <a:pt x="782" y="1"/>
                      <a:pt x="764" y="0"/>
                      <a:pt x="7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7"/>
              <p:cNvSpPr/>
              <p:nvPr/>
            </p:nvSpPr>
            <p:spPr>
              <a:xfrm>
                <a:off x="1490400" y="2677000"/>
                <a:ext cx="227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520" extrusionOk="0">
                    <a:moveTo>
                      <a:pt x="243" y="1"/>
                    </a:moveTo>
                    <a:cubicBezTo>
                      <a:pt x="222" y="1"/>
                      <a:pt x="200" y="11"/>
                      <a:pt x="191" y="32"/>
                    </a:cubicBezTo>
                    <a:cubicBezTo>
                      <a:pt x="1" y="545"/>
                      <a:pt x="162" y="1520"/>
                      <a:pt x="859" y="1520"/>
                    </a:cubicBezTo>
                    <a:cubicBezTo>
                      <a:pt x="888" y="1520"/>
                      <a:pt x="910" y="1476"/>
                      <a:pt x="881" y="1461"/>
                    </a:cubicBezTo>
                    <a:cubicBezTo>
                      <a:pt x="426" y="1153"/>
                      <a:pt x="191" y="596"/>
                      <a:pt x="301" y="61"/>
                    </a:cubicBezTo>
                    <a:cubicBezTo>
                      <a:pt x="306" y="22"/>
                      <a:pt x="274" y="1"/>
                      <a:pt x="2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7"/>
              <p:cNvSpPr/>
              <p:nvPr/>
            </p:nvSpPr>
            <p:spPr>
              <a:xfrm>
                <a:off x="1281625" y="2713250"/>
                <a:ext cx="347200" cy="169350"/>
              </a:xfrm>
              <a:custGeom>
                <a:avLst/>
                <a:gdLst/>
                <a:ahLst/>
                <a:cxnLst/>
                <a:rect l="l" t="t" r="r" b="b"/>
                <a:pathLst>
                  <a:path w="13888" h="6774" extrusionOk="0">
                    <a:moveTo>
                      <a:pt x="284" y="0"/>
                    </a:moveTo>
                    <a:cubicBezTo>
                      <a:pt x="244" y="0"/>
                      <a:pt x="208" y="7"/>
                      <a:pt x="177" y="19"/>
                    </a:cubicBezTo>
                    <a:cubicBezTo>
                      <a:pt x="38" y="70"/>
                      <a:pt x="1" y="202"/>
                      <a:pt x="104" y="363"/>
                    </a:cubicBezTo>
                    <a:cubicBezTo>
                      <a:pt x="155" y="444"/>
                      <a:pt x="192" y="517"/>
                      <a:pt x="228" y="598"/>
                    </a:cubicBezTo>
                    <a:cubicBezTo>
                      <a:pt x="265" y="671"/>
                      <a:pt x="302" y="752"/>
                      <a:pt x="324" y="832"/>
                    </a:cubicBezTo>
                    <a:cubicBezTo>
                      <a:pt x="368" y="986"/>
                      <a:pt x="382" y="1104"/>
                      <a:pt x="412" y="1228"/>
                    </a:cubicBezTo>
                    <a:cubicBezTo>
                      <a:pt x="463" y="1470"/>
                      <a:pt x="536" y="1712"/>
                      <a:pt x="624" y="1954"/>
                    </a:cubicBezTo>
                    <a:cubicBezTo>
                      <a:pt x="815" y="2431"/>
                      <a:pt x="1071" y="2885"/>
                      <a:pt x="1394" y="3289"/>
                    </a:cubicBezTo>
                    <a:cubicBezTo>
                      <a:pt x="1519" y="3457"/>
                      <a:pt x="1658" y="3611"/>
                      <a:pt x="1797" y="3765"/>
                    </a:cubicBezTo>
                    <a:cubicBezTo>
                      <a:pt x="1937" y="3919"/>
                      <a:pt x="2091" y="4058"/>
                      <a:pt x="2252" y="4198"/>
                    </a:cubicBezTo>
                    <a:cubicBezTo>
                      <a:pt x="2574" y="4476"/>
                      <a:pt x="2919" y="4733"/>
                      <a:pt x="3278" y="4953"/>
                    </a:cubicBezTo>
                    <a:cubicBezTo>
                      <a:pt x="4019" y="5415"/>
                      <a:pt x="4811" y="5781"/>
                      <a:pt x="5639" y="6053"/>
                    </a:cubicBezTo>
                    <a:cubicBezTo>
                      <a:pt x="6482" y="6353"/>
                      <a:pt x="7355" y="6573"/>
                      <a:pt x="8242" y="6698"/>
                    </a:cubicBezTo>
                    <a:cubicBezTo>
                      <a:pt x="8674" y="6748"/>
                      <a:pt x="9109" y="6773"/>
                      <a:pt x="9544" y="6773"/>
                    </a:cubicBezTo>
                    <a:cubicBezTo>
                      <a:pt x="10377" y="6773"/>
                      <a:pt x="11211" y="6680"/>
                      <a:pt x="12025" y="6493"/>
                    </a:cubicBezTo>
                    <a:cubicBezTo>
                      <a:pt x="12612" y="6368"/>
                      <a:pt x="13227" y="6170"/>
                      <a:pt x="13579" y="5701"/>
                    </a:cubicBezTo>
                    <a:cubicBezTo>
                      <a:pt x="13887" y="5275"/>
                      <a:pt x="13851" y="4601"/>
                      <a:pt x="13499" y="4278"/>
                    </a:cubicBezTo>
                    <a:cubicBezTo>
                      <a:pt x="13469" y="4242"/>
                      <a:pt x="13440" y="4212"/>
                      <a:pt x="13411" y="4183"/>
                    </a:cubicBezTo>
                    <a:cubicBezTo>
                      <a:pt x="13105" y="3907"/>
                      <a:pt x="12723" y="3834"/>
                      <a:pt x="12339" y="3834"/>
                    </a:cubicBezTo>
                    <a:cubicBezTo>
                      <a:pt x="12161" y="3834"/>
                      <a:pt x="11984" y="3849"/>
                      <a:pt x="11812" y="3868"/>
                    </a:cubicBezTo>
                    <a:cubicBezTo>
                      <a:pt x="10625" y="3992"/>
                      <a:pt x="9459" y="4154"/>
                      <a:pt x="8264" y="4242"/>
                    </a:cubicBezTo>
                    <a:cubicBezTo>
                      <a:pt x="7885" y="4270"/>
                      <a:pt x="7506" y="4286"/>
                      <a:pt x="7130" y="4286"/>
                    </a:cubicBezTo>
                    <a:cubicBezTo>
                      <a:pt x="6923" y="4286"/>
                      <a:pt x="6717" y="4281"/>
                      <a:pt x="6512" y="4271"/>
                    </a:cubicBezTo>
                    <a:cubicBezTo>
                      <a:pt x="5940" y="4242"/>
                      <a:pt x="5368" y="4139"/>
                      <a:pt x="4825" y="3970"/>
                    </a:cubicBezTo>
                    <a:cubicBezTo>
                      <a:pt x="3945" y="3684"/>
                      <a:pt x="3132" y="3223"/>
                      <a:pt x="2450" y="2592"/>
                    </a:cubicBezTo>
                    <a:cubicBezTo>
                      <a:pt x="2098" y="2284"/>
                      <a:pt x="1790" y="1932"/>
                      <a:pt x="1511" y="1551"/>
                    </a:cubicBezTo>
                    <a:cubicBezTo>
                      <a:pt x="1445" y="1463"/>
                      <a:pt x="1379" y="1360"/>
                      <a:pt x="1313" y="1265"/>
                    </a:cubicBezTo>
                    <a:cubicBezTo>
                      <a:pt x="1247" y="1162"/>
                      <a:pt x="1196" y="1060"/>
                      <a:pt x="1130" y="964"/>
                    </a:cubicBezTo>
                    <a:cubicBezTo>
                      <a:pt x="1071" y="862"/>
                      <a:pt x="1020" y="752"/>
                      <a:pt x="969" y="649"/>
                    </a:cubicBezTo>
                    <a:cubicBezTo>
                      <a:pt x="939" y="598"/>
                      <a:pt x="917" y="554"/>
                      <a:pt x="873" y="480"/>
                    </a:cubicBezTo>
                    <a:cubicBezTo>
                      <a:pt x="829" y="400"/>
                      <a:pt x="771" y="312"/>
                      <a:pt x="712" y="239"/>
                    </a:cubicBezTo>
                    <a:cubicBezTo>
                      <a:pt x="583" y="70"/>
                      <a:pt x="414" y="0"/>
                      <a:pt x="2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7"/>
              <p:cNvSpPr/>
              <p:nvPr/>
            </p:nvSpPr>
            <p:spPr>
              <a:xfrm>
                <a:off x="1283275" y="2715300"/>
                <a:ext cx="347375" cy="160675"/>
              </a:xfrm>
              <a:custGeom>
                <a:avLst/>
                <a:gdLst/>
                <a:ahLst/>
                <a:cxnLst/>
                <a:rect l="l" t="t" r="r" b="b"/>
                <a:pathLst>
                  <a:path w="13895" h="6427" extrusionOk="0">
                    <a:moveTo>
                      <a:pt x="177" y="1"/>
                    </a:moveTo>
                    <a:cubicBezTo>
                      <a:pt x="167" y="1"/>
                      <a:pt x="157" y="1"/>
                      <a:pt x="148" y="3"/>
                    </a:cubicBezTo>
                    <a:cubicBezTo>
                      <a:pt x="23" y="17"/>
                      <a:pt x="1" y="105"/>
                      <a:pt x="118" y="259"/>
                    </a:cubicBezTo>
                    <a:cubicBezTo>
                      <a:pt x="162" y="318"/>
                      <a:pt x="206" y="376"/>
                      <a:pt x="243" y="442"/>
                    </a:cubicBezTo>
                    <a:lnTo>
                      <a:pt x="302" y="538"/>
                    </a:lnTo>
                    <a:cubicBezTo>
                      <a:pt x="316" y="567"/>
                      <a:pt x="331" y="604"/>
                      <a:pt x="346" y="626"/>
                    </a:cubicBezTo>
                    <a:cubicBezTo>
                      <a:pt x="390" y="728"/>
                      <a:pt x="426" y="831"/>
                      <a:pt x="456" y="941"/>
                    </a:cubicBezTo>
                    <a:cubicBezTo>
                      <a:pt x="514" y="1132"/>
                      <a:pt x="587" y="1315"/>
                      <a:pt x="668" y="1498"/>
                    </a:cubicBezTo>
                    <a:cubicBezTo>
                      <a:pt x="697" y="1484"/>
                      <a:pt x="727" y="1469"/>
                      <a:pt x="763" y="1454"/>
                    </a:cubicBezTo>
                    <a:cubicBezTo>
                      <a:pt x="801" y="1444"/>
                      <a:pt x="835" y="1437"/>
                      <a:pt x="870" y="1437"/>
                    </a:cubicBezTo>
                    <a:cubicBezTo>
                      <a:pt x="883" y="1437"/>
                      <a:pt x="896" y="1438"/>
                      <a:pt x="910" y="1440"/>
                    </a:cubicBezTo>
                    <a:cubicBezTo>
                      <a:pt x="917" y="1440"/>
                      <a:pt x="932" y="1447"/>
                      <a:pt x="947" y="1447"/>
                    </a:cubicBezTo>
                    <a:lnTo>
                      <a:pt x="954" y="1447"/>
                    </a:lnTo>
                    <a:cubicBezTo>
                      <a:pt x="954" y="1447"/>
                      <a:pt x="939" y="1462"/>
                      <a:pt x="917" y="1484"/>
                    </a:cubicBezTo>
                    <a:cubicBezTo>
                      <a:pt x="881" y="1506"/>
                      <a:pt x="851" y="1535"/>
                      <a:pt x="822" y="1564"/>
                    </a:cubicBezTo>
                    <a:cubicBezTo>
                      <a:pt x="793" y="1594"/>
                      <a:pt x="771" y="1630"/>
                      <a:pt x="741" y="1667"/>
                    </a:cubicBezTo>
                    <a:cubicBezTo>
                      <a:pt x="954" y="2121"/>
                      <a:pt x="1225" y="2554"/>
                      <a:pt x="1548" y="2950"/>
                    </a:cubicBezTo>
                    <a:cubicBezTo>
                      <a:pt x="1673" y="3104"/>
                      <a:pt x="1805" y="3251"/>
                      <a:pt x="1944" y="3397"/>
                    </a:cubicBezTo>
                    <a:cubicBezTo>
                      <a:pt x="2083" y="3551"/>
                      <a:pt x="2230" y="3690"/>
                      <a:pt x="2384" y="3822"/>
                    </a:cubicBezTo>
                    <a:cubicBezTo>
                      <a:pt x="2692" y="4094"/>
                      <a:pt x="3014" y="4343"/>
                      <a:pt x="3359" y="4570"/>
                    </a:cubicBezTo>
                    <a:cubicBezTo>
                      <a:pt x="3711" y="4805"/>
                      <a:pt x="4070" y="5010"/>
                      <a:pt x="4451" y="5193"/>
                    </a:cubicBezTo>
                    <a:lnTo>
                      <a:pt x="4737" y="5325"/>
                    </a:lnTo>
                    <a:cubicBezTo>
                      <a:pt x="4825" y="5377"/>
                      <a:pt x="4928" y="5413"/>
                      <a:pt x="5023" y="5450"/>
                    </a:cubicBezTo>
                    <a:cubicBezTo>
                      <a:pt x="5221" y="5538"/>
                      <a:pt x="5419" y="5611"/>
                      <a:pt x="5617" y="5685"/>
                    </a:cubicBezTo>
                    <a:cubicBezTo>
                      <a:pt x="6424" y="5978"/>
                      <a:pt x="7259" y="6183"/>
                      <a:pt x="8103" y="6308"/>
                    </a:cubicBezTo>
                    <a:cubicBezTo>
                      <a:pt x="8088" y="6125"/>
                      <a:pt x="8103" y="5934"/>
                      <a:pt x="8132" y="5751"/>
                    </a:cubicBezTo>
                    <a:cubicBezTo>
                      <a:pt x="8154" y="5655"/>
                      <a:pt x="8176" y="5560"/>
                      <a:pt x="8213" y="5472"/>
                    </a:cubicBezTo>
                    <a:cubicBezTo>
                      <a:pt x="8213" y="5472"/>
                      <a:pt x="8220" y="5501"/>
                      <a:pt x="8227" y="5553"/>
                    </a:cubicBezTo>
                    <a:cubicBezTo>
                      <a:pt x="8242" y="5604"/>
                      <a:pt x="8257" y="5670"/>
                      <a:pt x="8271" y="5751"/>
                    </a:cubicBezTo>
                    <a:cubicBezTo>
                      <a:pt x="8301" y="5919"/>
                      <a:pt x="8322" y="6132"/>
                      <a:pt x="8352" y="6345"/>
                    </a:cubicBezTo>
                    <a:cubicBezTo>
                      <a:pt x="8513" y="6359"/>
                      <a:pt x="8682" y="6381"/>
                      <a:pt x="8850" y="6389"/>
                    </a:cubicBezTo>
                    <a:cubicBezTo>
                      <a:pt x="8843" y="6359"/>
                      <a:pt x="8828" y="6323"/>
                      <a:pt x="8821" y="6293"/>
                    </a:cubicBezTo>
                    <a:cubicBezTo>
                      <a:pt x="8814" y="6220"/>
                      <a:pt x="8806" y="6147"/>
                      <a:pt x="8799" y="6081"/>
                    </a:cubicBezTo>
                    <a:cubicBezTo>
                      <a:pt x="8792" y="6007"/>
                      <a:pt x="8792" y="5941"/>
                      <a:pt x="8799" y="5868"/>
                    </a:cubicBezTo>
                    <a:cubicBezTo>
                      <a:pt x="8799" y="5802"/>
                      <a:pt x="8814" y="5736"/>
                      <a:pt x="8821" y="5677"/>
                    </a:cubicBezTo>
                    <a:cubicBezTo>
                      <a:pt x="8836" y="5619"/>
                      <a:pt x="8850" y="5560"/>
                      <a:pt x="8865" y="5509"/>
                    </a:cubicBezTo>
                    <a:cubicBezTo>
                      <a:pt x="8887" y="5421"/>
                      <a:pt x="8931" y="5347"/>
                      <a:pt x="8990" y="5274"/>
                    </a:cubicBezTo>
                    <a:cubicBezTo>
                      <a:pt x="9004" y="5259"/>
                      <a:pt x="9019" y="5237"/>
                      <a:pt x="9034" y="5223"/>
                    </a:cubicBezTo>
                    <a:lnTo>
                      <a:pt x="9056" y="5208"/>
                    </a:lnTo>
                    <a:lnTo>
                      <a:pt x="9056" y="5208"/>
                    </a:lnTo>
                    <a:cubicBezTo>
                      <a:pt x="9041" y="5237"/>
                      <a:pt x="9034" y="5267"/>
                      <a:pt x="9026" y="5303"/>
                    </a:cubicBezTo>
                    <a:cubicBezTo>
                      <a:pt x="9004" y="5377"/>
                      <a:pt x="8997" y="5457"/>
                      <a:pt x="8997" y="5538"/>
                    </a:cubicBezTo>
                    <a:lnTo>
                      <a:pt x="8997" y="5699"/>
                    </a:lnTo>
                    <a:cubicBezTo>
                      <a:pt x="8997" y="5758"/>
                      <a:pt x="8997" y="5809"/>
                      <a:pt x="9004" y="5868"/>
                    </a:cubicBezTo>
                    <a:cubicBezTo>
                      <a:pt x="9019" y="6000"/>
                      <a:pt x="9034" y="6125"/>
                      <a:pt x="9056" y="6249"/>
                    </a:cubicBezTo>
                    <a:cubicBezTo>
                      <a:pt x="9070" y="6301"/>
                      <a:pt x="9078" y="6352"/>
                      <a:pt x="9092" y="6411"/>
                    </a:cubicBezTo>
                    <a:cubicBezTo>
                      <a:pt x="9310" y="6421"/>
                      <a:pt x="9526" y="6426"/>
                      <a:pt x="9742" y="6426"/>
                    </a:cubicBezTo>
                    <a:cubicBezTo>
                      <a:pt x="9992" y="6426"/>
                      <a:pt x="10241" y="6419"/>
                      <a:pt x="10493" y="6403"/>
                    </a:cubicBezTo>
                    <a:cubicBezTo>
                      <a:pt x="10962" y="6374"/>
                      <a:pt x="11424" y="6323"/>
                      <a:pt x="11893" y="6249"/>
                    </a:cubicBezTo>
                    <a:cubicBezTo>
                      <a:pt x="12472" y="6154"/>
                      <a:pt x="13095" y="6000"/>
                      <a:pt x="13491" y="5663"/>
                    </a:cubicBezTo>
                    <a:cubicBezTo>
                      <a:pt x="13843" y="5355"/>
                      <a:pt x="13895" y="4878"/>
                      <a:pt x="13572" y="4673"/>
                    </a:cubicBezTo>
                    <a:cubicBezTo>
                      <a:pt x="13550" y="4651"/>
                      <a:pt x="13521" y="4629"/>
                      <a:pt x="13499" y="4614"/>
                    </a:cubicBezTo>
                    <a:cubicBezTo>
                      <a:pt x="13254" y="4459"/>
                      <a:pt x="12924" y="4414"/>
                      <a:pt x="12576" y="4414"/>
                    </a:cubicBezTo>
                    <a:cubicBezTo>
                      <a:pt x="12349" y="4414"/>
                      <a:pt x="12116" y="4433"/>
                      <a:pt x="11893" y="4453"/>
                    </a:cubicBezTo>
                    <a:cubicBezTo>
                      <a:pt x="11592" y="4482"/>
                      <a:pt x="11285" y="4512"/>
                      <a:pt x="10977" y="4534"/>
                    </a:cubicBezTo>
                    <a:lnTo>
                      <a:pt x="10977" y="4556"/>
                    </a:lnTo>
                    <a:cubicBezTo>
                      <a:pt x="10977" y="4607"/>
                      <a:pt x="10969" y="4666"/>
                      <a:pt x="10969" y="4724"/>
                    </a:cubicBezTo>
                    <a:cubicBezTo>
                      <a:pt x="10962" y="4834"/>
                      <a:pt x="10955" y="4937"/>
                      <a:pt x="10955" y="5025"/>
                    </a:cubicBezTo>
                    <a:cubicBezTo>
                      <a:pt x="10947" y="5120"/>
                      <a:pt x="10940" y="5193"/>
                      <a:pt x="10940" y="5245"/>
                    </a:cubicBezTo>
                    <a:cubicBezTo>
                      <a:pt x="10933" y="5303"/>
                      <a:pt x="10933" y="5340"/>
                      <a:pt x="10933" y="5340"/>
                    </a:cubicBezTo>
                    <a:cubicBezTo>
                      <a:pt x="10933" y="5340"/>
                      <a:pt x="10918" y="5311"/>
                      <a:pt x="10896" y="5259"/>
                    </a:cubicBezTo>
                    <a:cubicBezTo>
                      <a:pt x="10867" y="5193"/>
                      <a:pt x="10837" y="5120"/>
                      <a:pt x="10823" y="5047"/>
                    </a:cubicBezTo>
                    <a:cubicBezTo>
                      <a:pt x="10793" y="4937"/>
                      <a:pt x="10779" y="4834"/>
                      <a:pt x="10771" y="4724"/>
                    </a:cubicBezTo>
                    <a:cubicBezTo>
                      <a:pt x="10771" y="4673"/>
                      <a:pt x="10764" y="4614"/>
                      <a:pt x="10764" y="4556"/>
                    </a:cubicBezTo>
                    <a:lnTo>
                      <a:pt x="10478" y="4578"/>
                    </a:lnTo>
                    <a:lnTo>
                      <a:pt x="10478" y="4761"/>
                    </a:lnTo>
                    <a:lnTo>
                      <a:pt x="10478" y="4908"/>
                    </a:lnTo>
                    <a:lnTo>
                      <a:pt x="10478" y="4966"/>
                    </a:lnTo>
                    <a:cubicBezTo>
                      <a:pt x="10478" y="4966"/>
                      <a:pt x="10463" y="4952"/>
                      <a:pt x="10441" y="4922"/>
                    </a:cubicBezTo>
                    <a:cubicBezTo>
                      <a:pt x="10412" y="4878"/>
                      <a:pt x="10383" y="4834"/>
                      <a:pt x="10361" y="4790"/>
                    </a:cubicBezTo>
                    <a:cubicBezTo>
                      <a:pt x="10331" y="4724"/>
                      <a:pt x="10309" y="4658"/>
                      <a:pt x="10302" y="4592"/>
                    </a:cubicBezTo>
                    <a:cubicBezTo>
                      <a:pt x="9620" y="4636"/>
                      <a:pt x="8938" y="4666"/>
                      <a:pt x="8257" y="4666"/>
                    </a:cubicBezTo>
                    <a:cubicBezTo>
                      <a:pt x="8214" y="4666"/>
                      <a:pt x="8172" y="4666"/>
                      <a:pt x="8130" y="4666"/>
                    </a:cubicBezTo>
                    <a:cubicBezTo>
                      <a:pt x="7505" y="4666"/>
                      <a:pt x="6881" y="4616"/>
                      <a:pt x="6262" y="4526"/>
                    </a:cubicBezTo>
                    <a:lnTo>
                      <a:pt x="6255" y="4541"/>
                    </a:lnTo>
                    <a:cubicBezTo>
                      <a:pt x="6218" y="4644"/>
                      <a:pt x="6189" y="4754"/>
                      <a:pt x="6160" y="4849"/>
                    </a:cubicBezTo>
                    <a:cubicBezTo>
                      <a:pt x="6145" y="4900"/>
                      <a:pt x="6130" y="4952"/>
                      <a:pt x="6123" y="4996"/>
                    </a:cubicBezTo>
                    <a:cubicBezTo>
                      <a:pt x="6108" y="5047"/>
                      <a:pt x="6101" y="5091"/>
                      <a:pt x="6086" y="5135"/>
                    </a:cubicBezTo>
                    <a:lnTo>
                      <a:pt x="6042" y="5340"/>
                    </a:lnTo>
                    <a:cubicBezTo>
                      <a:pt x="6035" y="5391"/>
                      <a:pt x="6028" y="5421"/>
                      <a:pt x="6028" y="5421"/>
                    </a:cubicBezTo>
                    <a:cubicBezTo>
                      <a:pt x="6028" y="5421"/>
                      <a:pt x="6013" y="5399"/>
                      <a:pt x="5998" y="5347"/>
                    </a:cubicBezTo>
                    <a:cubicBezTo>
                      <a:pt x="5991" y="5318"/>
                      <a:pt x="5984" y="5281"/>
                      <a:pt x="5976" y="5252"/>
                    </a:cubicBezTo>
                    <a:cubicBezTo>
                      <a:pt x="5969" y="5215"/>
                      <a:pt x="5962" y="5171"/>
                      <a:pt x="5962" y="5127"/>
                    </a:cubicBezTo>
                    <a:cubicBezTo>
                      <a:pt x="5947" y="5025"/>
                      <a:pt x="5954" y="4922"/>
                      <a:pt x="5969" y="4812"/>
                    </a:cubicBezTo>
                    <a:cubicBezTo>
                      <a:pt x="5984" y="4761"/>
                      <a:pt x="5984" y="4695"/>
                      <a:pt x="6006" y="4636"/>
                    </a:cubicBezTo>
                    <a:cubicBezTo>
                      <a:pt x="6020" y="4578"/>
                      <a:pt x="6035" y="4541"/>
                      <a:pt x="6050" y="4490"/>
                    </a:cubicBezTo>
                    <a:cubicBezTo>
                      <a:pt x="5822" y="4453"/>
                      <a:pt x="5595" y="4394"/>
                      <a:pt x="5368" y="4328"/>
                    </a:cubicBezTo>
                    <a:cubicBezTo>
                      <a:pt x="5258" y="4299"/>
                      <a:pt x="5148" y="4270"/>
                      <a:pt x="5038" y="4226"/>
                    </a:cubicBezTo>
                    <a:cubicBezTo>
                      <a:pt x="4928" y="4182"/>
                      <a:pt x="4818" y="4152"/>
                      <a:pt x="4708" y="4108"/>
                    </a:cubicBezTo>
                    <a:lnTo>
                      <a:pt x="4598" y="4057"/>
                    </a:lnTo>
                    <a:lnTo>
                      <a:pt x="4488" y="4277"/>
                    </a:lnTo>
                    <a:cubicBezTo>
                      <a:pt x="4415" y="4409"/>
                      <a:pt x="4341" y="4541"/>
                      <a:pt x="4275" y="4644"/>
                    </a:cubicBezTo>
                    <a:cubicBezTo>
                      <a:pt x="4246" y="4695"/>
                      <a:pt x="4217" y="4732"/>
                      <a:pt x="4195" y="4768"/>
                    </a:cubicBezTo>
                    <a:lnTo>
                      <a:pt x="4165" y="4820"/>
                    </a:lnTo>
                    <a:cubicBezTo>
                      <a:pt x="4143" y="4746"/>
                      <a:pt x="4143" y="4680"/>
                      <a:pt x="4151" y="4607"/>
                    </a:cubicBezTo>
                    <a:cubicBezTo>
                      <a:pt x="4165" y="4453"/>
                      <a:pt x="4217" y="4299"/>
                      <a:pt x="4297" y="4167"/>
                    </a:cubicBezTo>
                    <a:cubicBezTo>
                      <a:pt x="4334" y="4101"/>
                      <a:pt x="4378" y="4042"/>
                      <a:pt x="4429" y="3984"/>
                    </a:cubicBezTo>
                    <a:lnTo>
                      <a:pt x="4165" y="3859"/>
                    </a:lnTo>
                    <a:lnTo>
                      <a:pt x="4151" y="3881"/>
                    </a:lnTo>
                    <a:cubicBezTo>
                      <a:pt x="4092" y="3984"/>
                      <a:pt x="4041" y="4086"/>
                      <a:pt x="3989" y="4167"/>
                    </a:cubicBezTo>
                    <a:cubicBezTo>
                      <a:pt x="3967" y="4211"/>
                      <a:pt x="3945" y="4248"/>
                      <a:pt x="3931" y="4270"/>
                    </a:cubicBezTo>
                    <a:cubicBezTo>
                      <a:pt x="3923" y="4284"/>
                      <a:pt x="3909" y="4299"/>
                      <a:pt x="3901" y="4314"/>
                    </a:cubicBezTo>
                    <a:cubicBezTo>
                      <a:pt x="3879" y="4255"/>
                      <a:pt x="3865" y="4204"/>
                      <a:pt x="3865" y="4145"/>
                    </a:cubicBezTo>
                    <a:cubicBezTo>
                      <a:pt x="3865" y="4013"/>
                      <a:pt x="3894" y="3888"/>
                      <a:pt x="3960" y="3778"/>
                    </a:cubicBezTo>
                    <a:lnTo>
                      <a:pt x="3975" y="3756"/>
                    </a:lnTo>
                    <a:cubicBezTo>
                      <a:pt x="3300" y="3390"/>
                      <a:pt x="2692" y="2928"/>
                      <a:pt x="2164" y="2385"/>
                    </a:cubicBezTo>
                    <a:lnTo>
                      <a:pt x="2069" y="2481"/>
                    </a:lnTo>
                    <a:lnTo>
                      <a:pt x="1834" y="2715"/>
                    </a:lnTo>
                    <a:lnTo>
                      <a:pt x="1739" y="2796"/>
                    </a:lnTo>
                    <a:cubicBezTo>
                      <a:pt x="1717" y="2818"/>
                      <a:pt x="1702" y="2833"/>
                      <a:pt x="1702" y="2833"/>
                    </a:cubicBezTo>
                    <a:cubicBezTo>
                      <a:pt x="1702" y="2833"/>
                      <a:pt x="1702" y="2811"/>
                      <a:pt x="1695" y="2781"/>
                    </a:cubicBezTo>
                    <a:cubicBezTo>
                      <a:pt x="1695" y="2737"/>
                      <a:pt x="1702" y="2693"/>
                      <a:pt x="1709" y="2657"/>
                    </a:cubicBezTo>
                    <a:cubicBezTo>
                      <a:pt x="1724" y="2591"/>
                      <a:pt x="1753" y="2539"/>
                      <a:pt x="1783" y="2481"/>
                    </a:cubicBezTo>
                    <a:cubicBezTo>
                      <a:pt x="1819" y="2422"/>
                      <a:pt x="1863" y="2363"/>
                      <a:pt x="1915" y="2319"/>
                    </a:cubicBezTo>
                    <a:cubicBezTo>
                      <a:pt x="1944" y="2290"/>
                      <a:pt x="1981" y="2261"/>
                      <a:pt x="2017" y="2239"/>
                    </a:cubicBezTo>
                    <a:cubicBezTo>
                      <a:pt x="1753" y="1953"/>
                      <a:pt x="1511" y="1652"/>
                      <a:pt x="1291" y="1330"/>
                    </a:cubicBezTo>
                    <a:cubicBezTo>
                      <a:pt x="1181" y="1176"/>
                      <a:pt x="1079" y="1007"/>
                      <a:pt x="983" y="846"/>
                    </a:cubicBezTo>
                    <a:lnTo>
                      <a:pt x="837" y="596"/>
                    </a:lnTo>
                    <a:cubicBezTo>
                      <a:pt x="778" y="486"/>
                      <a:pt x="712" y="376"/>
                      <a:pt x="639" y="274"/>
                    </a:cubicBezTo>
                    <a:cubicBezTo>
                      <a:pt x="490" y="84"/>
                      <a:pt x="303" y="1"/>
                      <a:pt x="1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7"/>
              <p:cNvSpPr/>
              <p:nvPr/>
            </p:nvSpPr>
            <p:spPr>
              <a:xfrm>
                <a:off x="1580225" y="2804250"/>
                <a:ext cx="50600" cy="75550"/>
              </a:xfrm>
              <a:custGeom>
                <a:avLst/>
                <a:gdLst/>
                <a:ahLst/>
                <a:cxnLst/>
                <a:rect l="l" t="t" r="r" b="b"/>
                <a:pathLst>
                  <a:path w="2024" h="3022" extrusionOk="0">
                    <a:moveTo>
                      <a:pt x="411" y="0"/>
                    </a:moveTo>
                    <a:lnTo>
                      <a:pt x="411" y="0"/>
                    </a:lnTo>
                    <a:cubicBezTo>
                      <a:pt x="448" y="96"/>
                      <a:pt x="477" y="184"/>
                      <a:pt x="506" y="286"/>
                    </a:cubicBezTo>
                    <a:cubicBezTo>
                      <a:pt x="550" y="418"/>
                      <a:pt x="565" y="565"/>
                      <a:pt x="543" y="712"/>
                    </a:cubicBezTo>
                    <a:cubicBezTo>
                      <a:pt x="514" y="880"/>
                      <a:pt x="411" y="1034"/>
                      <a:pt x="264" y="1130"/>
                    </a:cubicBezTo>
                    <a:cubicBezTo>
                      <a:pt x="184" y="1181"/>
                      <a:pt x="88" y="1218"/>
                      <a:pt x="0" y="1247"/>
                    </a:cubicBezTo>
                    <a:cubicBezTo>
                      <a:pt x="279" y="1350"/>
                      <a:pt x="521" y="1547"/>
                      <a:pt x="682" y="1804"/>
                    </a:cubicBezTo>
                    <a:cubicBezTo>
                      <a:pt x="822" y="2068"/>
                      <a:pt x="836" y="2376"/>
                      <a:pt x="829" y="2655"/>
                    </a:cubicBezTo>
                    <a:cubicBezTo>
                      <a:pt x="829" y="2779"/>
                      <a:pt x="822" y="2904"/>
                      <a:pt x="829" y="3021"/>
                    </a:cubicBezTo>
                    <a:cubicBezTo>
                      <a:pt x="902" y="2867"/>
                      <a:pt x="1012" y="2743"/>
                      <a:pt x="1159" y="2655"/>
                    </a:cubicBezTo>
                    <a:cubicBezTo>
                      <a:pt x="1349" y="2523"/>
                      <a:pt x="1562" y="2398"/>
                      <a:pt x="1709" y="2207"/>
                    </a:cubicBezTo>
                    <a:cubicBezTo>
                      <a:pt x="1936" y="1899"/>
                      <a:pt x="2024" y="1518"/>
                      <a:pt x="1951" y="1144"/>
                    </a:cubicBezTo>
                    <a:cubicBezTo>
                      <a:pt x="1921" y="1027"/>
                      <a:pt x="1877" y="917"/>
                      <a:pt x="1811" y="814"/>
                    </a:cubicBezTo>
                    <a:cubicBezTo>
                      <a:pt x="1775" y="734"/>
                      <a:pt x="1723" y="653"/>
                      <a:pt x="1665" y="587"/>
                    </a:cubicBezTo>
                    <a:cubicBezTo>
                      <a:pt x="1335" y="220"/>
                      <a:pt x="778" y="279"/>
                      <a:pt x="411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7"/>
              <p:cNvSpPr/>
              <p:nvPr/>
            </p:nvSpPr>
            <p:spPr>
              <a:xfrm>
                <a:off x="1580225" y="2804250"/>
                <a:ext cx="50600" cy="75550"/>
              </a:xfrm>
              <a:custGeom>
                <a:avLst/>
                <a:gdLst/>
                <a:ahLst/>
                <a:cxnLst/>
                <a:rect l="l" t="t" r="r" b="b"/>
                <a:pathLst>
                  <a:path w="2024" h="3022" extrusionOk="0">
                    <a:moveTo>
                      <a:pt x="411" y="0"/>
                    </a:moveTo>
                    <a:lnTo>
                      <a:pt x="411" y="0"/>
                    </a:lnTo>
                    <a:cubicBezTo>
                      <a:pt x="448" y="96"/>
                      <a:pt x="477" y="184"/>
                      <a:pt x="506" y="286"/>
                    </a:cubicBezTo>
                    <a:cubicBezTo>
                      <a:pt x="550" y="418"/>
                      <a:pt x="565" y="565"/>
                      <a:pt x="543" y="712"/>
                    </a:cubicBezTo>
                    <a:cubicBezTo>
                      <a:pt x="514" y="880"/>
                      <a:pt x="411" y="1034"/>
                      <a:pt x="264" y="1130"/>
                    </a:cubicBezTo>
                    <a:cubicBezTo>
                      <a:pt x="184" y="1181"/>
                      <a:pt x="88" y="1218"/>
                      <a:pt x="0" y="1247"/>
                    </a:cubicBezTo>
                    <a:cubicBezTo>
                      <a:pt x="279" y="1350"/>
                      <a:pt x="521" y="1547"/>
                      <a:pt x="682" y="1804"/>
                    </a:cubicBezTo>
                    <a:cubicBezTo>
                      <a:pt x="822" y="2068"/>
                      <a:pt x="836" y="2376"/>
                      <a:pt x="829" y="2655"/>
                    </a:cubicBezTo>
                    <a:cubicBezTo>
                      <a:pt x="829" y="2779"/>
                      <a:pt x="822" y="2904"/>
                      <a:pt x="829" y="3021"/>
                    </a:cubicBezTo>
                    <a:cubicBezTo>
                      <a:pt x="902" y="2867"/>
                      <a:pt x="1012" y="2743"/>
                      <a:pt x="1159" y="2655"/>
                    </a:cubicBezTo>
                    <a:cubicBezTo>
                      <a:pt x="1349" y="2523"/>
                      <a:pt x="1562" y="2398"/>
                      <a:pt x="1709" y="2207"/>
                    </a:cubicBezTo>
                    <a:cubicBezTo>
                      <a:pt x="1936" y="1899"/>
                      <a:pt x="2024" y="1518"/>
                      <a:pt x="1951" y="1144"/>
                    </a:cubicBezTo>
                    <a:cubicBezTo>
                      <a:pt x="1921" y="1027"/>
                      <a:pt x="1877" y="917"/>
                      <a:pt x="1811" y="814"/>
                    </a:cubicBezTo>
                    <a:cubicBezTo>
                      <a:pt x="1775" y="734"/>
                      <a:pt x="1723" y="653"/>
                      <a:pt x="1665" y="587"/>
                    </a:cubicBezTo>
                    <a:cubicBezTo>
                      <a:pt x="1335" y="220"/>
                      <a:pt x="778" y="279"/>
                      <a:pt x="411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7"/>
              <p:cNvSpPr/>
              <p:nvPr/>
            </p:nvSpPr>
            <p:spPr>
              <a:xfrm>
                <a:off x="1580225" y="2804250"/>
                <a:ext cx="50600" cy="72800"/>
              </a:xfrm>
              <a:custGeom>
                <a:avLst/>
                <a:gdLst/>
                <a:ahLst/>
                <a:cxnLst/>
                <a:rect l="l" t="t" r="r" b="b"/>
                <a:pathLst>
                  <a:path w="2024" h="2912" extrusionOk="0">
                    <a:moveTo>
                      <a:pt x="411" y="0"/>
                    </a:moveTo>
                    <a:lnTo>
                      <a:pt x="411" y="0"/>
                    </a:lnTo>
                    <a:cubicBezTo>
                      <a:pt x="448" y="88"/>
                      <a:pt x="477" y="176"/>
                      <a:pt x="506" y="272"/>
                    </a:cubicBezTo>
                    <a:cubicBezTo>
                      <a:pt x="543" y="404"/>
                      <a:pt x="558" y="543"/>
                      <a:pt x="543" y="682"/>
                    </a:cubicBezTo>
                    <a:cubicBezTo>
                      <a:pt x="506" y="851"/>
                      <a:pt x="404" y="998"/>
                      <a:pt x="264" y="1100"/>
                    </a:cubicBezTo>
                    <a:cubicBezTo>
                      <a:pt x="184" y="1159"/>
                      <a:pt x="96" y="1210"/>
                      <a:pt x="0" y="1247"/>
                    </a:cubicBezTo>
                    <a:cubicBezTo>
                      <a:pt x="279" y="1313"/>
                      <a:pt x="521" y="1489"/>
                      <a:pt x="675" y="1731"/>
                    </a:cubicBezTo>
                    <a:cubicBezTo>
                      <a:pt x="807" y="1973"/>
                      <a:pt x="822" y="2266"/>
                      <a:pt x="814" y="2545"/>
                    </a:cubicBezTo>
                    <a:cubicBezTo>
                      <a:pt x="814" y="2669"/>
                      <a:pt x="807" y="2787"/>
                      <a:pt x="814" y="2911"/>
                    </a:cubicBezTo>
                    <a:cubicBezTo>
                      <a:pt x="873" y="2750"/>
                      <a:pt x="983" y="2611"/>
                      <a:pt x="1130" y="2515"/>
                    </a:cubicBezTo>
                    <a:cubicBezTo>
                      <a:pt x="1313" y="2383"/>
                      <a:pt x="1525" y="2273"/>
                      <a:pt x="1679" y="2105"/>
                    </a:cubicBezTo>
                    <a:cubicBezTo>
                      <a:pt x="1921" y="1848"/>
                      <a:pt x="2024" y="1489"/>
                      <a:pt x="1958" y="1144"/>
                    </a:cubicBezTo>
                    <a:cubicBezTo>
                      <a:pt x="1929" y="1027"/>
                      <a:pt x="1877" y="917"/>
                      <a:pt x="1819" y="807"/>
                    </a:cubicBezTo>
                    <a:cubicBezTo>
                      <a:pt x="1775" y="726"/>
                      <a:pt x="1723" y="646"/>
                      <a:pt x="1665" y="572"/>
                    </a:cubicBezTo>
                    <a:cubicBezTo>
                      <a:pt x="1327" y="191"/>
                      <a:pt x="778" y="257"/>
                      <a:pt x="411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7"/>
              <p:cNvSpPr/>
              <p:nvPr/>
            </p:nvSpPr>
            <p:spPr>
              <a:xfrm>
                <a:off x="1580225" y="2804250"/>
                <a:ext cx="50600" cy="72800"/>
              </a:xfrm>
              <a:custGeom>
                <a:avLst/>
                <a:gdLst/>
                <a:ahLst/>
                <a:cxnLst/>
                <a:rect l="l" t="t" r="r" b="b"/>
                <a:pathLst>
                  <a:path w="2024" h="2912" extrusionOk="0">
                    <a:moveTo>
                      <a:pt x="411" y="0"/>
                    </a:moveTo>
                    <a:lnTo>
                      <a:pt x="411" y="0"/>
                    </a:lnTo>
                    <a:cubicBezTo>
                      <a:pt x="448" y="88"/>
                      <a:pt x="477" y="176"/>
                      <a:pt x="506" y="272"/>
                    </a:cubicBezTo>
                    <a:cubicBezTo>
                      <a:pt x="543" y="404"/>
                      <a:pt x="558" y="543"/>
                      <a:pt x="543" y="682"/>
                    </a:cubicBezTo>
                    <a:cubicBezTo>
                      <a:pt x="506" y="851"/>
                      <a:pt x="404" y="998"/>
                      <a:pt x="264" y="1100"/>
                    </a:cubicBezTo>
                    <a:cubicBezTo>
                      <a:pt x="184" y="1159"/>
                      <a:pt x="96" y="1210"/>
                      <a:pt x="0" y="1247"/>
                    </a:cubicBezTo>
                    <a:cubicBezTo>
                      <a:pt x="279" y="1313"/>
                      <a:pt x="521" y="1489"/>
                      <a:pt x="675" y="1731"/>
                    </a:cubicBezTo>
                    <a:cubicBezTo>
                      <a:pt x="807" y="1973"/>
                      <a:pt x="822" y="2266"/>
                      <a:pt x="814" y="2545"/>
                    </a:cubicBezTo>
                    <a:cubicBezTo>
                      <a:pt x="814" y="2669"/>
                      <a:pt x="807" y="2787"/>
                      <a:pt x="814" y="2911"/>
                    </a:cubicBezTo>
                    <a:cubicBezTo>
                      <a:pt x="873" y="2750"/>
                      <a:pt x="983" y="2611"/>
                      <a:pt x="1130" y="2515"/>
                    </a:cubicBezTo>
                    <a:cubicBezTo>
                      <a:pt x="1313" y="2383"/>
                      <a:pt x="1525" y="2273"/>
                      <a:pt x="1679" y="2105"/>
                    </a:cubicBezTo>
                    <a:cubicBezTo>
                      <a:pt x="1921" y="1848"/>
                      <a:pt x="2024" y="1489"/>
                      <a:pt x="1958" y="1144"/>
                    </a:cubicBezTo>
                    <a:cubicBezTo>
                      <a:pt x="1929" y="1027"/>
                      <a:pt x="1877" y="917"/>
                      <a:pt x="1819" y="807"/>
                    </a:cubicBezTo>
                    <a:cubicBezTo>
                      <a:pt x="1775" y="726"/>
                      <a:pt x="1723" y="646"/>
                      <a:pt x="1665" y="572"/>
                    </a:cubicBezTo>
                    <a:cubicBezTo>
                      <a:pt x="1327" y="191"/>
                      <a:pt x="778" y="257"/>
                      <a:pt x="4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7"/>
              <p:cNvSpPr/>
              <p:nvPr/>
            </p:nvSpPr>
            <p:spPr>
              <a:xfrm>
                <a:off x="1618175" y="2821250"/>
                <a:ext cx="39425" cy="21325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853" extrusionOk="0">
                    <a:moveTo>
                      <a:pt x="882" y="1"/>
                    </a:moveTo>
                    <a:cubicBezTo>
                      <a:pt x="756" y="1"/>
                      <a:pt x="635" y="22"/>
                      <a:pt x="513" y="54"/>
                    </a:cubicBezTo>
                    <a:cubicBezTo>
                      <a:pt x="337" y="83"/>
                      <a:pt x="169" y="120"/>
                      <a:pt x="0" y="149"/>
                    </a:cubicBezTo>
                    <a:cubicBezTo>
                      <a:pt x="15" y="391"/>
                      <a:pt x="73" y="626"/>
                      <a:pt x="161" y="853"/>
                    </a:cubicBezTo>
                    <a:cubicBezTo>
                      <a:pt x="381" y="750"/>
                      <a:pt x="601" y="640"/>
                      <a:pt x="821" y="530"/>
                    </a:cubicBezTo>
                    <a:cubicBezTo>
                      <a:pt x="873" y="501"/>
                      <a:pt x="931" y="479"/>
                      <a:pt x="990" y="457"/>
                    </a:cubicBezTo>
                    <a:cubicBezTo>
                      <a:pt x="1038" y="450"/>
                      <a:pt x="1087" y="446"/>
                      <a:pt x="1137" y="446"/>
                    </a:cubicBezTo>
                    <a:cubicBezTo>
                      <a:pt x="1186" y="446"/>
                      <a:pt x="1235" y="450"/>
                      <a:pt x="1283" y="457"/>
                    </a:cubicBezTo>
                    <a:lnTo>
                      <a:pt x="1547" y="472"/>
                    </a:lnTo>
                    <a:lnTo>
                      <a:pt x="1576" y="208"/>
                    </a:lnTo>
                    <a:lnTo>
                      <a:pt x="1393" y="142"/>
                    </a:lnTo>
                    <a:cubicBezTo>
                      <a:pt x="1246" y="76"/>
                      <a:pt x="1093" y="32"/>
                      <a:pt x="939" y="2"/>
                    </a:cubicBezTo>
                    <a:cubicBezTo>
                      <a:pt x="920" y="1"/>
                      <a:pt x="901" y="1"/>
                      <a:pt x="882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7"/>
              <p:cNvSpPr/>
              <p:nvPr/>
            </p:nvSpPr>
            <p:spPr>
              <a:xfrm>
                <a:off x="1618175" y="2821250"/>
                <a:ext cx="39425" cy="21325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853" extrusionOk="0">
                    <a:moveTo>
                      <a:pt x="882" y="1"/>
                    </a:moveTo>
                    <a:cubicBezTo>
                      <a:pt x="756" y="1"/>
                      <a:pt x="635" y="22"/>
                      <a:pt x="513" y="54"/>
                    </a:cubicBezTo>
                    <a:cubicBezTo>
                      <a:pt x="337" y="83"/>
                      <a:pt x="169" y="120"/>
                      <a:pt x="0" y="149"/>
                    </a:cubicBezTo>
                    <a:cubicBezTo>
                      <a:pt x="15" y="391"/>
                      <a:pt x="73" y="626"/>
                      <a:pt x="161" y="853"/>
                    </a:cubicBezTo>
                    <a:cubicBezTo>
                      <a:pt x="381" y="750"/>
                      <a:pt x="601" y="640"/>
                      <a:pt x="821" y="530"/>
                    </a:cubicBezTo>
                    <a:cubicBezTo>
                      <a:pt x="873" y="501"/>
                      <a:pt x="931" y="479"/>
                      <a:pt x="990" y="457"/>
                    </a:cubicBezTo>
                    <a:cubicBezTo>
                      <a:pt x="1038" y="450"/>
                      <a:pt x="1087" y="446"/>
                      <a:pt x="1137" y="446"/>
                    </a:cubicBezTo>
                    <a:cubicBezTo>
                      <a:pt x="1186" y="446"/>
                      <a:pt x="1235" y="450"/>
                      <a:pt x="1283" y="457"/>
                    </a:cubicBezTo>
                    <a:lnTo>
                      <a:pt x="1547" y="472"/>
                    </a:lnTo>
                    <a:lnTo>
                      <a:pt x="1576" y="208"/>
                    </a:lnTo>
                    <a:lnTo>
                      <a:pt x="1393" y="142"/>
                    </a:lnTo>
                    <a:cubicBezTo>
                      <a:pt x="1246" y="76"/>
                      <a:pt x="1093" y="32"/>
                      <a:pt x="939" y="2"/>
                    </a:cubicBezTo>
                    <a:cubicBezTo>
                      <a:pt x="920" y="1"/>
                      <a:pt x="901" y="1"/>
                      <a:pt x="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7"/>
              <p:cNvSpPr/>
              <p:nvPr/>
            </p:nvSpPr>
            <p:spPr>
              <a:xfrm>
                <a:off x="1622025" y="2823125"/>
                <a:ext cx="4975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44" extrusionOk="0">
                    <a:moveTo>
                      <a:pt x="98" y="1"/>
                    </a:moveTo>
                    <a:cubicBezTo>
                      <a:pt x="86" y="1"/>
                      <a:pt x="74" y="7"/>
                      <a:pt x="66" y="23"/>
                    </a:cubicBezTo>
                    <a:cubicBezTo>
                      <a:pt x="0" y="162"/>
                      <a:pt x="73" y="331"/>
                      <a:pt x="176" y="441"/>
                    </a:cubicBezTo>
                    <a:cubicBezTo>
                      <a:pt x="178" y="443"/>
                      <a:pt x="180" y="443"/>
                      <a:pt x="183" y="443"/>
                    </a:cubicBezTo>
                    <a:cubicBezTo>
                      <a:pt x="190" y="443"/>
                      <a:pt x="198" y="437"/>
                      <a:pt x="198" y="426"/>
                    </a:cubicBezTo>
                    <a:cubicBezTo>
                      <a:pt x="161" y="294"/>
                      <a:pt x="103" y="184"/>
                      <a:pt x="132" y="52"/>
                    </a:cubicBezTo>
                    <a:cubicBezTo>
                      <a:pt x="142" y="23"/>
                      <a:pt x="120" y="1"/>
                      <a:pt x="98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7"/>
              <p:cNvSpPr/>
              <p:nvPr/>
            </p:nvSpPr>
            <p:spPr>
              <a:xfrm>
                <a:off x="1622025" y="2823125"/>
                <a:ext cx="4975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44" extrusionOk="0">
                    <a:moveTo>
                      <a:pt x="98" y="1"/>
                    </a:moveTo>
                    <a:cubicBezTo>
                      <a:pt x="86" y="1"/>
                      <a:pt x="74" y="7"/>
                      <a:pt x="66" y="23"/>
                    </a:cubicBezTo>
                    <a:cubicBezTo>
                      <a:pt x="0" y="162"/>
                      <a:pt x="73" y="331"/>
                      <a:pt x="176" y="441"/>
                    </a:cubicBezTo>
                    <a:cubicBezTo>
                      <a:pt x="178" y="443"/>
                      <a:pt x="180" y="443"/>
                      <a:pt x="183" y="443"/>
                    </a:cubicBezTo>
                    <a:cubicBezTo>
                      <a:pt x="190" y="443"/>
                      <a:pt x="198" y="437"/>
                      <a:pt x="198" y="426"/>
                    </a:cubicBezTo>
                    <a:cubicBezTo>
                      <a:pt x="161" y="294"/>
                      <a:pt x="103" y="184"/>
                      <a:pt x="132" y="52"/>
                    </a:cubicBezTo>
                    <a:cubicBezTo>
                      <a:pt x="142" y="23"/>
                      <a:pt x="120" y="1"/>
                      <a:pt x="98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7"/>
              <p:cNvSpPr/>
              <p:nvPr/>
            </p:nvSpPr>
            <p:spPr>
              <a:xfrm>
                <a:off x="1618725" y="2821325"/>
                <a:ext cx="727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691" extrusionOk="0">
                    <a:moveTo>
                      <a:pt x="177" y="1"/>
                    </a:moveTo>
                    <a:cubicBezTo>
                      <a:pt x="136" y="1"/>
                      <a:pt x="91" y="25"/>
                      <a:pt x="73" y="73"/>
                    </a:cubicBezTo>
                    <a:cubicBezTo>
                      <a:pt x="0" y="278"/>
                      <a:pt x="117" y="542"/>
                      <a:pt x="264" y="689"/>
                    </a:cubicBezTo>
                    <a:cubicBezTo>
                      <a:pt x="267" y="690"/>
                      <a:pt x="270" y="691"/>
                      <a:pt x="272" y="691"/>
                    </a:cubicBezTo>
                    <a:cubicBezTo>
                      <a:pt x="283" y="691"/>
                      <a:pt x="291" y="680"/>
                      <a:pt x="279" y="674"/>
                    </a:cubicBezTo>
                    <a:cubicBezTo>
                      <a:pt x="227" y="571"/>
                      <a:pt x="183" y="461"/>
                      <a:pt x="154" y="351"/>
                    </a:cubicBezTo>
                    <a:cubicBezTo>
                      <a:pt x="141" y="301"/>
                      <a:pt x="107" y="73"/>
                      <a:pt x="190" y="73"/>
                    </a:cubicBezTo>
                    <a:cubicBezTo>
                      <a:pt x="204" y="73"/>
                      <a:pt x="221" y="80"/>
                      <a:pt x="242" y="95"/>
                    </a:cubicBezTo>
                    <a:cubicBezTo>
                      <a:pt x="242" y="97"/>
                      <a:pt x="243" y="98"/>
                      <a:pt x="244" y="98"/>
                    </a:cubicBezTo>
                    <a:cubicBezTo>
                      <a:pt x="246" y="98"/>
                      <a:pt x="249" y="95"/>
                      <a:pt x="249" y="95"/>
                    </a:cubicBezTo>
                    <a:cubicBezTo>
                      <a:pt x="265" y="32"/>
                      <a:pt x="224" y="1"/>
                      <a:pt x="177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7"/>
              <p:cNvSpPr/>
              <p:nvPr/>
            </p:nvSpPr>
            <p:spPr>
              <a:xfrm>
                <a:off x="1618725" y="2821325"/>
                <a:ext cx="727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691" extrusionOk="0">
                    <a:moveTo>
                      <a:pt x="177" y="1"/>
                    </a:moveTo>
                    <a:cubicBezTo>
                      <a:pt x="136" y="1"/>
                      <a:pt x="91" y="25"/>
                      <a:pt x="73" y="73"/>
                    </a:cubicBezTo>
                    <a:cubicBezTo>
                      <a:pt x="0" y="278"/>
                      <a:pt x="117" y="542"/>
                      <a:pt x="264" y="689"/>
                    </a:cubicBezTo>
                    <a:cubicBezTo>
                      <a:pt x="267" y="690"/>
                      <a:pt x="270" y="691"/>
                      <a:pt x="272" y="691"/>
                    </a:cubicBezTo>
                    <a:cubicBezTo>
                      <a:pt x="283" y="691"/>
                      <a:pt x="291" y="680"/>
                      <a:pt x="279" y="674"/>
                    </a:cubicBezTo>
                    <a:cubicBezTo>
                      <a:pt x="227" y="571"/>
                      <a:pt x="183" y="461"/>
                      <a:pt x="154" y="351"/>
                    </a:cubicBezTo>
                    <a:cubicBezTo>
                      <a:pt x="141" y="301"/>
                      <a:pt x="107" y="73"/>
                      <a:pt x="190" y="73"/>
                    </a:cubicBezTo>
                    <a:cubicBezTo>
                      <a:pt x="204" y="73"/>
                      <a:pt x="221" y="80"/>
                      <a:pt x="242" y="95"/>
                    </a:cubicBezTo>
                    <a:cubicBezTo>
                      <a:pt x="242" y="97"/>
                      <a:pt x="243" y="98"/>
                      <a:pt x="244" y="98"/>
                    </a:cubicBezTo>
                    <a:cubicBezTo>
                      <a:pt x="246" y="98"/>
                      <a:pt x="249" y="95"/>
                      <a:pt x="249" y="95"/>
                    </a:cubicBezTo>
                    <a:cubicBezTo>
                      <a:pt x="265" y="32"/>
                      <a:pt x="224" y="1"/>
                      <a:pt x="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7"/>
              <p:cNvSpPr/>
              <p:nvPr/>
            </p:nvSpPr>
            <p:spPr>
              <a:xfrm>
                <a:off x="1521750" y="2853600"/>
                <a:ext cx="7725" cy="299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197" extrusionOk="0">
                    <a:moveTo>
                      <a:pt x="63" y="1"/>
                    </a:moveTo>
                    <a:cubicBezTo>
                      <a:pt x="61" y="1"/>
                      <a:pt x="59" y="2"/>
                      <a:pt x="59" y="6"/>
                    </a:cubicBezTo>
                    <a:cubicBezTo>
                      <a:pt x="1" y="197"/>
                      <a:pt x="37" y="424"/>
                      <a:pt x="81" y="622"/>
                    </a:cubicBezTo>
                    <a:cubicBezTo>
                      <a:pt x="118" y="820"/>
                      <a:pt x="155" y="1047"/>
                      <a:pt x="294" y="1194"/>
                    </a:cubicBezTo>
                    <a:cubicBezTo>
                      <a:pt x="296" y="1196"/>
                      <a:pt x="298" y="1197"/>
                      <a:pt x="300" y="1197"/>
                    </a:cubicBezTo>
                    <a:cubicBezTo>
                      <a:pt x="305" y="1197"/>
                      <a:pt x="309" y="1192"/>
                      <a:pt x="309" y="1186"/>
                    </a:cubicBezTo>
                    <a:cubicBezTo>
                      <a:pt x="301" y="989"/>
                      <a:pt x="199" y="798"/>
                      <a:pt x="162" y="600"/>
                    </a:cubicBezTo>
                    <a:cubicBezTo>
                      <a:pt x="118" y="409"/>
                      <a:pt x="133" y="197"/>
                      <a:pt x="67" y="6"/>
                    </a:cubicBezTo>
                    <a:cubicBezTo>
                      <a:pt x="67" y="2"/>
                      <a:pt x="65" y="1"/>
                      <a:pt x="63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7"/>
              <p:cNvSpPr/>
              <p:nvPr/>
            </p:nvSpPr>
            <p:spPr>
              <a:xfrm>
                <a:off x="1521750" y="2853600"/>
                <a:ext cx="7725" cy="299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197" extrusionOk="0">
                    <a:moveTo>
                      <a:pt x="63" y="1"/>
                    </a:moveTo>
                    <a:cubicBezTo>
                      <a:pt x="61" y="1"/>
                      <a:pt x="59" y="2"/>
                      <a:pt x="59" y="6"/>
                    </a:cubicBezTo>
                    <a:cubicBezTo>
                      <a:pt x="1" y="197"/>
                      <a:pt x="37" y="424"/>
                      <a:pt x="81" y="622"/>
                    </a:cubicBezTo>
                    <a:cubicBezTo>
                      <a:pt x="118" y="820"/>
                      <a:pt x="155" y="1047"/>
                      <a:pt x="294" y="1194"/>
                    </a:cubicBezTo>
                    <a:cubicBezTo>
                      <a:pt x="296" y="1196"/>
                      <a:pt x="298" y="1197"/>
                      <a:pt x="300" y="1197"/>
                    </a:cubicBezTo>
                    <a:cubicBezTo>
                      <a:pt x="305" y="1197"/>
                      <a:pt x="309" y="1192"/>
                      <a:pt x="309" y="1186"/>
                    </a:cubicBezTo>
                    <a:cubicBezTo>
                      <a:pt x="301" y="989"/>
                      <a:pt x="199" y="798"/>
                      <a:pt x="162" y="600"/>
                    </a:cubicBezTo>
                    <a:cubicBezTo>
                      <a:pt x="118" y="409"/>
                      <a:pt x="133" y="197"/>
                      <a:pt x="67" y="6"/>
                    </a:cubicBezTo>
                    <a:cubicBezTo>
                      <a:pt x="67" y="2"/>
                      <a:pt x="65" y="1"/>
                      <a:pt x="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7"/>
              <p:cNvSpPr/>
              <p:nvPr/>
            </p:nvSpPr>
            <p:spPr>
              <a:xfrm>
                <a:off x="1530000" y="2866825"/>
                <a:ext cx="5525" cy="16150"/>
              </a:xfrm>
              <a:custGeom>
                <a:avLst/>
                <a:gdLst/>
                <a:ahLst/>
                <a:cxnLst/>
                <a:rect l="l" t="t" r="r" b="b"/>
                <a:pathLst>
                  <a:path w="221" h="646" extrusionOk="0">
                    <a:moveTo>
                      <a:pt x="41" y="0"/>
                    </a:moveTo>
                    <a:cubicBezTo>
                      <a:pt x="35" y="0"/>
                      <a:pt x="30" y="4"/>
                      <a:pt x="30" y="12"/>
                    </a:cubicBezTo>
                    <a:cubicBezTo>
                      <a:pt x="1" y="210"/>
                      <a:pt x="44" y="496"/>
                      <a:pt x="198" y="643"/>
                    </a:cubicBezTo>
                    <a:cubicBezTo>
                      <a:pt x="201" y="645"/>
                      <a:pt x="203" y="646"/>
                      <a:pt x="206" y="646"/>
                    </a:cubicBezTo>
                    <a:cubicBezTo>
                      <a:pt x="213" y="646"/>
                      <a:pt x="220" y="641"/>
                      <a:pt x="220" y="635"/>
                    </a:cubicBezTo>
                    <a:cubicBezTo>
                      <a:pt x="206" y="533"/>
                      <a:pt x="176" y="438"/>
                      <a:pt x="147" y="342"/>
                    </a:cubicBezTo>
                    <a:cubicBezTo>
                      <a:pt x="110" y="232"/>
                      <a:pt x="88" y="115"/>
                      <a:pt x="52" y="5"/>
                    </a:cubicBezTo>
                    <a:cubicBezTo>
                      <a:pt x="49" y="2"/>
                      <a:pt x="44" y="0"/>
                      <a:pt x="41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7"/>
              <p:cNvSpPr/>
              <p:nvPr/>
            </p:nvSpPr>
            <p:spPr>
              <a:xfrm>
                <a:off x="1530000" y="2866825"/>
                <a:ext cx="5525" cy="16150"/>
              </a:xfrm>
              <a:custGeom>
                <a:avLst/>
                <a:gdLst/>
                <a:ahLst/>
                <a:cxnLst/>
                <a:rect l="l" t="t" r="r" b="b"/>
                <a:pathLst>
                  <a:path w="221" h="646" extrusionOk="0">
                    <a:moveTo>
                      <a:pt x="41" y="0"/>
                    </a:moveTo>
                    <a:cubicBezTo>
                      <a:pt x="35" y="0"/>
                      <a:pt x="30" y="4"/>
                      <a:pt x="30" y="12"/>
                    </a:cubicBezTo>
                    <a:cubicBezTo>
                      <a:pt x="1" y="210"/>
                      <a:pt x="44" y="496"/>
                      <a:pt x="198" y="643"/>
                    </a:cubicBezTo>
                    <a:cubicBezTo>
                      <a:pt x="201" y="645"/>
                      <a:pt x="203" y="646"/>
                      <a:pt x="206" y="646"/>
                    </a:cubicBezTo>
                    <a:cubicBezTo>
                      <a:pt x="213" y="646"/>
                      <a:pt x="220" y="641"/>
                      <a:pt x="220" y="635"/>
                    </a:cubicBezTo>
                    <a:cubicBezTo>
                      <a:pt x="206" y="533"/>
                      <a:pt x="176" y="438"/>
                      <a:pt x="147" y="342"/>
                    </a:cubicBezTo>
                    <a:cubicBezTo>
                      <a:pt x="110" y="232"/>
                      <a:pt x="88" y="115"/>
                      <a:pt x="52" y="5"/>
                    </a:cubicBezTo>
                    <a:cubicBezTo>
                      <a:pt x="49" y="2"/>
                      <a:pt x="44" y="0"/>
                      <a:pt x="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7"/>
              <p:cNvSpPr/>
              <p:nvPr/>
            </p:nvSpPr>
            <p:spPr>
              <a:xfrm>
                <a:off x="1562800" y="2811250"/>
                <a:ext cx="4250" cy="31425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257" extrusionOk="0">
                    <a:moveTo>
                      <a:pt x="153" y="1"/>
                    </a:moveTo>
                    <a:cubicBezTo>
                      <a:pt x="148" y="1"/>
                      <a:pt x="143" y="5"/>
                      <a:pt x="140" y="14"/>
                    </a:cubicBezTo>
                    <a:cubicBezTo>
                      <a:pt x="8" y="417"/>
                      <a:pt x="1" y="842"/>
                      <a:pt x="118" y="1246"/>
                    </a:cubicBezTo>
                    <a:cubicBezTo>
                      <a:pt x="118" y="1253"/>
                      <a:pt x="124" y="1257"/>
                      <a:pt x="129" y="1257"/>
                    </a:cubicBezTo>
                    <a:cubicBezTo>
                      <a:pt x="135" y="1257"/>
                      <a:pt x="140" y="1253"/>
                      <a:pt x="140" y="1246"/>
                    </a:cubicBezTo>
                    <a:cubicBezTo>
                      <a:pt x="133" y="835"/>
                      <a:pt x="148" y="432"/>
                      <a:pt x="170" y="28"/>
                    </a:cubicBezTo>
                    <a:cubicBezTo>
                      <a:pt x="170" y="11"/>
                      <a:pt x="161" y="1"/>
                      <a:pt x="153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7"/>
              <p:cNvSpPr/>
              <p:nvPr/>
            </p:nvSpPr>
            <p:spPr>
              <a:xfrm>
                <a:off x="1562800" y="2811250"/>
                <a:ext cx="4250" cy="31425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257" extrusionOk="0">
                    <a:moveTo>
                      <a:pt x="153" y="1"/>
                    </a:moveTo>
                    <a:cubicBezTo>
                      <a:pt x="148" y="1"/>
                      <a:pt x="143" y="5"/>
                      <a:pt x="140" y="14"/>
                    </a:cubicBezTo>
                    <a:cubicBezTo>
                      <a:pt x="8" y="417"/>
                      <a:pt x="1" y="842"/>
                      <a:pt x="118" y="1246"/>
                    </a:cubicBezTo>
                    <a:cubicBezTo>
                      <a:pt x="118" y="1253"/>
                      <a:pt x="124" y="1257"/>
                      <a:pt x="129" y="1257"/>
                    </a:cubicBezTo>
                    <a:cubicBezTo>
                      <a:pt x="135" y="1257"/>
                      <a:pt x="140" y="1253"/>
                      <a:pt x="140" y="1246"/>
                    </a:cubicBezTo>
                    <a:cubicBezTo>
                      <a:pt x="133" y="835"/>
                      <a:pt x="148" y="432"/>
                      <a:pt x="170" y="28"/>
                    </a:cubicBezTo>
                    <a:cubicBezTo>
                      <a:pt x="170" y="11"/>
                      <a:pt x="161" y="1"/>
                      <a:pt x="1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7"/>
              <p:cNvSpPr/>
              <p:nvPr/>
            </p:nvSpPr>
            <p:spPr>
              <a:xfrm>
                <a:off x="1463825" y="2821225"/>
                <a:ext cx="7175" cy="229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917" extrusionOk="0">
                    <a:moveTo>
                      <a:pt x="278" y="0"/>
                    </a:moveTo>
                    <a:cubicBezTo>
                      <a:pt x="276" y="0"/>
                      <a:pt x="274" y="1"/>
                      <a:pt x="272" y="3"/>
                    </a:cubicBezTo>
                    <a:cubicBezTo>
                      <a:pt x="45" y="165"/>
                      <a:pt x="1" y="649"/>
                      <a:pt x="59" y="905"/>
                    </a:cubicBezTo>
                    <a:cubicBezTo>
                      <a:pt x="63" y="912"/>
                      <a:pt x="69" y="916"/>
                      <a:pt x="73" y="916"/>
                    </a:cubicBezTo>
                    <a:cubicBezTo>
                      <a:pt x="78" y="916"/>
                      <a:pt x="81" y="912"/>
                      <a:pt x="81" y="905"/>
                    </a:cubicBezTo>
                    <a:cubicBezTo>
                      <a:pt x="96" y="737"/>
                      <a:pt x="118" y="568"/>
                      <a:pt x="162" y="399"/>
                    </a:cubicBezTo>
                    <a:cubicBezTo>
                      <a:pt x="199" y="267"/>
                      <a:pt x="272" y="150"/>
                      <a:pt x="287" y="18"/>
                    </a:cubicBezTo>
                    <a:cubicBezTo>
                      <a:pt x="287" y="7"/>
                      <a:pt x="283" y="0"/>
                      <a:pt x="278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7"/>
              <p:cNvSpPr/>
              <p:nvPr/>
            </p:nvSpPr>
            <p:spPr>
              <a:xfrm>
                <a:off x="1463825" y="2821225"/>
                <a:ext cx="7175" cy="229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917" extrusionOk="0">
                    <a:moveTo>
                      <a:pt x="278" y="0"/>
                    </a:moveTo>
                    <a:cubicBezTo>
                      <a:pt x="276" y="0"/>
                      <a:pt x="274" y="1"/>
                      <a:pt x="272" y="3"/>
                    </a:cubicBezTo>
                    <a:cubicBezTo>
                      <a:pt x="45" y="165"/>
                      <a:pt x="1" y="649"/>
                      <a:pt x="59" y="905"/>
                    </a:cubicBezTo>
                    <a:cubicBezTo>
                      <a:pt x="63" y="912"/>
                      <a:pt x="69" y="916"/>
                      <a:pt x="73" y="916"/>
                    </a:cubicBezTo>
                    <a:cubicBezTo>
                      <a:pt x="78" y="916"/>
                      <a:pt x="81" y="912"/>
                      <a:pt x="81" y="905"/>
                    </a:cubicBezTo>
                    <a:cubicBezTo>
                      <a:pt x="96" y="737"/>
                      <a:pt x="118" y="568"/>
                      <a:pt x="162" y="399"/>
                    </a:cubicBezTo>
                    <a:cubicBezTo>
                      <a:pt x="199" y="267"/>
                      <a:pt x="272" y="150"/>
                      <a:pt x="287" y="18"/>
                    </a:cubicBezTo>
                    <a:cubicBezTo>
                      <a:pt x="287" y="7"/>
                      <a:pt x="283" y="0"/>
                      <a:pt x="2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7"/>
              <p:cNvSpPr/>
              <p:nvPr/>
            </p:nvSpPr>
            <p:spPr>
              <a:xfrm>
                <a:off x="1457975" y="2819900"/>
                <a:ext cx="63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748" extrusionOk="0">
                    <a:moveTo>
                      <a:pt x="221" y="0"/>
                    </a:moveTo>
                    <a:cubicBezTo>
                      <a:pt x="216" y="0"/>
                      <a:pt x="210" y="2"/>
                      <a:pt x="205" y="5"/>
                    </a:cubicBezTo>
                    <a:cubicBezTo>
                      <a:pt x="15" y="174"/>
                      <a:pt x="0" y="482"/>
                      <a:pt x="37" y="731"/>
                    </a:cubicBezTo>
                    <a:cubicBezTo>
                      <a:pt x="37" y="742"/>
                      <a:pt x="44" y="747"/>
                      <a:pt x="51" y="747"/>
                    </a:cubicBezTo>
                    <a:cubicBezTo>
                      <a:pt x="59" y="747"/>
                      <a:pt x="66" y="742"/>
                      <a:pt x="66" y="731"/>
                    </a:cubicBezTo>
                    <a:cubicBezTo>
                      <a:pt x="88" y="489"/>
                      <a:pt x="147" y="254"/>
                      <a:pt x="242" y="34"/>
                    </a:cubicBezTo>
                    <a:cubicBezTo>
                      <a:pt x="253" y="17"/>
                      <a:pt x="238" y="0"/>
                      <a:pt x="221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7"/>
              <p:cNvSpPr/>
              <p:nvPr/>
            </p:nvSpPr>
            <p:spPr>
              <a:xfrm>
                <a:off x="1457975" y="2819900"/>
                <a:ext cx="635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748" extrusionOk="0">
                    <a:moveTo>
                      <a:pt x="221" y="0"/>
                    </a:moveTo>
                    <a:cubicBezTo>
                      <a:pt x="216" y="0"/>
                      <a:pt x="210" y="2"/>
                      <a:pt x="205" y="5"/>
                    </a:cubicBezTo>
                    <a:cubicBezTo>
                      <a:pt x="15" y="174"/>
                      <a:pt x="0" y="482"/>
                      <a:pt x="37" y="731"/>
                    </a:cubicBezTo>
                    <a:cubicBezTo>
                      <a:pt x="37" y="742"/>
                      <a:pt x="44" y="747"/>
                      <a:pt x="51" y="747"/>
                    </a:cubicBezTo>
                    <a:cubicBezTo>
                      <a:pt x="59" y="747"/>
                      <a:pt x="66" y="742"/>
                      <a:pt x="66" y="731"/>
                    </a:cubicBezTo>
                    <a:cubicBezTo>
                      <a:pt x="88" y="489"/>
                      <a:pt x="147" y="254"/>
                      <a:pt x="242" y="34"/>
                    </a:cubicBezTo>
                    <a:cubicBezTo>
                      <a:pt x="253" y="17"/>
                      <a:pt x="238" y="0"/>
                      <a:pt x="2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7"/>
              <p:cNvSpPr/>
              <p:nvPr/>
            </p:nvSpPr>
            <p:spPr>
              <a:xfrm>
                <a:off x="1414350" y="2829725"/>
                <a:ext cx="9550" cy="338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1354" extrusionOk="0">
                    <a:moveTo>
                      <a:pt x="369" y="0"/>
                    </a:moveTo>
                    <a:cubicBezTo>
                      <a:pt x="366" y="0"/>
                      <a:pt x="362" y="3"/>
                      <a:pt x="359" y="8"/>
                    </a:cubicBezTo>
                    <a:cubicBezTo>
                      <a:pt x="169" y="345"/>
                      <a:pt x="0" y="968"/>
                      <a:pt x="169" y="1342"/>
                    </a:cubicBezTo>
                    <a:cubicBezTo>
                      <a:pt x="169" y="1350"/>
                      <a:pt x="176" y="1353"/>
                      <a:pt x="183" y="1353"/>
                    </a:cubicBezTo>
                    <a:cubicBezTo>
                      <a:pt x="191" y="1353"/>
                      <a:pt x="198" y="1350"/>
                      <a:pt x="198" y="1342"/>
                    </a:cubicBezTo>
                    <a:cubicBezTo>
                      <a:pt x="249" y="1130"/>
                      <a:pt x="220" y="895"/>
                      <a:pt x="249" y="682"/>
                    </a:cubicBezTo>
                    <a:cubicBezTo>
                      <a:pt x="279" y="463"/>
                      <a:pt x="345" y="243"/>
                      <a:pt x="381" y="23"/>
                    </a:cubicBezTo>
                    <a:cubicBezTo>
                      <a:pt x="381" y="8"/>
                      <a:pt x="375" y="0"/>
                      <a:pt x="369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7"/>
              <p:cNvSpPr/>
              <p:nvPr/>
            </p:nvSpPr>
            <p:spPr>
              <a:xfrm>
                <a:off x="1414350" y="2829725"/>
                <a:ext cx="9550" cy="338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1354" extrusionOk="0">
                    <a:moveTo>
                      <a:pt x="369" y="0"/>
                    </a:moveTo>
                    <a:cubicBezTo>
                      <a:pt x="366" y="0"/>
                      <a:pt x="362" y="3"/>
                      <a:pt x="359" y="8"/>
                    </a:cubicBezTo>
                    <a:cubicBezTo>
                      <a:pt x="169" y="345"/>
                      <a:pt x="0" y="968"/>
                      <a:pt x="169" y="1342"/>
                    </a:cubicBezTo>
                    <a:cubicBezTo>
                      <a:pt x="169" y="1350"/>
                      <a:pt x="176" y="1353"/>
                      <a:pt x="183" y="1353"/>
                    </a:cubicBezTo>
                    <a:cubicBezTo>
                      <a:pt x="191" y="1353"/>
                      <a:pt x="198" y="1350"/>
                      <a:pt x="198" y="1342"/>
                    </a:cubicBezTo>
                    <a:cubicBezTo>
                      <a:pt x="249" y="1130"/>
                      <a:pt x="220" y="895"/>
                      <a:pt x="249" y="682"/>
                    </a:cubicBezTo>
                    <a:cubicBezTo>
                      <a:pt x="279" y="463"/>
                      <a:pt x="345" y="243"/>
                      <a:pt x="381" y="23"/>
                    </a:cubicBezTo>
                    <a:cubicBezTo>
                      <a:pt x="381" y="8"/>
                      <a:pt x="375" y="0"/>
                      <a:pt x="3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7"/>
              <p:cNvSpPr/>
              <p:nvPr/>
            </p:nvSpPr>
            <p:spPr>
              <a:xfrm>
                <a:off x="1406650" y="2839475"/>
                <a:ext cx="7175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811" extrusionOk="0">
                    <a:moveTo>
                      <a:pt x="266" y="0"/>
                    </a:moveTo>
                    <a:cubicBezTo>
                      <a:pt x="262" y="0"/>
                      <a:pt x="259" y="2"/>
                      <a:pt x="257" y="7"/>
                    </a:cubicBezTo>
                    <a:cubicBezTo>
                      <a:pt x="118" y="212"/>
                      <a:pt x="0" y="556"/>
                      <a:pt x="88" y="798"/>
                    </a:cubicBezTo>
                    <a:cubicBezTo>
                      <a:pt x="88" y="807"/>
                      <a:pt x="96" y="811"/>
                      <a:pt x="102" y="811"/>
                    </a:cubicBezTo>
                    <a:cubicBezTo>
                      <a:pt x="106" y="811"/>
                      <a:pt x="110" y="809"/>
                      <a:pt x="110" y="806"/>
                    </a:cubicBezTo>
                    <a:cubicBezTo>
                      <a:pt x="140" y="674"/>
                      <a:pt x="169" y="542"/>
                      <a:pt x="184" y="410"/>
                    </a:cubicBezTo>
                    <a:cubicBezTo>
                      <a:pt x="213" y="278"/>
                      <a:pt x="250" y="153"/>
                      <a:pt x="286" y="21"/>
                    </a:cubicBezTo>
                    <a:cubicBezTo>
                      <a:pt x="286" y="11"/>
                      <a:pt x="275" y="0"/>
                      <a:pt x="266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7"/>
              <p:cNvSpPr/>
              <p:nvPr/>
            </p:nvSpPr>
            <p:spPr>
              <a:xfrm>
                <a:off x="1406650" y="2839475"/>
                <a:ext cx="7175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811" extrusionOk="0">
                    <a:moveTo>
                      <a:pt x="266" y="0"/>
                    </a:moveTo>
                    <a:cubicBezTo>
                      <a:pt x="262" y="0"/>
                      <a:pt x="259" y="2"/>
                      <a:pt x="257" y="7"/>
                    </a:cubicBezTo>
                    <a:cubicBezTo>
                      <a:pt x="118" y="212"/>
                      <a:pt x="0" y="556"/>
                      <a:pt x="88" y="798"/>
                    </a:cubicBezTo>
                    <a:cubicBezTo>
                      <a:pt x="88" y="807"/>
                      <a:pt x="96" y="811"/>
                      <a:pt x="102" y="811"/>
                    </a:cubicBezTo>
                    <a:cubicBezTo>
                      <a:pt x="106" y="811"/>
                      <a:pt x="110" y="809"/>
                      <a:pt x="110" y="806"/>
                    </a:cubicBezTo>
                    <a:cubicBezTo>
                      <a:pt x="140" y="674"/>
                      <a:pt x="169" y="542"/>
                      <a:pt x="184" y="410"/>
                    </a:cubicBezTo>
                    <a:cubicBezTo>
                      <a:pt x="213" y="278"/>
                      <a:pt x="250" y="153"/>
                      <a:pt x="286" y="21"/>
                    </a:cubicBezTo>
                    <a:cubicBezTo>
                      <a:pt x="286" y="11"/>
                      <a:pt x="275" y="0"/>
                      <a:pt x="2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7"/>
              <p:cNvSpPr/>
              <p:nvPr/>
            </p:nvSpPr>
            <p:spPr>
              <a:xfrm>
                <a:off x="1354825" y="2794825"/>
                <a:ext cx="9600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384" h="591" extrusionOk="0">
                    <a:moveTo>
                      <a:pt x="362" y="1"/>
                    </a:moveTo>
                    <a:cubicBezTo>
                      <a:pt x="358" y="1"/>
                      <a:pt x="354" y="2"/>
                      <a:pt x="350" y="4"/>
                    </a:cubicBezTo>
                    <a:cubicBezTo>
                      <a:pt x="160" y="92"/>
                      <a:pt x="57" y="377"/>
                      <a:pt x="6" y="568"/>
                    </a:cubicBezTo>
                    <a:cubicBezTo>
                      <a:pt x="1" y="582"/>
                      <a:pt x="8" y="590"/>
                      <a:pt x="16" y="590"/>
                    </a:cubicBezTo>
                    <a:cubicBezTo>
                      <a:pt x="21" y="590"/>
                      <a:pt x="25" y="588"/>
                      <a:pt x="28" y="583"/>
                    </a:cubicBezTo>
                    <a:lnTo>
                      <a:pt x="204" y="282"/>
                    </a:lnTo>
                    <a:cubicBezTo>
                      <a:pt x="255" y="187"/>
                      <a:pt x="328" y="114"/>
                      <a:pt x="372" y="26"/>
                    </a:cubicBezTo>
                    <a:cubicBezTo>
                      <a:pt x="383" y="9"/>
                      <a:pt x="374" y="1"/>
                      <a:pt x="362" y="1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7"/>
              <p:cNvSpPr/>
              <p:nvPr/>
            </p:nvSpPr>
            <p:spPr>
              <a:xfrm>
                <a:off x="1354825" y="2794825"/>
                <a:ext cx="9600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384" h="591" extrusionOk="0">
                    <a:moveTo>
                      <a:pt x="362" y="1"/>
                    </a:moveTo>
                    <a:cubicBezTo>
                      <a:pt x="358" y="1"/>
                      <a:pt x="354" y="2"/>
                      <a:pt x="350" y="4"/>
                    </a:cubicBezTo>
                    <a:cubicBezTo>
                      <a:pt x="160" y="92"/>
                      <a:pt x="57" y="377"/>
                      <a:pt x="6" y="568"/>
                    </a:cubicBezTo>
                    <a:cubicBezTo>
                      <a:pt x="1" y="582"/>
                      <a:pt x="8" y="590"/>
                      <a:pt x="16" y="590"/>
                    </a:cubicBezTo>
                    <a:cubicBezTo>
                      <a:pt x="21" y="590"/>
                      <a:pt x="25" y="588"/>
                      <a:pt x="28" y="583"/>
                    </a:cubicBezTo>
                    <a:lnTo>
                      <a:pt x="204" y="282"/>
                    </a:lnTo>
                    <a:cubicBezTo>
                      <a:pt x="255" y="187"/>
                      <a:pt x="328" y="114"/>
                      <a:pt x="372" y="26"/>
                    </a:cubicBezTo>
                    <a:cubicBezTo>
                      <a:pt x="383" y="9"/>
                      <a:pt x="374" y="1"/>
                      <a:pt x="3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7"/>
              <p:cNvSpPr/>
              <p:nvPr/>
            </p:nvSpPr>
            <p:spPr>
              <a:xfrm>
                <a:off x="1331850" y="2796675"/>
                <a:ext cx="122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623" extrusionOk="0">
                    <a:moveTo>
                      <a:pt x="439" y="0"/>
                    </a:moveTo>
                    <a:cubicBezTo>
                      <a:pt x="435" y="0"/>
                      <a:pt x="431" y="1"/>
                      <a:pt x="426" y="3"/>
                    </a:cubicBezTo>
                    <a:cubicBezTo>
                      <a:pt x="191" y="113"/>
                      <a:pt x="30" y="340"/>
                      <a:pt x="1" y="597"/>
                    </a:cubicBezTo>
                    <a:cubicBezTo>
                      <a:pt x="1" y="611"/>
                      <a:pt x="13" y="622"/>
                      <a:pt x="24" y="622"/>
                    </a:cubicBezTo>
                    <a:cubicBezTo>
                      <a:pt x="30" y="622"/>
                      <a:pt x="35" y="619"/>
                      <a:pt x="38" y="611"/>
                    </a:cubicBezTo>
                    <a:cubicBezTo>
                      <a:pt x="162" y="406"/>
                      <a:pt x="250" y="194"/>
                      <a:pt x="455" y="62"/>
                    </a:cubicBezTo>
                    <a:cubicBezTo>
                      <a:pt x="488" y="42"/>
                      <a:pt x="469" y="0"/>
                      <a:pt x="439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7"/>
              <p:cNvSpPr/>
              <p:nvPr/>
            </p:nvSpPr>
            <p:spPr>
              <a:xfrm>
                <a:off x="1331850" y="2796675"/>
                <a:ext cx="122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623" extrusionOk="0">
                    <a:moveTo>
                      <a:pt x="439" y="0"/>
                    </a:moveTo>
                    <a:cubicBezTo>
                      <a:pt x="435" y="0"/>
                      <a:pt x="431" y="1"/>
                      <a:pt x="426" y="3"/>
                    </a:cubicBezTo>
                    <a:cubicBezTo>
                      <a:pt x="191" y="113"/>
                      <a:pt x="30" y="340"/>
                      <a:pt x="1" y="597"/>
                    </a:cubicBezTo>
                    <a:cubicBezTo>
                      <a:pt x="1" y="611"/>
                      <a:pt x="13" y="622"/>
                      <a:pt x="24" y="622"/>
                    </a:cubicBezTo>
                    <a:cubicBezTo>
                      <a:pt x="30" y="622"/>
                      <a:pt x="35" y="619"/>
                      <a:pt x="38" y="611"/>
                    </a:cubicBezTo>
                    <a:cubicBezTo>
                      <a:pt x="162" y="406"/>
                      <a:pt x="250" y="194"/>
                      <a:pt x="455" y="62"/>
                    </a:cubicBezTo>
                    <a:cubicBezTo>
                      <a:pt x="488" y="42"/>
                      <a:pt x="469" y="0"/>
                      <a:pt x="4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7"/>
              <p:cNvSpPr/>
              <p:nvPr/>
            </p:nvSpPr>
            <p:spPr>
              <a:xfrm>
                <a:off x="1299225" y="2758050"/>
                <a:ext cx="1102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422" extrusionOk="0">
                    <a:moveTo>
                      <a:pt x="415" y="0"/>
                    </a:moveTo>
                    <a:cubicBezTo>
                      <a:pt x="338" y="0"/>
                      <a:pt x="262" y="69"/>
                      <a:pt x="206" y="118"/>
                    </a:cubicBezTo>
                    <a:cubicBezTo>
                      <a:pt x="125" y="192"/>
                      <a:pt x="8" y="294"/>
                      <a:pt x="1" y="411"/>
                    </a:cubicBezTo>
                    <a:cubicBezTo>
                      <a:pt x="1" y="417"/>
                      <a:pt x="4" y="422"/>
                      <a:pt x="9" y="422"/>
                    </a:cubicBezTo>
                    <a:cubicBezTo>
                      <a:pt x="11" y="422"/>
                      <a:pt x="13" y="421"/>
                      <a:pt x="15" y="419"/>
                    </a:cubicBezTo>
                    <a:cubicBezTo>
                      <a:pt x="111" y="375"/>
                      <a:pt x="169" y="257"/>
                      <a:pt x="243" y="192"/>
                    </a:cubicBezTo>
                    <a:cubicBezTo>
                      <a:pt x="301" y="133"/>
                      <a:pt x="404" y="96"/>
                      <a:pt x="426" y="30"/>
                    </a:cubicBezTo>
                    <a:cubicBezTo>
                      <a:pt x="441" y="16"/>
                      <a:pt x="433" y="1"/>
                      <a:pt x="426" y="1"/>
                    </a:cubicBezTo>
                    <a:cubicBezTo>
                      <a:pt x="422" y="1"/>
                      <a:pt x="418" y="0"/>
                      <a:pt x="415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7"/>
              <p:cNvSpPr/>
              <p:nvPr/>
            </p:nvSpPr>
            <p:spPr>
              <a:xfrm>
                <a:off x="1299225" y="2758050"/>
                <a:ext cx="1102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422" extrusionOk="0">
                    <a:moveTo>
                      <a:pt x="415" y="0"/>
                    </a:moveTo>
                    <a:cubicBezTo>
                      <a:pt x="338" y="0"/>
                      <a:pt x="262" y="69"/>
                      <a:pt x="206" y="118"/>
                    </a:cubicBezTo>
                    <a:cubicBezTo>
                      <a:pt x="125" y="192"/>
                      <a:pt x="8" y="294"/>
                      <a:pt x="1" y="411"/>
                    </a:cubicBezTo>
                    <a:cubicBezTo>
                      <a:pt x="1" y="417"/>
                      <a:pt x="4" y="422"/>
                      <a:pt x="9" y="422"/>
                    </a:cubicBezTo>
                    <a:cubicBezTo>
                      <a:pt x="11" y="422"/>
                      <a:pt x="13" y="421"/>
                      <a:pt x="15" y="419"/>
                    </a:cubicBezTo>
                    <a:cubicBezTo>
                      <a:pt x="111" y="375"/>
                      <a:pt x="169" y="257"/>
                      <a:pt x="243" y="192"/>
                    </a:cubicBezTo>
                    <a:cubicBezTo>
                      <a:pt x="301" y="133"/>
                      <a:pt x="404" y="96"/>
                      <a:pt x="426" y="30"/>
                    </a:cubicBezTo>
                    <a:cubicBezTo>
                      <a:pt x="441" y="16"/>
                      <a:pt x="433" y="1"/>
                      <a:pt x="426" y="1"/>
                    </a:cubicBezTo>
                    <a:cubicBezTo>
                      <a:pt x="422" y="1"/>
                      <a:pt x="418" y="0"/>
                      <a:pt x="415" y="0"/>
                    </a:cubicBezTo>
                    <a:close/>
                  </a:path>
                </a:pathLst>
              </a:custGeom>
              <a:solidFill>
                <a:srgbClr val="CCC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42" name="Google Shape;1242;p37"/>
          <p:cNvGrpSpPr/>
          <p:nvPr/>
        </p:nvGrpSpPr>
        <p:grpSpPr>
          <a:xfrm>
            <a:off x="7155064" y="453772"/>
            <a:ext cx="1446348" cy="1220000"/>
            <a:chOff x="9854056" y="2902848"/>
            <a:chExt cx="2010917" cy="1585397"/>
          </a:xfrm>
        </p:grpSpPr>
        <p:sp>
          <p:nvSpPr>
            <p:cNvPr id="1243" name="Google Shape;1243;p37"/>
            <p:cNvSpPr/>
            <p:nvPr/>
          </p:nvSpPr>
          <p:spPr>
            <a:xfrm>
              <a:off x="9864327" y="2902848"/>
              <a:ext cx="1990375" cy="1585397"/>
            </a:xfrm>
            <a:custGeom>
              <a:avLst/>
              <a:gdLst/>
              <a:ahLst/>
              <a:cxnLst/>
              <a:rect l="l" t="t" r="r" b="b"/>
              <a:pathLst>
                <a:path w="43215" h="34424" extrusionOk="0">
                  <a:moveTo>
                    <a:pt x="27736" y="8177"/>
                  </a:moveTo>
                  <a:cubicBezTo>
                    <a:pt x="27811" y="8177"/>
                    <a:pt x="27892" y="8193"/>
                    <a:pt x="27979" y="8227"/>
                  </a:cubicBezTo>
                  <a:cubicBezTo>
                    <a:pt x="28917" y="8594"/>
                    <a:pt x="28858" y="9980"/>
                    <a:pt x="28228" y="10573"/>
                  </a:cubicBezTo>
                  <a:cubicBezTo>
                    <a:pt x="27891" y="10896"/>
                    <a:pt x="27421" y="11043"/>
                    <a:pt x="26974" y="11182"/>
                  </a:cubicBezTo>
                  <a:lnTo>
                    <a:pt x="26072" y="11453"/>
                  </a:lnTo>
                  <a:cubicBezTo>
                    <a:pt x="25915" y="11500"/>
                    <a:pt x="25748" y="11546"/>
                    <a:pt x="25590" y="11546"/>
                  </a:cubicBezTo>
                  <a:cubicBezTo>
                    <a:pt x="25498" y="11546"/>
                    <a:pt x="25408" y="11530"/>
                    <a:pt x="25325" y="11490"/>
                  </a:cubicBezTo>
                  <a:cubicBezTo>
                    <a:pt x="24980" y="11329"/>
                    <a:pt x="24929" y="10823"/>
                    <a:pt x="25119" y="10500"/>
                  </a:cubicBezTo>
                  <a:cubicBezTo>
                    <a:pt x="25310" y="10178"/>
                    <a:pt x="25662" y="9980"/>
                    <a:pt x="25999" y="9811"/>
                  </a:cubicBezTo>
                  <a:cubicBezTo>
                    <a:pt x="26498" y="9547"/>
                    <a:pt x="26806" y="9290"/>
                    <a:pt x="27048" y="8777"/>
                  </a:cubicBezTo>
                  <a:cubicBezTo>
                    <a:pt x="27196" y="8468"/>
                    <a:pt x="27413" y="8177"/>
                    <a:pt x="27736" y="8177"/>
                  </a:cubicBezTo>
                  <a:close/>
                  <a:moveTo>
                    <a:pt x="19396" y="10878"/>
                  </a:moveTo>
                  <a:cubicBezTo>
                    <a:pt x="19631" y="10878"/>
                    <a:pt x="19870" y="10921"/>
                    <a:pt x="20060" y="11050"/>
                  </a:cubicBezTo>
                  <a:cubicBezTo>
                    <a:pt x="20464" y="11329"/>
                    <a:pt x="20522" y="11922"/>
                    <a:pt x="20324" y="12370"/>
                  </a:cubicBezTo>
                  <a:cubicBezTo>
                    <a:pt x="20126" y="12810"/>
                    <a:pt x="19730" y="13132"/>
                    <a:pt x="19342" y="13426"/>
                  </a:cubicBezTo>
                  <a:cubicBezTo>
                    <a:pt x="18953" y="13711"/>
                    <a:pt x="18543" y="13997"/>
                    <a:pt x="18286" y="14408"/>
                  </a:cubicBezTo>
                  <a:cubicBezTo>
                    <a:pt x="18227" y="14503"/>
                    <a:pt x="18176" y="14599"/>
                    <a:pt x="18132" y="14701"/>
                  </a:cubicBezTo>
                  <a:lnTo>
                    <a:pt x="18081" y="14716"/>
                  </a:lnTo>
                  <a:cubicBezTo>
                    <a:pt x="17604" y="14892"/>
                    <a:pt x="17172" y="15178"/>
                    <a:pt x="16827" y="15544"/>
                  </a:cubicBezTo>
                  <a:lnTo>
                    <a:pt x="16512" y="15566"/>
                  </a:lnTo>
                  <a:cubicBezTo>
                    <a:pt x="16292" y="15456"/>
                    <a:pt x="16123" y="15266"/>
                    <a:pt x="16043" y="15031"/>
                  </a:cubicBezTo>
                  <a:cubicBezTo>
                    <a:pt x="15771" y="14166"/>
                    <a:pt x="16174" y="13000"/>
                    <a:pt x="16680" y="12311"/>
                  </a:cubicBezTo>
                  <a:cubicBezTo>
                    <a:pt x="17282" y="11512"/>
                    <a:pt x="18183" y="10999"/>
                    <a:pt x="19181" y="10889"/>
                  </a:cubicBezTo>
                  <a:cubicBezTo>
                    <a:pt x="19251" y="10882"/>
                    <a:pt x="19323" y="10878"/>
                    <a:pt x="19396" y="10878"/>
                  </a:cubicBezTo>
                  <a:close/>
                  <a:moveTo>
                    <a:pt x="24560" y="0"/>
                  </a:moveTo>
                  <a:cubicBezTo>
                    <a:pt x="23683" y="0"/>
                    <a:pt x="22808" y="132"/>
                    <a:pt x="21974" y="404"/>
                  </a:cubicBezTo>
                  <a:cubicBezTo>
                    <a:pt x="21211" y="654"/>
                    <a:pt x="20390" y="1123"/>
                    <a:pt x="20258" y="1915"/>
                  </a:cubicBezTo>
                  <a:cubicBezTo>
                    <a:pt x="20134" y="2633"/>
                    <a:pt x="20647" y="3315"/>
                    <a:pt x="21211" y="3792"/>
                  </a:cubicBezTo>
                  <a:cubicBezTo>
                    <a:pt x="21769" y="4275"/>
                    <a:pt x="22421" y="4693"/>
                    <a:pt x="22751" y="5353"/>
                  </a:cubicBezTo>
                  <a:cubicBezTo>
                    <a:pt x="23301" y="6453"/>
                    <a:pt x="22700" y="7846"/>
                    <a:pt x="21732" y="8616"/>
                  </a:cubicBezTo>
                  <a:cubicBezTo>
                    <a:pt x="20764" y="9386"/>
                    <a:pt x="19532" y="9701"/>
                    <a:pt x="18345" y="10068"/>
                  </a:cubicBezTo>
                  <a:cubicBezTo>
                    <a:pt x="17164" y="10434"/>
                    <a:pt x="15947" y="10925"/>
                    <a:pt x="15207" y="11908"/>
                  </a:cubicBezTo>
                  <a:cubicBezTo>
                    <a:pt x="14496" y="12854"/>
                    <a:pt x="14342" y="14122"/>
                    <a:pt x="14525" y="15288"/>
                  </a:cubicBezTo>
                  <a:cubicBezTo>
                    <a:pt x="14540" y="15390"/>
                    <a:pt x="14562" y="15493"/>
                    <a:pt x="14576" y="15596"/>
                  </a:cubicBezTo>
                  <a:cubicBezTo>
                    <a:pt x="14393" y="15449"/>
                    <a:pt x="14166" y="15346"/>
                    <a:pt x="13931" y="15302"/>
                  </a:cubicBezTo>
                  <a:cubicBezTo>
                    <a:pt x="13681" y="15258"/>
                    <a:pt x="13431" y="15235"/>
                    <a:pt x="13180" y="15235"/>
                  </a:cubicBezTo>
                  <a:cubicBezTo>
                    <a:pt x="13145" y="15235"/>
                    <a:pt x="13109" y="15236"/>
                    <a:pt x="13073" y="15236"/>
                  </a:cubicBezTo>
                  <a:lnTo>
                    <a:pt x="12824" y="12700"/>
                  </a:lnTo>
                  <a:lnTo>
                    <a:pt x="15749" y="11277"/>
                  </a:lnTo>
                  <a:lnTo>
                    <a:pt x="12619" y="10581"/>
                  </a:lnTo>
                  <a:lnTo>
                    <a:pt x="12575" y="10163"/>
                  </a:lnTo>
                  <a:cubicBezTo>
                    <a:pt x="12469" y="10151"/>
                    <a:pt x="12415" y="10142"/>
                    <a:pt x="12377" y="10142"/>
                  </a:cubicBezTo>
                  <a:cubicBezTo>
                    <a:pt x="12317" y="10142"/>
                    <a:pt x="12294" y="10165"/>
                    <a:pt x="12164" y="10236"/>
                  </a:cubicBezTo>
                  <a:lnTo>
                    <a:pt x="12193" y="10485"/>
                  </a:lnTo>
                  <a:lnTo>
                    <a:pt x="12362" y="11988"/>
                  </a:lnTo>
                  <a:lnTo>
                    <a:pt x="12729" y="15258"/>
                  </a:lnTo>
                  <a:cubicBezTo>
                    <a:pt x="12164" y="15332"/>
                    <a:pt x="11643" y="15559"/>
                    <a:pt x="11101" y="15940"/>
                  </a:cubicBezTo>
                  <a:cubicBezTo>
                    <a:pt x="10962" y="16043"/>
                    <a:pt x="10837" y="16168"/>
                    <a:pt x="10734" y="16314"/>
                  </a:cubicBezTo>
                  <a:cubicBezTo>
                    <a:pt x="5998" y="17267"/>
                    <a:pt x="2875" y="18998"/>
                    <a:pt x="2691" y="21754"/>
                  </a:cubicBezTo>
                  <a:cubicBezTo>
                    <a:pt x="2017" y="22004"/>
                    <a:pt x="1342" y="22260"/>
                    <a:pt x="675" y="22517"/>
                  </a:cubicBezTo>
                  <a:cubicBezTo>
                    <a:pt x="360" y="22649"/>
                    <a:pt x="125" y="22920"/>
                    <a:pt x="45" y="23250"/>
                  </a:cubicBezTo>
                  <a:lnTo>
                    <a:pt x="37" y="23272"/>
                  </a:lnTo>
                  <a:cubicBezTo>
                    <a:pt x="15" y="23353"/>
                    <a:pt x="8" y="23433"/>
                    <a:pt x="1" y="23514"/>
                  </a:cubicBezTo>
                  <a:lnTo>
                    <a:pt x="1" y="23565"/>
                  </a:lnTo>
                  <a:lnTo>
                    <a:pt x="1" y="23624"/>
                  </a:lnTo>
                  <a:cubicBezTo>
                    <a:pt x="1" y="23646"/>
                    <a:pt x="1" y="23668"/>
                    <a:pt x="8" y="23697"/>
                  </a:cubicBezTo>
                  <a:cubicBezTo>
                    <a:pt x="15" y="23719"/>
                    <a:pt x="8" y="23741"/>
                    <a:pt x="15" y="23763"/>
                  </a:cubicBezTo>
                  <a:cubicBezTo>
                    <a:pt x="23" y="23785"/>
                    <a:pt x="23" y="23822"/>
                    <a:pt x="30" y="23851"/>
                  </a:cubicBezTo>
                  <a:cubicBezTo>
                    <a:pt x="30" y="23866"/>
                    <a:pt x="37" y="23881"/>
                    <a:pt x="45" y="23895"/>
                  </a:cubicBezTo>
                  <a:cubicBezTo>
                    <a:pt x="52" y="23910"/>
                    <a:pt x="59" y="23947"/>
                    <a:pt x="74" y="23976"/>
                  </a:cubicBezTo>
                  <a:cubicBezTo>
                    <a:pt x="74" y="23991"/>
                    <a:pt x="81" y="23998"/>
                    <a:pt x="81" y="24013"/>
                  </a:cubicBezTo>
                  <a:cubicBezTo>
                    <a:pt x="96" y="24049"/>
                    <a:pt x="118" y="24086"/>
                    <a:pt x="133" y="24123"/>
                  </a:cubicBezTo>
                  <a:lnTo>
                    <a:pt x="147" y="24145"/>
                  </a:lnTo>
                  <a:cubicBezTo>
                    <a:pt x="162" y="24174"/>
                    <a:pt x="184" y="24203"/>
                    <a:pt x="199" y="24233"/>
                  </a:cubicBezTo>
                  <a:cubicBezTo>
                    <a:pt x="206" y="24240"/>
                    <a:pt x="213" y="24247"/>
                    <a:pt x="221" y="24262"/>
                  </a:cubicBezTo>
                  <a:cubicBezTo>
                    <a:pt x="250" y="24291"/>
                    <a:pt x="279" y="24328"/>
                    <a:pt x="301" y="24357"/>
                  </a:cubicBezTo>
                  <a:cubicBezTo>
                    <a:pt x="668" y="24753"/>
                    <a:pt x="1056" y="25142"/>
                    <a:pt x="1445" y="25530"/>
                  </a:cubicBezTo>
                  <a:cubicBezTo>
                    <a:pt x="2684" y="26740"/>
                    <a:pt x="3989" y="27876"/>
                    <a:pt x="5345" y="28947"/>
                  </a:cubicBezTo>
                  <a:lnTo>
                    <a:pt x="5353" y="28954"/>
                  </a:lnTo>
                  <a:cubicBezTo>
                    <a:pt x="6680" y="29995"/>
                    <a:pt x="8080" y="31007"/>
                    <a:pt x="9561" y="31975"/>
                  </a:cubicBezTo>
                  <a:lnTo>
                    <a:pt x="9708" y="32070"/>
                  </a:lnTo>
                  <a:cubicBezTo>
                    <a:pt x="10588" y="32649"/>
                    <a:pt x="11497" y="33214"/>
                    <a:pt x="12421" y="33764"/>
                  </a:cubicBezTo>
                  <a:cubicBezTo>
                    <a:pt x="12919" y="34065"/>
                    <a:pt x="13469" y="34262"/>
                    <a:pt x="14034" y="34365"/>
                  </a:cubicBezTo>
                  <a:cubicBezTo>
                    <a:pt x="14107" y="34372"/>
                    <a:pt x="14180" y="34387"/>
                    <a:pt x="14246" y="34394"/>
                  </a:cubicBezTo>
                  <a:cubicBezTo>
                    <a:pt x="14437" y="34414"/>
                    <a:pt x="14627" y="34424"/>
                    <a:pt x="14818" y="34424"/>
                  </a:cubicBezTo>
                  <a:cubicBezTo>
                    <a:pt x="14913" y="34424"/>
                    <a:pt x="15009" y="34421"/>
                    <a:pt x="15104" y="34416"/>
                  </a:cubicBezTo>
                  <a:cubicBezTo>
                    <a:pt x="15317" y="34402"/>
                    <a:pt x="15529" y="34365"/>
                    <a:pt x="15742" y="34321"/>
                  </a:cubicBezTo>
                  <a:cubicBezTo>
                    <a:pt x="16292" y="34204"/>
                    <a:pt x="16842" y="34087"/>
                    <a:pt x="17392" y="33962"/>
                  </a:cubicBezTo>
                  <a:cubicBezTo>
                    <a:pt x="22194" y="32891"/>
                    <a:pt x="27026" y="31579"/>
                    <a:pt x="31886" y="30061"/>
                  </a:cubicBezTo>
                  <a:cubicBezTo>
                    <a:pt x="35420" y="28962"/>
                    <a:pt x="38976" y="27752"/>
                    <a:pt x="42547" y="26439"/>
                  </a:cubicBezTo>
                  <a:cubicBezTo>
                    <a:pt x="42584" y="26425"/>
                    <a:pt x="42613" y="26403"/>
                    <a:pt x="42650" y="26388"/>
                  </a:cubicBezTo>
                  <a:lnTo>
                    <a:pt x="42679" y="26373"/>
                  </a:lnTo>
                  <a:cubicBezTo>
                    <a:pt x="42708" y="26359"/>
                    <a:pt x="42737" y="26337"/>
                    <a:pt x="42767" y="26315"/>
                  </a:cubicBezTo>
                  <a:lnTo>
                    <a:pt x="42781" y="26307"/>
                  </a:lnTo>
                  <a:cubicBezTo>
                    <a:pt x="42803" y="26285"/>
                    <a:pt x="42833" y="26263"/>
                    <a:pt x="42855" y="26249"/>
                  </a:cubicBezTo>
                  <a:lnTo>
                    <a:pt x="42877" y="26227"/>
                  </a:lnTo>
                  <a:cubicBezTo>
                    <a:pt x="42906" y="26198"/>
                    <a:pt x="42928" y="26176"/>
                    <a:pt x="42950" y="26146"/>
                  </a:cubicBezTo>
                  <a:cubicBezTo>
                    <a:pt x="42957" y="26139"/>
                    <a:pt x="42965" y="26132"/>
                    <a:pt x="42972" y="26117"/>
                  </a:cubicBezTo>
                  <a:cubicBezTo>
                    <a:pt x="42987" y="26102"/>
                    <a:pt x="43001" y="26080"/>
                    <a:pt x="43016" y="26066"/>
                  </a:cubicBezTo>
                  <a:lnTo>
                    <a:pt x="43038" y="26022"/>
                  </a:lnTo>
                  <a:cubicBezTo>
                    <a:pt x="43053" y="26000"/>
                    <a:pt x="43067" y="25978"/>
                    <a:pt x="43082" y="25948"/>
                  </a:cubicBezTo>
                  <a:cubicBezTo>
                    <a:pt x="43097" y="25934"/>
                    <a:pt x="43104" y="25912"/>
                    <a:pt x="43111" y="25897"/>
                  </a:cubicBezTo>
                  <a:cubicBezTo>
                    <a:pt x="43119" y="25875"/>
                    <a:pt x="43119" y="25868"/>
                    <a:pt x="43126" y="25860"/>
                  </a:cubicBezTo>
                  <a:cubicBezTo>
                    <a:pt x="43155" y="25787"/>
                    <a:pt x="43177" y="25721"/>
                    <a:pt x="43192" y="25648"/>
                  </a:cubicBezTo>
                  <a:lnTo>
                    <a:pt x="43192" y="25633"/>
                  </a:lnTo>
                  <a:cubicBezTo>
                    <a:pt x="43207" y="25552"/>
                    <a:pt x="43214" y="25472"/>
                    <a:pt x="43214" y="25391"/>
                  </a:cubicBezTo>
                  <a:cubicBezTo>
                    <a:pt x="43214" y="25142"/>
                    <a:pt x="43126" y="24892"/>
                    <a:pt x="42972" y="24694"/>
                  </a:cubicBezTo>
                  <a:cubicBezTo>
                    <a:pt x="42474" y="24071"/>
                    <a:pt x="41960" y="23463"/>
                    <a:pt x="41425" y="22869"/>
                  </a:cubicBezTo>
                  <a:cubicBezTo>
                    <a:pt x="41388" y="22825"/>
                    <a:pt x="41352" y="22781"/>
                    <a:pt x="41308" y="22737"/>
                  </a:cubicBezTo>
                  <a:cubicBezTo>
                    <a:pt x="40421" y="21762"/>
                    <a:pt x="39475" y="20845"/>
                    <a:pt x="38478" y="19980"/>
                  </a:cubicBezTo>
                  <a:lnTo>
                    <a:pt x="38287" y="19812"/>
                  </a:lnTo>
                  <a:cubicBezTo>
                    <a:pt x="37715" y="19137"/>
                    <a:pt x="36960" y="18521"/>
                    <a:pt x="36029" y="17979"/>
                  </a:cubicBezTo>
                  <a:cubicBezTo>
                    <a:pt x="35831" y="17803"/>
                    <a:pt x="35611" y="17634"/>
                    <a:pt x="35384" y="17487"/>
                  </a:cubicBezTo>
                  <a:cubicBezTo>
                    <a:pt x="35420" y="17429"/>
                    <a:pt x="35428" y="17355"/>
                    <a:pt x="35413" y="17282"/>
                  </a:cubicBezTo>
                  <a:cubicBezTo>
                    <a:pt x="35387" y="17176"/>
                    <a:pt x="35329" y="17138"/>
                    <a:pt x="35260" y="17138"/>
                  </a:cubicBezTo>
                  <a:cubicBezTo>
                    <a:pt x="35175" y="17138"/>
                    <a:pt x="35072" y="17196"/>
                    <a:pt x="34988" y="17260"/>
                  </a:cubicBezTo>
                  <a:lnTo>
                    <a:pt x="34973" y="17253"/>
                  </a:lnTo>
                  <a:cubicBezTo>
                    <a:pt x="35076" y="17106"/>
                    <a:pt x="35156" y="16893"/>
                    <a:pt x="34856" y="16739"/>
                  </a:cubicBezTo>
                  <a:cubicBezTo>
                    <a:pt x="34786" y="16706"/>
                    <a:pt x="34729" y="16691"/>
                    <a:pt x="34683" y="16691"/>
                  </a:cubicBezTo>
                  <a:cubicBezTo>
                    <a:pt x="34527" y="16691"/>
                    <a:pt x="34486" y="16853"/>
                    <a:pt x="34475" y="17011"/>
                  </a:cubicBezTo>
                  <a:lnTo>
                    <a:pt x="34306" y="16908"/>
                  </a:lnTo>
                  <a:cubicBezTo>
                    <a:pt x="34269" y="16857"/>
                    <a:pt x="34218" y="16827"/>
                    <a:pt x="34159" y="16813"/>
                  </a:cubicBezTo>
                  <a:cubicBezTo>
                    <a:pt x="33331" y="16307"/>
                    <a:pt x="32466" y="15823"/>
                    <a:pt x="31571" y="15376"/>
                  </a:cubicBezTo>
                  <a:cubicBezTo>
                    <a:pt x="30933" y="15053"/>
                    <a:pt x="30237" y="14841"/>
                    <a:pt x="29533" y="14753"/>
                  </a:cubicBezTo>
                  <a:lnTo>
                    <a:pt x="29416" y="14694"/>
                  </a:lnTo>
                  <a:cubicBezTo>
                    <a:pt x="28990" y="14496"/>
                    <a:pt x="28536" y="14364"/>
                    <a:pt x="28067" y="14305"/>
                  </a:cubicBezTo>
                  <a:cubicBezTo>
                    <a:pt x="28411" y="14093"/>
                    <a:pt x="28822" y="13777"/>
                    <a:pt x="28682" y="13557"/>
                  </a:cubicBezTo>
                  <a:cubicBezTo>
                    <a:pt x="28644" y="13499"/>
                    <a:pt x="28591" y="13475"/>
                    <a:pt x="28529" y="13475"/>
                  </a:cubicBezTo>
                  <a:cubicBezTo>
                    <a:pt x="28204" y="13475"/>
                    <a:pt x="27622" y="14134"/>
                    <a:pt x="27524" y="14232"/>
                  </a:cubicBezTo>
                  <a:cubicBezTo>
                    <a:pt x="27531" y="14050"/>
                    <a:pt x="27727" y="12993"/>
                    <a:pt x="27284" y="12993"/>
                  </a:cubicBezTo>
                  <a:cubicBezTo>
                    <a:pt x="27281" y="12993"/>
                    <a:pt x="27278" y="12993"/>
                    <a:pt x="27275" y="12993"/>
                  </a:cubicBezTo>
                  <a:cubicBezTo>
                    <a:pt x="26820" y="13015"/>
                    <a:pt x="27048" y="14129"/>
                    <a:pt x="27048" y="14129"/>
                  </a:cubicBezTo>
                  <a:cubicBezTo>
                    <a:pt x="27048" y="14129"/>
                    <a:pt x="26674" y="13488"/>
                    <a:pt x="26350" y="13488"/>
                  </a:cubicBezTo>
                  <a:cubicBezTo>
                    <a:pt x="26283" y="13488"/>
                    <a:pt x="26219" y="13515"/>
                    <a:pt x="26160" y="13579"/>
                  </a:cubicBezTo>
                  <a:cubicBezTo>
                    <a:pt x="25911" y="13843"/>
                    <a:pt x="26388" y="14159"/>
                    <a:pt x="26688" y="14320"/>
                  </a:cubicBezTo>
                  <a:cubicBezTo>
                    <a:pt x="26600" y="14335"/>
                    <a:pt x="26520" y="14349"/>
                    <a:pt x="26432" y="14364"/>
                  </a:cubicBezTo>
                  <a:cubicBezTo>
                    <a:pt x="26381" y="14358"/>
                    <a:pt x="26330" y="14356"/>
                    <a:pt x="26278" y="14356"/>
                  </a:cubicBezTo>
                  <a:cubicBezTo>
                    <a:pt x="26193" y="14356"/>
                    <a:pt x="26107" y="14362"/>
                    <a:pt x="26021" y="14371"/>
                  </a:cubicBezTo>
                  <a:cubicBezTo>
                    <a:pt x="25977" y="14283"/>
                    <a:pt x="25948" y="14188"/>
                    <a:pt x="25933" y="14093"/>
                  </a:cubicBezTo>
                  <a:cubicBezTo>
                    <a:pt x="25786" y="13382"/>
                    <a:pt x="26358" y="12707"/>
                    <a:pt x="27011" y="12392"/>
                  </a:cubicBezTo>
                  <a:cubicBezTo>
                    <a:pt x="27656" y="12084"/>
                    <a:pt x="28397" y="12003"/>
                    <a:pt x="29071" y="11732"/>
                  </a:cubicBezTo>
                  <a:cubicBezTo>
                    <a:pt x="29738" y="11468"/>
                    <a:pt x="30383" y="10911"/>
                    <a:pt x="30398" y="10185"/>
                  </a:cubicBezTo>
                  <a:cubicBezTo>
                    <a:pt x="30405" y="9312"/>
                    <a:pt x="29489" y="8609"/>
                    <a:pt x="29584" y="7743"/>
                  </a:cubicBezTo>
                  <a:cubicBezTo>
                    <a:pt x="29672" y="6827"/>
                    <a:pt x="30787" y="6409"/>
                    <a:pt x="31285" y="5632"/>
                  </a:cubicBezTo>
                  <a:cubicBezTo>
                    <a:pt x="31667" y="5038"/>
                    <a:pt x="31659" y="4239"/>
                    <a:pt x="31388" y="3586"/>
                  </a:cubicBezTo>
                  <a:cubicBezTo>
                    <a:pt x="31109" y="2926"/>
                    <a:pt x="30611" y="2391"/>
                    <a:pt x="30061" y="1937"/>
                  </a:cubicBezTo>
                  <a:cubicBezTo>
                    <a:pt x="28531" y="676"/>
                    <a:pt x="26542" y="0"/>
                    <a:pt x="24560" y="0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dist="47625" dir="2820000" algn="bl" rotWithShape="0">
                <a:schemeClr val="dk2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4" name="Google Shape;1244;p37"/>
            <p:cNvGrpSpPr/>
            <p:nvPr/>
          </p:nvGrpSpPr>
          <p:grpSpPr>
            <a:xfrm>
              <a:off x="9854056" y="2902848"/>
              <a:ext cx="2010917" cy="1585394"/>
              <a:chOff x="4760550" y="238050"/>
              <a:chExt cx="1091525" cy="860600"/>
            </a:xfrm>
          </p:grpSpPr>
          <p:sp>
            <p:nvSpPr>
              <p:cNvPr id="1245" name="Google Shape;1245;p37"/>
              <p:cNvSpPr/>
              <p:nvPr/>
            </p:nvSpPr>
            <p:spPr>
              <a:xfrm>
                <a:off x="4760550" y="605675"/>
                <a:ext cx="1091525" cy="492975"/>
              </a:xfrm>
              <a:custGeom>
                <a:avLst/>
                <a:gdLst/>
                <a:ahLst/>
                <a:cxnLst/>
                <a:rect l="l" t="t" r="r" b="b"/>
                <a:pathLst>
                  <a:path w="43661" h="19719" extrusionOk="0">
                    <a:moveTo>
                      <a:pt x="29032" y="0"/>
                    </a:moveTo>
                    <a:cubicBezTo>
                      <a:pt x="28663" y="0"/>
                      <a:pt x="28293" y="34"/>
                      <a:pt x="27927" y="101"/>
                    </a:cubicBezTo>
                    <a:cubicBezTo>
                      <a:pt x="18696" y="1824"/>
                      <a:pt x="9656" y="4405"/>
                      <a:pt x="909" y="7814"/>
                    </a:cubicBezTo>
                    <a:cubicBezTo>
                      <a:pt x="198" y="8093"/>
                      <a:pt x="0" y="9082"/>
                      <a:pt x="543" y="9654"/>
                    </a:cubicBezTo>
                    <a:cubicBezTo>
                      <a:pt x="3806" y="13129"/>
                      <a:pt x="7919" y="16238"/>
                      <a:pt x="12662" y="19061"/>
                    </a:cubicBezTo>
                    <a:cubicBezTo>
                      <a:pt x="13377" y="19495"/>
                      <a:pt x="14194" y="19719"/>
                      <a:pt x="15021" y="19719"/>
                    </a:cubicBezTo>
                    <a:cubicBezTo>
                      <a:pt x="15340" y="19719"/>
                      <a:pt x="15660" y="19685"/>
                      <a:pt x="15976" y="19618"/>
                    </a:cubicBezTo>
                    <a:cubicBezTo>
                      <a:pt x="24782" y="17741"/>
                      <a:pt x="33719" y="15058"/>
                      <a:pt x="42767" y="11729"/>
                    </a:cubicBezTo>
                    <a:cubicBezTo>
                      <a:pt x="43441" y="11480"/>
                      <a:pt x="43661" y="10571"/>
                      <a:pt x="43206" y="9991"/>
                    </a:cubicBezTo>
                    <a:cubicBezTo>
                      <a:pt x="40200" y="6186"/>
                      <a:pt x="36483" y="3012"/>
                      <a:pt x="31806" y="665"/>
                    </a:cubicBezTo>
                    <a:cubicBezTo>
                      <a:pt x="30942" y="226"/>
                      <a:pt x="29991" y="0"/>
                      <a:pt x="290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7"/>
              <p:cNvSpPr/>
              <p:nvPr/>
            </p:nvSpPr>
            <p:spPr>
              <a:xfrm>
                <a:off x="4763850" y="810900"/>
                <a:ext cx="1083300" cy="287750"/>
              </a:xfrm>
              <a:custGeom>
                <a:avLst/>
                <a:gdLst/>
                <a:ahLst/>
                <a:cxnLst/>
                <a:rect l="l" t="t" r="r" b="b"/>
                <a:pathLst>
                  <a:path w="43332" h="11510" extrusionOk="0">
                    <a:moveTo>
                      <a:pt x="294" y="1"/>
                    </a:moveTo>
                    <a:lnTo>
                      <a:pt x="294" y="1"/>
                    </a:lnTo>
                    <a:cubicBezTo>
                      <a:pt x="0" y="448"/>
                      <a:pt x="44" y="1042"/>
                      <a:pt x="404" y="1445"/>
                    </a:cubicBezTo>
                    <a:cubicBezTo>
                      <a:pt x="3666" y="4928"/>
                      <a:pt x="7787" y="8029"/>
                      <a:pt x="12523" y="10852"/>
                    </a:cubicBezTo>
                    <a:cubicBezTo>
                      <a:pt x="13243" y="11286"/>
                      <a:pt x="14062" y="11510"/>
                      <a:pt x="14889" y="11510"/>
                    </a:cubicBezTo>
                    <a:cubicBezTo>
                      <a:pt x="15208" y="11510"/>
                      <a:pt x="15528" y="11476"/>
                      <a:pt x="15844" y="11409"/>
                    </a:cubicBezTo>
                    <a:cubicBezTo>
                      <a:pt x="24650" y="9532"/>
                      <a:pt x="33587" y="6849"/>
                      <a:pt x="42642" y="3520"/>
                    </a:cubicBezTo>
                    <a:cubicBezTo>
                      <a:pt x="43060" y="3351"/>
                      <a:pt x="43331" y="2934"/>
                      <a:pt x="43316" y="2479"/>
                    </a:cubicBezTo>
                    <a:lnTo>
                      <a:pt x="43316" y="2479"/>
                    </a:lnTo>
                    <a:cubicBezTo>
                      <a:pt x="43199" y="2655"/>
                      <a:pt x="43030" y="2787"/>
                      <a:pt x="42832" y="2860"/>
                    </a:cubicBezTo>
                    <a:cubicBezTo>
                      <a:pt x="33785" y="6189"/>
                      <a:pt x="24840" y="8872"/>
                      <a:pt x="16035" y="10749"/>
                    </a:cubicBezTo>
                    <a:cubicBezTo>
                      <a:pt x="15719" y="10817"/>
                      <a:pt x="15399" y="10850"/>
                      <a:pt x="15081" y="10850"/>
                    </a:cubicBezTo>
                    <a:cubicBezTo>
                      <a:pt x="14256" y="10850"/>
                      <a:pt x="13441" y="10626"/>
                      <a:pt x="12721" y="10192"/>
                    </a:cubicBezTo>
                    <a:cubicBezTo>
                      <a:pt x="7977" y="7369"/>
                      <a:pt x="3864" y="4261"/>
                      <a:pt x="602" y="785"/>
                    </a:cubicBezTo>
                    <a:cubicBezTo>
                      <a:pt x="404" y="573"/>
                      <a:pt x="294" y="287"/>
                      <a:pt x="2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7"/>
              <p:cNvSpPr/>
              <p:nvPr/>
            </p:nvSpPr>
            <p:spPr>
              <a:xfrm>
                <a:off x="4802525" y="659700"/>
                <a:ext cx="826675" cy="220325"/>
              </a:xfrm>
              <a:custGeom>
                <a:avLst/>
                <a:gdLst/>
                <a:ahLst/>
                <a:cxnLst/>
                <a:rect l="l" t="t" r="r" b="b"/>
                <a:pathLst>
                  <a:path w="33067" h="8813" extrusionOk="0">
                    <a:moveTo>
                      <a:pt x="32803" y="0"/>
                    </a:moveTo>
                    <a:cubicBezTo>
                      <a:pt x="30442" y="352"/>
                      <a:pt x="28096" y="755"/>
                      <a:pt x="25749" y="1217"/>
                    </a:cubicBezTo>
                    <a:cubicBezTo>
                      <a:pt x="22318" y="1892"/>
                      <a:pt x="18902" y="2684"/>
                      <a:pt x="15514" y="3600"/>
                    </a:cubicBezTo>
                    <a:cubicBezTo>
                      <a:pt x="12127" y="4509"/>
                      <a:pt x="8762" y="5536"/>
                      <a:pt x="5433" y="6679"/>
                    </a:cubicBezTo>
                    <a:cubicBezTo>
                      <a:pt x="3615" y="7303"/>
                      <a:pt x="1804" y="7962"/>
                      <a:pt x="0" y="8659"/>
                    </a:cubicBezTo>
                    <a:lnTo>
                      <a:pt x="162" y="8813"/>
                    </a:lnTo>
                    <a:cubicBezTo>
                      <a:pt x="1511" y="8292"/>
                      <a:pt x="2867" y="7794"/>
                      <a:pt x="4223" y="7317"/>
                    </a:cubicBezTo>
                    <a:cubicBezTo>
                      <a:pt x="7530" y="6152"/>
                      <a:pt x="10866" y="5096"/>
                      <a:pt x="14231" y="4157"/>
                    </a:cubicBezTo>
                    <a:cubicBezTo>
                      <a:pt x="17597" y="3219"/>
                      <a:pt x="20991" y="2398"/>
                      <a:pt x="24408" y="1694"/>
                    </a:cubicBezTo>
                    <a:cubicBezTo>
                      <a:pt x="27282" y="1100"/>
                      <a:pt x="30171" y="587"/>
                      <a:pt x="33067" y="161"/>
                    </a:cubicBezTo>
                    <a:cubicBezTo>
                      <a:pt x="32979" y="110"/>
                      <a:pt x="32883" y="51"/>
                      <a:pt x="328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7"/>
              <p:cNvSpPr/>
              <p:nvPr/>
            </p:nvSpPr>
            <p:spPr>
              <a:xfrm>
                <a:off x="5005425" y="805400"/>
                <a:ext cx="796625" cy="235575"/>
              </a:xfrm>
              <a:custGeom>
                <a:avLst/>
                <a:gdLst/>
                <a:ahLst/>
                <a:cxnLst/>
                <a:rect l="l" t="t" r="r" b="b"/>
                <a:pathLst>
                  <a:path w="31865" h="9423" extrusionOk="0">
                    <a:moveTo>
                      <a:pt x="31710" y="1"/>
                    </a:moveTo>
                    <a:cubicBezTo>
                      <a:pt x="31080" y="155"/>
                      <a:pt x="30457" y="316"/>
                      <a:pt x="29834" y="477"/>
                    </a:cubicBezTo>
                    <a:cubicBezTo>
                      <a:pt x="27011" y="1196"/>
                      <a:pt x="24195" y="1944"/>
                      <a:pt x="21387" y="2721"/>
                    </a:cubicBezTo>
                    <a:cubicBezTo>
                      <a:pt x="18572" y="3506"/>
                      <a:pt x="15757" y="4319"/>
                      <a:pt x="12948" y="5162"/>
                    </a:cubicBezTo>
                    <a:cubicBezTo>
                      <a:pt x="10155" y="5998"/>
                      <a:pt x="7369" y="6871"/>
                      <a:pt x="4590" y="7765"/>
                    </a:cubicBezTo>
                    <a:cubicBezTo>
                      <a:pt x="3058" y="8264"/>
                      <a:pt x="1533" y="8770"/>
                      <a:pt x="1" y="9283"/>
                    </a:cubicBezTo>
                    <a:lnTo>
                      <a:pt x="221" y="9422"/>
                    </a:lnTo>
                    <a:cubicBezTo>
                      <a:pt x="1342" y="9048"/>
                      <a:pt x="2471" y="8674"/>
                      <a:pt x="3600" y="8308"/>
                    </a:cubicBezTo>
                    <a:cubicBezTo>
                      <a:pt x="6372" y="7399"/>
                      <a:pt x="9158" y="6526"/>
                      <a:pt x="11951" y="5683"/>
                    </a:cubicBezTo>
                    <a:cubicBezTo>
                      <a:pt x="14752" y="4833"/>
                      <a:pt x="17560" y="4011"/>
                      <a:pt x="20383" y="3220"/>
                    </a:cubicBezTo>
                    <a:cubicBezTo>
                      <a:pt x="23184" y="2435"/>
                      <a:pt x="25999" y="1673"/>
                      <a:pt x="28814" y="947"/>
                    </a:cubicBezTo>
                    <a:cubicBezTo>
                      <a:pt x="29834" y="683"/>
                      <a:pt x="30845" y="426"/>
                      <a:pt x="31864" y="177"/>
                    </a:cubicBezTo>
                    <a:lnTo>
                      <a:pt x="317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7"/>
              <p:cNvSpPr/>
              <p:nvPr/>
            </p:nvSpPr>
            <p:spPr>
              <a:xfrm>
                <a:off x="4895450" y="733200"/>
                <a:ext cx="832925" cy="228575"/>
              </a:xfrm>
              <a:custGeom>
                <a:avLst/>
                <a:gdLst/>
                <a:ahLst/>
                <a:cxnLst/>
                <a:rect l="l" t="t" r="r" b="b"/>
                <a:pathLst>
                  <a:path w="33317" h="9143" extrusionOk="0">
                    <a:moveTo>
                      <a:pt x="33118" y="0"/>
                    </a:moveTo>
                    <a:cubicBezTo>
                      <a:pt x="32429" y="147"/>
                      <a:pt x="31740" y="286"/>
                      <a:pt x="31051" y="440"/>
                    </a:cubicBezTo>
                    <a:cubicBezTo>
                      <a:pt x="27993" y="1093"/>
                      <a:pt x="24951" y="1804"/>
                      <a:pt x="21908" y="2566"/>
                    </a:cubicBezTo>
                    <a:cubicBezTo>
                      <a:pt x="18887" y="3321"/>
                      <a:pt x="15881" y="4128"/>
                      <a:pt x="12875" y="4986"/>
                    </a:cubicBezTo>
                    <a:cubicBezTo>
                      <a:pt x="9862" y="5844"/>
                      <a:pt x="6863" y="6760"/>
                      <a:pt x="3872" y="7721"/>
                    </a:cubicBezTo>
                    <a:cubicBezTo>
                      <a:pt x="2581" y="8131"/>
                      <a:pt x="1291" y="8556"/>
                      <a:pt x="1" y="8996"/>
                    </a:cubicBezTo>
                    <a:lnTo>
                      <a:pt x="191" y="9143"/>
                    </a:lnTo>
                    <a:cubicBezTo>
                      <a:pt x="1064" y="8850"/>
                      <a:pt x="1936" y="8564"/>
                      <a:pt x="2809" y="8278"/>
                    </a:cubicBezTo>
                    <a:cubicBezTo>
                      <a:pt x="5793" y="7303"/>
                      <a:pt x="8791" y="6379"/>
                      <a:pt x="11805" y="5514"/>
                    </a:cubicBezTo>
                    <a:cubicBezTo>
                      <a:pt x="14796" y="4641"/>
                      <a:pt x="17809" y="3820"/>
                      <a:pt x="20830" y="3050"/>
                    </a:cubicBezTo>
                    <a:cubicBezTo>
                      <a:pt x="23865" y="2280"/>
                      <a:pt x="26908" y="1555"/>
                      <a:pt x="29958" y="887"/>
                    </a:cubicBezTo>
                    <a:cubicBezTo>
                      <a:pt x="31080" y="638"/>
                      <a:pt x="32194" y="403"/>
                      <a:pt x="33316" y="169"/>
                    </a:cubicBezTo>
                    <a:lnTo>
                      <a:pt x="3311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7"/>
              <p:cNvSpPr/>
              <p:nvPr/>
            </p:nvSpPr>
            <p:spPr>
              <a:xfrm>
                <a:off x="4923300" y="745300"/>
                <a:ext cx="404925" cy="315650"/>
              </a:xfrm>
              <a:custGeom>
                <a:avLst/>
                <a:gdLst/>
                <a:ahLst/>
                <a:cxnLst/>
                <a:rect l="l" t="t" r="r" b="b"/>
                <a:pathLst>
                  <a:path w="16197" h="12626" extrusionOk="0">
                    <a:moveTo>
                      <a:pt x="521" y="0"/>
                    </a:moveTo>
                    <a:lnTo>
                      <a:pt x="1" y="183"/>
                    </a:lnTo>
                    <a:cubicBezTo>
                      <a:pt x="500" y="682"/>
                      <a:pt x="1005" y="1173"/>
                      <a:pt x="1519" y="1657"/>
                    </a:cubicBezTo>
                    <a:cubicBezTo>
                      <a:pt x="3029" y="3087"/>
                      <a:pt x="4583" y="4458"/>
                      <a:pt x="6174" y="5778"/>
                    </a:cubicBezTo>
                    <a:cubicBezTo>
                      <a:pt x="7773" y="7097"/>
                      <a:pt x="9400" y="8366"/>
                      <a:pt x="11065" y="9583"/>
                    </a:cubicBezTo>
                    <a:cubicBezTo>
                      <a:pt x="12531" y="10639"/>
                      <a:pt x="14012" y="11658"/>
                      <a:pt x="15530" y="12625"/>
                    </a:cubicBezTo>
                    <a:lnTo>
                      <a:pt x="16197" y="12457"/>
                    </a:lnTo>
                    <a:cubicBezTo>
                      <a:pt x="14752" y="11533"/>
                      <a:pt x="13330" y="10573"/>
                      <a:pt x="11930" y="9575"/>
                    </a:cubicBezTo>
                    <a:cubicBezTo>
                      <a:pt x="10265" y="8388"/>
                      <a:pt x="8638" y="7149"/>
                      <a:pt x="7047" y="5844"/>
                    </a:cubicBezTo>
                    <a:cubicBezTo>
                      <a:pt x="5448" y="4546"/>
                      <a:pt x="3901" y="3197"/>
                      <a:pt x="2398" y="1804"/>
                    </a:cubicBezTo>
                    <a:cubicBezTo>
                      <a:pt x="1768" y="1210"/>
                      <a:pt x="1137" y="609"/>
                      <a:pt x="5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7"/>
              <p:cNvSpPr/>
              <p:nvPr/>
            </p:nvSpPr>
            <p:spPr>
              <a:xfrm>
                <a:off x="5175900" y="668675"/>
                <a:ext cx="374675" cy="329225"/>
              </a:xfrm>
              <a:custGeom>
                <a:avLst/>
                <a:gdLst/>
                <a:ahLst/>
                <a:cxnLst/>
                <a:rect l="l" t="t" r="r" b="b"/>
                <a:pathLst>
                  <a:path w="14987" h="13169" extrusionOk="0">
                    <a:moveTo>
                      <a:pt x="572" y="0"/>
                    </a:moveTo>
                    <a:lnTo>
                      <a:pt x="0" y="154"/>
                    </a:lnTo>
                    <a:lnTo>
                      <a:pt x="139" y="279"/>
                    </a:lnTo>
                    <a:lnTo>
                      <a:pt x="4722" y="4407"/>
                    </a:lnTo>
                    <a:lnTo>
                      <a:pt x="9297" y="8527"/>
                    </a:lnTo>
                    <a:lnTo>
                      <a:pt x="13857" y="12640"/>
                    </a:lnTo>
                    <a:lnTo>
                      <a:pt x="14436" y="13168"/>
                    </a:lnTo>
                    <a:lnTo>
                      <a:pt x="14986" y="12992"/>
                    </a:lnTo>
                    <a:lnTo>
                      <a:pt x="14759" y="12787"/>
                    </a:lnTo>
                    <a:lnTo>
                      <a:pt x="10177" y="8659"/>
                    </a:lnTo>
                    <a:lnTo>
                      <a:pt x="5602" y="4539"/>
                    </a:lnTo>
                    <a:lnTo>
                      <a:pt x="1041" y="426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7"/>
              <p:cNvSpPr/>
              <p:nvPr/>
            </p:nvSpPr>
            <p:spPr>
              <a:xfrm>
                <a:off x="5391800" y="617900"/>
                <a:ext cx="360025" cy="313450"/>
              </a:xfrm>
              <a:custGeom>
                <a:avLst/>
                <a:gdLst/>
                <a:ahLst/>
                <a:cxnLst/>
                <a:rect l="l" t="t" r="r" b="b"/>
                <a:pathLst>
                  <a:path w="14401" h="12538" extrusionOk="0">
                    <a:moveTo>
                      <a:pt x="653" y="0"/>
                    </a:moveTo>
                    <a:lnTo>
                      <a:pt x="1" y="140"/>
                    </a:lnTo>
                    <a:cubicBezTo>
                      <a:pt x="214" y="301"/>
                      <a:pt x="434" y="455"/>
                      <a:pt x="646" y="616"/>
                    </a:cubicBezTo>
                    <a:cubicBezTo>
                      <a:pt x="2208" y="1797"/>
                      <a:pt x="3740" y="3021"/>
                      <a:pt x="5236" y="4290"/>
                    </a:cubicBezTo>
                    <a:cubicBezTo>
                      <a:pt x="6731" y="5558"/>
                      <a:pt x="8205" y="6885"/>
                      <a:pt x="9642" y="8256"/>
                    </a:cubicBezTo>
                    <a:cubicBezTo>
                      <a:pt x="11079" y="9620"/>
                      <a:pt x="12472" y="11027"/>
                      <a:pt x="13836" y="12479"/>
                    </a:cubicBezTo>
                    <a:lnTo>
                      <a:pt x="13895" y="12538"/>
                    </a:lnTo>
                    <a:lnTo>
                      <a:pt x="14401" y="12362"/>
                    </a:lnTo>
                    <a:cubicBezTo>
                      <a:pt x="13132" y="10998"/>
                      <a:pt x="11820" y="9664"/>
                      <a:pt x="10485" y="8373"/>
                    </a:cubicBezTo>
                    <a:cubicBezTo>
                      <a:pt x="9048" y="6988"/>
                      <a:pt x="7582" y="5653"/>
                      <a:pt x="6086" y="4363"/>
                    </a:cubicBezTo>
                    <a:cubicBezTo>
                      <a:pt x="4583" y="3072"/>
                      <a:pt x="3044" y="1826"/>
                      <a:pt x="1475" y="616"/>
                    </a:cubicBezTo>
                    <a:cubicBezTo>
                      <a:pt x="1196" y="411"/>
                      <a:pt x="925" y="206"/>
                      <a:pt x="6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7"/>
              <p:cNvSpPr/>
              <p:nvPr/>
            </p:nvSpPr>
            <p:spPr>
              <a:xfrm>
                <a:off x="5328200" y="632925"/>
                <a:ext cx="365350" cy="316950"/>
              </a:xfrm>
              <a:custGeom>
                <a:avLst/>
                <a:gdLst/>
                <a:ahLst/>
                <a:cxnLst/>
                <a:rect l="l" t="t" r="r" b="b"/>
                <a:pathLst>
                  <a:path w="14614" h="12678" extrusionOk="0">
                    <a:moveTo>
                      <a:pt x="360" y="1"/>
                    </a:moveTo>
                    <a:lnTo>
                      <a:pt x="1" y="81"/>
                    </a:lnTo>
                    <a:lnTo>
                      <a:pt x="514" y="536"/>
                    </a:lnTo>
                    <a:lnTo>
                      <a:pt x="5976" y="5316"/>
                    </a:lnTo>
                    <a:lnTo>
                      <a:pt x="11321" y="10001"/>
                    </a:lnTo>
                    <a:cubicBezTo>
                      <a:pt x="12318" y="10881"/>
                      <a:pt x="13315" y="11761"/>
                      <a:pt x="14290" y="12677"/>
                    </a:cubicBezTo>
                    <a:lnTo>
                      <a:pt x="14613" y="12567"/>
                    </a:lnTo>
                    <a:cubicBezTo>
                      <a:pt x="13792" y="11798"/>
                      <a:pt x="12956" y="11050"/>
                      <a:pt x="12113" y="10302"/>
                    </a:cubicBezTo>
                    <a:cubicBezTo>
                      <a:pt x="10361" y="8755"/>
                      <a:pt x="8594" y="7215"/>
                      <a:pt x="6834" y="5675"/>
                    </a:cubicBezTo>
                    <a:lnTo>
                      <a:pt x="36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7"/>
              <p:cNvSpPr/>
              <p:nvPr/>
            </p:nvSpPr>
            <p:spPr>
              <a:xfrm>
                <a:off x="4864100" y="767825"/>
                <a:ext cx="393025" cy="308700"/>
              </a:xfrm>
              <a:custGeom>
                <a:avLst/>
                <a:gdLst/>
                <a:ahLst/>
                <a:cxnLst/>
                <a:rect l="l" t="t" r="r" b="b"/>
                <a:pathLst>
                  <a:path w="15721" h="12348" extrusionOk="0">
                    <a:moveTo>
                      <a:pt x="316" y="1"/>
                    </a:moveTo>
                    <a:lnTo>
                      <a:pt x="1" y="111"/>
                    </a:lnTo>
                    <a:cubicBezTo>
                      <a:pt x="873" y="917"/>
                      <a:pt x="1760" y="1717"/>
                      <a:pt x="2648" y="2494"/>
                    </a:cubicBezTo>
                    <a:cubicBezTo>
                      <a:pt x="4290" y="3931"/>
                      <a:pt x="5962" y="5331"/>
                      <a:pt x="7662" y="6680"/>
                    </a:cubicBezTo>
                    <a:cubicBezTo>
                      <a:pt x="9363" y="8037"/>
                      <a:pt x="11101" y="9349"/>
                      <a:pt x="12883" y="10632"/>
                    </a:cubicBezTo>
                    <a:cubicBezTo>
                      <a:pt x="13689" y="11211"/>
                      <a:pt x="14503" y="11783"/>
                      <a:pt x="15324" y="12348"/>
                    </a:cubicBezTo>
                    <a:lnTo>
                      <a:pt x="15720" y="12252"/>
                    </a:lnTo>
                    <a:cubicBezTo>
                      <a:pt x="15038" y="11790"/>
                      <a:pt x="14364" y="11314"/>
                      <a:pt x="13689" y="10837"/>
                    </a:cubicBezTo>
                    <a:cubicBezTo>
                      <a:pt x="11930" y="9591"/>
                      <a:pt x="10199" y="8293"/>
                      <a:pt x="8491" y="6951"/>
                    </a:cubicBezTo>
                    <a:cubicBezTo>
                      <a:pt x="6790" y="5617"/>
                      <a:pt x="5111" y="4231"/>
                      <a:pt x="3454" y="2802"/>
                    </a:cubicBezTo>
                    <a:cubicBezTo>
                      <a:pt x="2391" y="1885"/>
                      <a:pt x="1350" y="954"/>
                      <a:pt x="3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7"/>
              <p:cNvSpPr/>
              <p:nvPr/>
            </p:nvSpPr>
            <p:spPr>
              <a:xfrm>
                <a:off x="5116500" y="686450"/>
                <a:ext cx="364600" cy="330500"/>
              </a:xfrm>
              <a:custGeom>
                <a:avLst/>
                <a:gdLst/>
                <a:ahLst/>
                <a:cxnLst/>
                <a:rect l="l" t="t" r="r" b="b"/>
                <a:pathLst>
                  <a:path w="14584" h="13220" extrusionOk="0">
                    <a:moveTo>
                      <a:pt x="353" y="1"/>
                    </a:moveTo>
                    <a:lnTo>
                      <a:pt x="1" y="96"/>
                    </a:lnTo>
                    <a:cubicBezTo>
                      <a:pt x="191" y="250"/>
                      <a:pt x="382" y="404"/>
                      <a:pt x="580" y="565"/>
                    </a:cubicBezTo>
                    <a:cubicBezTo>
                      <a:pt x="2105" y="1812"/>
                      <a:pt x="3608" y="3095"/>
                      <a:pt x="5096" y="4414"/>
                    </a:cubicBezTo>
                    <a:cubicBezTo>
                      <a:pt x="6577" y="5727"/>
                      <a:pt x="8036" y="7068"/>
                      <a:pt x="9459" y="8425"/>
                    </a:cubicBezTo>
                    <a:cubicBezTo>
                      <a:pt x="10888" y="9796"/>
                      <a:pt x="12303" y="11196"/>
                      <a:pt x="13689" y="12626"/>
                    </a:cubicBezTo>
                    <a:cubicBezTo>
                      <a:pt x="13880" y="12824"/>
                      <a:pt x="14070" y="13022"/>
                      <a:pt x="14261" y="13220"/>
                    </a:cubicBezTo>
                    <a:lnTo>
                      <a:pt x="14584" y="13124"/>
                    </a:lnTo>
                    <a:lnTo>
                      <a:pt x="14378" y="12912"/>
                    </a:lnTo>
                    <a:cubicBezTo>
                      <a:pt x="13000" y="11475"/>
                      <a:pt x="11592" y="10067"/>
                      <a:pt x="10162" y="8689"/>
                    </a:cubicBezTo>
                    <a:cubicBezTo>
                      <a:pt x="8733" y="7310"/>
                      <a:pt x="7281" y="5961"/>
                      <a:pt x="5800" y="4642"/>
                    </a:cubicBezTo>
                    <a:cubicBezTo>
                      <a:pt x="4326" y="3322"/>
                      <a:pt x="2823" y="2031"/>
                      <a:pt x="1291" y="770"/>
                    </a:cubicBezTo>
                    <a:cubicBezTo>
                      <a:pt x="983" y="506"/>
                      <a:pt x="668" y="250"/>
                      <a:pt x="35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7"/>
              <p:cNvSpPr/>
              <p:nvPr/>
            </p:nvSpPr>
            <p:spPr>
              <a:xfrm>
                <a:off x="4833325" y="622125"/>
                <a:ext cx="923450" cy="378325"/>
              </a:xfrm>
              <a:custGeom>
                <a:avLst/>
                <a:gdLst/>
                <a:ahLst/>
                <a:cxnLst/>
                <a:rect l="l" t="t" r="r" b="b"/>
                <a:pathLst>
                  <a:path w="36938" h="15133" extrusionOk="0">
                    <a:moveTo>
                      <a:pt x="19862" y="0"/>
                    </a:moveTo>
                    <a:cubicBezTo>
                      <a:pt x="8893" y="0"/>
                      <a:pt x="0" y="1774"/>
                      <a:pt x="0" y="6650"/>
                    </a:cubicBezTo>
                    <a:cubicBezTo>
                      <a:pt x="0" y="11526"/>
                      <a:pt x="6665" y="15133"/>
                      <a:pt x="17633" y="15133"/>
                    </a:cubicBezTo>
                    <a:cubicBezTo>
                      <a:pt x="28594" y="15133"/>
                      <a:pt x="36937" y="12882"/>
                      <a:pt x="36937" y="8014"/>
                    </a:cubicBezTo>
                    <a:cubicBezTo>
                      <a:pt x="36937" y="3138"/>
                      <a:pt x="30837" y="0"/>
                      <a:pt x="198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7"/>
              <p:cNvSpPr/>
              <p:nvPr/>
            </p:nvSpPr>
            <p:spPr>
              <a:xfrm>
                <a:off x="4918000" y="651075"/>
                <a:ext cx="757950" cy="291650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11666" extrusionOk="0">
                    <a:moveTo>
                      <a:pt x="16306" y="1"/>
                    </a:moveTo>
                    <a:cubicBezTo>
                      <a:pt x="7295" y="1"/>
                      <a:pt x="0" y="1372"/>
                      <a:pt x="0" y="5133"/>
                    </a:cubicBezTo>
                    <a:cubicBezTo>
                      <a:pt x="0" y="8887"/>
                      <a:pt x="5462" y="11665"/>
                      <a:pt x="14473" y="11665"/>
                    </a:cubicBezTo>
                    <a:cubicBezTo>
                      <a:pt x="23477" y="11665"/>
                      <a:pt x="30317" y="9935"/>
                      <a:pt x="30317" y="6181"/>
                    </a:cubicBezTo>
                    <a:cubicBezTo>
                      <a:pt x="30317" y="2420"/>
                      <a:pt x="25310" y="1"/>
                      <a:pt x="163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7"/>
              <p:cNvSpPr/>
              <p:nvPr/>
            </p:nvSpPr>
            <p:spPr>
              <a:xfrm>
                <a:off x="4918550" y="651075"/>
                <a:ext cx="757400" cy="196525"/>
              </a:xfrm>
              <a:custGeom>
                <a:avLst/>
                <a:gdLst/>
                <a:ahLst/>
                <a:cxnLst/>
                <a:rect l="l" t="t" r="r" b="b"/>
                <a:pathLst>
                  <a:path w="30296" h="7861" extrusionOk="0">
                    <a:moveTo>
                      <a:pt x="16277" y="1"/>
                    </a:moveTo>
                    <a:cubicBezTo>
                      <a:pt x="7589" y="1"/>
                      <a:pt x="484" y="1284"/>
                      <a:pt x="0" y="4752"/>
                    </a:cubicBezTo>
                    <a:cubicBezTo>
                      <a:pt x="1819" y="2193"/>
                      <a:pt x="8197" y="1218"/>
                      <a:pt x="15786" y="1218"/>
                    </a:cubicBezTo>
                    <a:cubicBezTo>
                      <a:pt x="24796" y="1218"/>
                      <a:pt x="29804" y="3637"/>
                      <a:pt x="29804" y="7391"/>
                    </a:cubicBezTo>
                    <a:cubicBezTo>
                      <a:pt x="29804" y="7552"/>
                      <a:pt x="29789" y="7706"/>
                      <a:pt x="29767" y="7860"/>
                    </a:cubicBezTo>
                    <a:cubicBezTo>
                      <a:pt x="30112" y="7369"/>
                      <a:pt x="30295" y="6782"/>
                      <a:pt x="30295" y="6174"/>
                    </a:cubicBezTo>
                    <a:cubicBezTo>
                      <a:pt x="30295" y="2420"/>
                      <a:pt x="25288" y="1"/>
                      <a:pt x="162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7"/>
              <p:cNvSpPr/>
              <p:nvPr/>
            </p:nvSpPr>
            <p:spPr>
              <a:xfrm>
                <a:off x="4938350" y="651075"/>
                <a:ext cx="681875" cy="291475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11659" extrusionOk="0">
                    <a:moveTo>
                      <a:pt x="15485" y="1"/>
                    </a:moveTo>
                    <a:cubicBezTo>
                      <a:pt x="8285" y="1"/>
                      <a:pt x="2170" y="880"/>
                      <a:pt x="15" y="3153"/>
                    </a:cubicBezTo>
                    <a:cubicBezTo>
                      <a:pt x="0" y="3300"/>
                      <a:pt x="0" y="3446"/>
                      <a:pt x="15" y="3586"/>
                    </a:cubicBezTo>
                    <a:cubicBezTo>
                      <a:pt x="22" y="3732"/>
                      <a:pt x="51" y="3872"/>
                      <a:pt x="81" y="4011"/>
                    </a:cubicBezTo>
                    <a:cubicBezTo>
                      <a:pt x="88" y="4026"/>
                      <a:pt x="95" y="4048"/>
                      <a:pt x="103" y="4070"/>
                    </a:cubicBezTo>
                    <a:cubicBezTo>
                      <a:pt x="110" y="4106"/>
                      <a:pt x="117" y="4143"/>
                      <a:pt x="132" y="4180"/>
                    </a:cubicBezTo>
                    <a:cubicBezTo>
                      <a:pt x="147" y="4209"/>
                      <a:pt x="161" y="4268"/>
                      <a:pt x="183" y="4312"/>
                    </a:cubicBezTo>
                    <a:cubicBezTo>
                      <a:pt x="191" y="4341"/>
                      <a:pt x="205" y="4370"/>
                      <a:pt x="220" y="4392"/>
                    </a:cubicBezTo>
                    <a:cubicBezTo>
                      <a:pt x="235" y="4436"/>
                      <a:pt x="257" y="4488"/>
                      <a:pt x="279" y="4524"/>
                    </a:cubicBezTo>
                    <a:cubicBezTo>
                      <a:pt x="286" y="4546"/>
                      <a:pt x="301" y="4568"/>
                      <a:pt x="308" y="4583"/>
                    </a:cubicBezTo>
                    <a:cubicBezTo>
                      <a:pt x="345" y="4649"/>
                      <a:pt x="381" y="4708"/>
                      <a:pt x="418" y="4759"/>
                    </a:cubicBezTo>
                    <a:cubicBezTo>
                      <a:pt x="1393" y="6247"/>
                      <a:pt x="2860" y="7670"/>
                      <a:pt x="4788" y="8997"/>
                    </a:cubicBezTo>
                    <a:cubicBezTo>
                      <a:pt x="5213" y="9290"/>
                      <a:pt x="5697" y="9503"/>
                      <a:pt x="6203" y="9627"/>
                    </a:cubicBezTo>
                    <a:cubicBezTo>
                      <a:pt x="6283" y="9649"/>
                      <a:pt x="6371" y="9664"/>
                      <a:pt x="6452" y="9679"/>
                    </a:cubicBezTo>
                    <a:cubicBezTo>
                      <a:pt x="6687" y="9722"/>
                      <a:pt x="6921" y="9737"/>
                      <a:pt x="7163" y="9737"/>
                    </a:cubicBezTo>
                    <a:lnTo>
                      <a:pt x="7222" y="9737"/>
                    </a:lnTo>
                    <a:cubicBezTo>
                      <a:pt x="7750" y="9730"/>
                      <a:pt x="8263" y="9620"/>
                      <a:pt x="8747" y="9407"/>
                    </a:cubicBezTo>
                    <a:lnTo>
                      <a:pt x="8850" y="9356"/>
                    </a:lnTo>
                    <a:lnTo>
                      <a:pt x="8864" y="9349"/>
                    </a:lnTo>
                    <a:cubicBezTo>
                      <a:pt x="8960" y="9305"/>
                      <a:pt x="9040" y="9268"/>
                      <a:pt x="9106" y="9224"/>
                    </a:cubicBezTo>
                    <a:cubicBezTo>
                      <a:pt x="9165" y="9195"/>
                      <a:pt x="9216" y="9158"/>
                      <a:pt x="9275" y="9121"/>
                    </a:cubicBezTo>
                    <a:lnTo>
                      <a:pt x="9311" y="9158"/>
                    </a:lnTo>
                    <a:lnTo>
                      <a:pt x="9436" y="9246"/>
                    </a:lnTo>
                    <a:cubicBezTo>
                      <a:pt x="9487" y="9283"/>
                      <a:pt x="9531" y="9319"/>
                      <a:pt x="9583" y="9356"/>
                    </a:cubicBezTo>
                    <a:lnTo>
                      <a:pt x="9737" y="9466"/>
                    </a:lnTo>
                    <a:lnTo>
                      <a:pt x="9847" y="9547"/>
                    </a:lnTo>
                    <a:lnTo>
                      <a:pt x="9927" y="9605"/>
                    </a:lnTo>
                    <a:lnTo>
                      <a:pt x="9993" y="9649"/>
                    </a:lnTo>
                    <a:lnTo>
                      <a:pt x="10118" y="9737"/>
                    </a:lnTo>
                    <a:lnTo>
                      <a:pt x="10213" y="9796"/>
                    </a:lnTo>
                    <a:lnTo>
                      <a:pt x="10287" y="9847"/>
                    </a:lnTo>
                    <a:lnTo>
                      <a:pt x="10404" y="9920"/>
                    </a:lnTo>
                    <a:cubicBezTo>
                      <a:pt x="10433" y="9942"/>
                      <a:pt x="10463" y="9957"/>
                      <a:pt x="10492" y="9979"/>
                    </a:cubicBezTo>
                    <a:lnTo>
                      <a:pt x="10529" y="10001"/>
                    </a:lnTo>
                    <a:lnTo>
                      <a:pt x="10683" y="10096"/>
                    </a:lnTo>
                    <a:lnTo>
                      <a:pt x="10771" y="10148"/>
                    </a:lnTo>
                    <a:lnTo>
                      <a:pt x="10851" y="10192"/>
                    </a:lnTo>
                    <a:cubicBezTo>
                      <a:pt x="10888" y="10214"/>
                      <a:pt x="10924" y="10236"/>
                      <a:pt x="10968" y="10258"/>
                    </a:cubicBezTo>
                    <a:lnTo>
                      <a:pt x="11056" y="10309"/>
                    </a:lnTo>
                    <a:lnTo>
                      <a:pt x="11144" y="10360"/>
                    </a:lnTo>
                    <a:lnTo>
                      <a:pt x="11254" y="10419"/>
                    </a:lnTo>
                    <a:lnTo>
                      <a:pt x="11342" y="10470"/>
                    </a:lnTo>
                    <a:lnTo>
                      <a:pt x="11430" y="10522"/>
                    </a:lnTo>
                    <a:cubicBezTo>
                      <a:pt x="11467" y="10536"/>
                      <a:pt x="11504" y="10558"/>
                      <a:pt x="11548" y="10580"/>
                    </a:cubicBezTo>
                    <a:lnTo>
                      <a:pt x="11636" y="10624"/>
                    </a:lnTo>
                    <a:lnTo>
                      <a:pt x="11716" y="10668"/>
                    </a:lnTo>
                    <a:lnTo>
                      <a:pt x="11841" y="10727"/>
                    </a:lnTo>
                    <a:lnTo>
                      <a:pt x="11936" y="10771"/>
                    </a:lnTo>
                    <a:lnTo>
                      <a:pt x="12017" y="10808"/>
                    </a:lnTo>
                    <a:lnTo>
                      <a:pt x="12142" y="10866"/>
                    </a:lnTo>
                    <a:lnTo>
                      <a:pt x="12244" y="10910"/>
                    </a:lnTo>
                    <a:lnTo>
                      <a:pt x="12318" y="10947"/>
                    </a:lnTo>
                    <a:lnTo>
                      <a:pt x="12442" y="10998"/>
                    </a:lnTo>
                    <a:lnTo>
                      <a:pt x="12545" y="11042"/>
                    </a:lnTo>
                    <a:lnTo>
                      <a:pt x="12633" y="11079"/>
                    </a:lnTo>
                    <a:lnTo>
                      <a:pt x="12757" y="11130"/>
                    </a:lnTo>
                    <a:lnTo>
                      <a:pt x="12867" y="11174"/>
                    </a:lnTo>
                    <a:lnTo>
                      <a:pt x="12941" y="11196"/>
                    </a:lnTo>
                    <a:lnTo>
                      <a:pt x="13073" y="11248"/>
                    </a:lnTo>
                    <a:lnTo>
                      <a:pt x="13183" y="11284"/>
                    </a:lnTo>
                    <a:lnTo>
                      <a:pt x="13263" y="11313"/>
                    </a:lnTo>
                    <a:cubicBezTo>
                      <a:pt x="13300" y="11328"/>
                      <a:pt x="13344" y="11343"/>
                      <a:pt x="13388" y="11357"/>
                    </a:cubicBezTo>
                    <a:lnTo>
                      <a:pt x="13498" y="11394"/>
                    </a:lnTo>
                    <a:lnTo>
                      <a:pt x="13593" y="11423"/>
                    </a:lnTo>
                    <a:lnTo>
                      <a:pt x="13689" y="11453"/>
                    </a:lnTo>
                    <a:lnTo>
                      <a:pt x="13733" y="11467"/>
                    </a:lnTo>
                    <a:cubicBezTo>
                      <a:pt x="14077" y="11577"/>
                      <a:pt x="14429" y="11636"/>
                      <a:pt x="14788" y="11658"/>
                    </a:cubicBezTo>
                    <a:cubicBezTo>
                      <a:pt x="15008" y="11651"/>
                      <a:pt x="15228" y="11651"/>
                      <a:pt x="15441" y="11643"/>
                    </a:cubicBezTo>
                    <a:cubicBezTo>
                      <a:pt x="15859" y="11599"/>
                      <a:pt x="16269" y="11497"/>
                      <a:pt x="16658" y="11335"/>
                    </a:cubicBezTo>
                    <a:lnTo>
                      <a:pt x="16673" y="11328"/>
                    </a:lnTo>
                    <a:cubicBezTo>
                      <a:pt x="16731" y="11299"/>
                      <a:pt x="16797" y="11270"/>
                      <a:pt x="16856" y="11240"/>
                    </a:cubicBezTo>
                    <a:lnTo>
                      <a:pt x="16893" y="11226"/>
                    </a:lnTo>
                    <a:lnTo>
                      <a:pt x="16929" y="11211"/>
                    </a:lnTo>
                    <a:lnTo>
                      <a:pt x="17010" y="11174"/>
                    </a:lnTo>
                    <a:cubicBezTo>
                      <a:pt x="17120" y="11116"/>
                      <a:pt x="17230" y="11057"/>
                      <a:pt x="17332" y="10991"/>
                    </a:cubicBezTo>
                    <a:cubicBezTo>
                      <a:pt x="17376" y="10962"/>
                      <a:pt x="17428" y="10932"/>
                      <a:pt x="17472" y="10896"/>
                    </a:cubicBezTo>
                    <a:lnTo>
                      <a:pt x="17508" y="10866"/>
                    </a:lnTo>
                    <a:cubicBezTo>
                      <a:pt x="17538" y="10844"/>
                      <a:pt x="17574" y="10822"/>
                      <a:pt x="17604" y="10793"/>
                    </a:cubicBezTo>
                    <a:cubicBezTo>
                      <a:pt x="17618" y="10786"/>
                      <a:pt x="17626" y="10771"/>
                      <a:pt x="17633" y="10764"/>
                    </a:cubicBezTo>
                    <a:cubicBezTo>
                      <a:pt x="17714" y="10698"/>
                      <a:pt x="17787" y="10617"/>
                      <a:pt x="17860" y="10536"/>
                    </a:cubicBezTo>
                    <a:lnTo>
                      <a:pt x="17882" y="10514"/>
                    </a:lnTo>
                    <a:cubicBezTo>
                      <a:pt x="17912" y="10478"/>
                      <a:pt x="17934" y="10441"/>
                      <a:pt x="17963" y="10397"/>
                    </a:cubicBezTo>
                    <a:lnTo>
                      <a:pt x="17978" y="10390"/>
                    </a:lnTo>
                    <a:cubicBezTo>
                      <a:pt x="18234" y="10001"/>
                      <a:pt x="18359" y="9539"/>
                      <a:pt x="18330" y="9077"/>
                    </a:cubicBezTo>
                    <a:cubicBezTo>
                      <a:pt x="19143" y="9063"/>
                      <a:pt x="19935" y="8799"/>
                      <a:pt x="20602" y="8322"/>
                    </a:cubicBezTo>
                    <a:lnTo>
                      <a:pt x="20632" y="8300"/>
                    </a:lnTo>
                    <a:cubicBezTo>
                      <a:pt x="20683" y="8263"/>
                      <a:pt x="20727" y="8227"/>
                      <a:pt x="20778" y="8190"/>
                    </a:cubicBezTo>
                    <a:lnTo>
                      <a:pt x="20852" y="8124"/>
                    </a:lnTo>
                    <a:lnTo>
                      <a:pt x="20896" y="8088"/>
                    </a:lnTo>
                    <a:lnTo>
                      <a:pt x="20954" y="8036"/>
                    </a:lnTo>
                    <a:lnTo>
                      <a:pt x="20969" y="8022"/>
                    </a:lnTo>
                    <a:lnTo>
                      <a:pt x="20998" y="8000"/>
                    </a:lnTo>
                    <a:lnTo>
                      <a:pt x="21013" y="7978"/>
                    </a:lnTo>
                    <a:cubicBezTo>
                      <a:pt x="21057" y="7934"/>
                      <a:pt x="21101" y="7890"/>
                      <a:pt x="21145" y="7846"/>
                    </a:cubicBezTo>
                    <a:lnTo>
                      <a:pt x="21160" y="7831"/>
                    </a:lnTo>
                    <a:lnTo>
                      <a:pt x="21167" y="7824"/>
                    </a:lnTo>
                    <a:cubicBezTo>
                      <a:pt x="21196" y="7794"/>
                      <a:pt x="21226" y="7758"/>
                      <a:pt x="21255" y="7721"/>
                    </a:cubicBezTo>
                    <a:cubicBezTo>
                      <a:pt x="21262" y="7728"/>
                      <a:pt x="21277" y="7736"/>
                      <a:pt x="21284" y="7743"/>
                    </a:cubicBezTo>
                    <a:lnTo>
                      <a:pt x="21394" y="7794"/>
                    </a:lnTo>
                    <a:lnTo>
                      <a:pt x="21468" y="7831"/>
                    </a:lnTo>
                    <a:lnTo>
                      <a:pt x="21585" y="7890"/>
                    </a:lnTo>
                    <a:lnTo>
                      <a:pt x="21695" y="7941"/>
                    </a:lnTo>
                    <a:lnTo>
                      <a:pt x="21775" y="7978"/>
                    </a:lnTo>
                    <a:lnTo>
                      <a:pt x="21893" y="8036"/>
                    </a:lnTo>
                    <a:lnTo>
                      <a:pt x="22010" y="8088"/>
                    </a:lnTo>
                    <a:lnTo>
                      <a:pt x="22091" y="8124"/>
                    </a:lnTo>
                    <a:lnTo>
                      <a:pt x="22179" y="8161"/>
                    </a:lnTo>
                    <a:lnTo>
                      <a:pt x="22223" y="8183"/>
                    </a:lnTo>
                    <a:cubicBezTo>
                      <a:pt x="22758" y="8410"/>
                      <a:pt x="23337" y="8527"/>
                      <a:pt x="23916" y="8527"/>
                    </a:cubicBezTo>
                    <a:cubicBezTo>
                      <a:pt x="24334" y="8527"/>
                      <a:pt x="24745" y="8469"/>
                      <a:pt x="25148" y="8344"/>
                    </a:cubicBezTo>
                    <a:lnTo>
                      <a:pt x="25163" y="8337"/>
                    </a:lnTo>
                    <a:cubicBezTo>
                      <a:pt x="25229" y="8315"/>
                      <a:pt x="25287" y="8293"/>
                      <a:pt x="25353" y="8271"/>
                    </a:cubicBezTo>
                    <a:lnTo>
                      <a:pt x="25427" y="8249"/>
                    </a:lnTo>
                    <a:cubicBezTo>
                      <a:pt x="25456" y="8234"/>
                      <a:pt x="25485" y="8227"/>
                      <a:pt x="25507" y="8219"/>
                    </a:cubicBezTo>
                    <a:cubicBezTo>
                      <a:pt x="25632" y="8175"/>
                      <a:pt x="25742" y="8124"/>
                      <a:pt x="25852" y="8073"/>
                    </a:cubicBezTo>
                    <a:cubicBezTo>
                      <a:pt x="25903" y="8051"/>
                      <a:pt x="25955" y="8022"/>
                      <a:pt x="25999" y="8000"/>
                    </a:cubicBezTo>
                    <a:lnTo>
                      <a:pt x="26043" y="7970"/>
                    </a:lnTo>
                    <a:cubicBezTo>
                      <a:pt x="26072" y="7956"/>
                      <a:pt x="26109" y="7934"/>
                      <a:pt x="26153" y="7904"/>
                    </a:cubicBezTo>
                    <a:lnTo>
                      <a:pt x="26175" y="7882"/>
                    </a:lnTo>
                    <a:cubicBezTo>
                      <a:pt x="26263" y="7824"/>
                      <a:pt x="26351" y="7750"/>
                      <a:pt x="26424" y="7677"/>
                    </a:cubicBezTo>
                    <a:lnTo>
                      <a:pt x="26446" y="7655"/>
                    </a:lnTo>
                    <a:cubicBezTo>
                      <a:pt x="26475" y="7626"/>
                      <a:pt x="26512" y="7589"/>
                      <a:pt x="26541" y="7552"/>
                    </a:cubicBezTo>
                    <a:lnTo>
                      <a:pt x="26548" y="7538"/>
                    </a:lnTo>
                    <a:cubicBezTo>
                      <a:pt x="27274" y="6687"/>
                      <a:pt x="27172" y="5419"/>
                      <a:pt x="26336" y="4678"/>
                    </a:cubicBezTo>
                    <a:cubicBezTo>
                      <a:pt x="24877" y="3424"/>
                      <a:pt x="23242" y="2383"/>
                      <a:pt x="21497" y="1584"/>
                    </a:cubicBezTo>
                    <a:cubicBezTo>
                      <a:pt x="21255" y="1474"/>
                      <a:pt x="21006" y="1386"/>
                      <a:pt x="20749" y="1335"/>
                    </a:cubicBezTo>
                    <a:cubicBezTo>
                      <a:pt x="21050" y="1115"/>
                      <a:pt x="21262" y="800"/>
                      <a:pt x="21350" y="433"/>
                    </a:cubicBezTo>
                    <a:lnTo>
                      <a:pt x="21350" y="418"/>
                    </a:lnTo>
                    <a:cubicBezTo>
                      <a:pt x="19642" y="147"/>
                      <a:pt x="17684" y="1"/>
                      <a:pt x="154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7"/>
              <p:cNvSpPr/>
              <p:nvPr/>
            </p:nvSpPr>
            <p:spPr>
              <a:xfrm>
                <a:off x="5356250" y="594600"/>
                <a:ext cx="198850" cy="170825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6833" extrusionOk="0">
                    <a:moveTo>
                      <a:pt x="3879" y="1"/>
                    </a:moveTo>
                    <a:cubicBezTo>
                      <a:pt x="3852" y="1"/>
                      <a:pt x="3825" y="1"/>
                      <a:pt x="3798" y="1"/>
                    </a:cubicBezTo>
                    <a:cubicBezTo>
                      <a:pt x="1665" y="45"/>
                      <a:pt x="1" y="1226"/>
                      <a:pt x="37" y="3359"/>
                    </a:cubicBezTo>
                    <a:cubicBezTo>
                      <a:pt x="74" y="5493"/>
                      <a:pt x="1797" y="6629"/>
                      <a:pt x="3923" y="6813"/>
                    </a:cubicBezTo>
                    <a:cubicBezTo>
                      <a:pt x="4090" y="6826"/>
                      <a:pt x="4252" y="6833"/>
                      <a:pt x="4410" y="6833"/>
                    </a:cubicBezTo>
                    <a:cubicBezTo>
                      <a:pt x="6627" y="6833"/>
                      <a:pt x="7953" y="5512"/>
                      <a:pt x="7919" y="3521"/>
                    </a:cubicBezTo>
                    <a:cubicBezTo>
                      <a:pt x="7875" y="1414"/>
                      <a:pt x="5981" y="1"/>
                      <a:pt x="38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7"/>
              <p:cNvSpPr/>
              <p:nvPr/>
            </p:nvSpPr>
            <p:spPr>
              <a:xfrm>
                <a:off x="5374950" y="605250"/>
                <a:ext cx="180300" cy="160000"/>
              </a:xfrm>
              <a:custGeom>
                <a:avLst/>
                <a:gdLst/>
                <a:ahLst/>
                <a:cxnLst/>
                <a:rect l="l" t="t" r="r" b="b"/>
                <a:pathLst>
                  <a:path w="7212" h="6400" extrusionOk="0">
                    <a:moveTo>
                      <a:pt x="5074" y="1"/>
                    </a:moveTo>
                    <a:lnTo>
                      <a:pt x="5074" y="1"/>
                    </a:lnTo>
                    <a:cubicBezTo>
                      <a:pt x="5587" y="594"/>
                      <a:pt x="5873" y="1342"/>
                      <a:pt x="5888" y="2119"/>
                    </a:cubicBezTo>
                    <a:cubicBezTo>
                      <a:pt x="5922" y="4111"/>
                      <a:pt x="4596" y="5432"/>
                      <a:pt x="2379" y="5432"/>
                    </a:cubicBezTo>
                    <a:cubicBezTo>
                      <a:pt x="2221" y="5432"/>
                      <a:pt x="2059" y="5425"/>
                      <a:pt x="1892" y="5411"/>
                    </a:cubicBezTo>
                    <a:cubicBezTo>
                      <a:pt x="1239" y="5360"/>
                      <a:pt x="594" y="5199"/>
                      <a:pt x="0" y="4928"/>
                    </a:cubicBezTo>
                    <a:lnTo>
                      <a:pt x="0" y="4928"/>
                    </a:lnTo>
                    <a:cubicBezTo>
                      <a:pt x="697" y="5785"/>
                      <a:pt x="1863" y="6269"/>
                      <a:pt x="3182" y="6379"/>
                    </a:cubicBezTo>
                    <a:cubicBezTo>
                      <a:pt x="3349" y="6393"/>
                      <a:pt x="3511" y="6400"/>
                      <a:pt x="3669" y="6400"/>
                    </a:cubicBezTo>
                    <a:cubicBezTo>
                      <a:pt x="5880" y="6400"/>
                      <a:pt x="7212" y="5079"/>
                      <a:pt x="7171" y="3087"/>
                    </a:cubicBezTo>
                    <a:cubicBezTo>
                      <a:pt x="7149" y="1680"/>
                      <a:pt x="6276" y="572"/>
                      <a:pt x="50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7"/>
              <p:cNvSpPr/>
              <p:nvPr/>
            </p:nvSpPr>
            <p:spPr>
              <a:xfrm>
                <a:off x="5408775" y="562900"/>
                <a:ext cx="80750" cy="77050"/>
              </a:xfrm>
              <a:custGeom>
                <a:avLst/>
                <a:gdLst/>
                <a:ahLst/>
                <a:cxnLst/>
                <a:rect l="l" t="t" r="r" b="b"/>
                <a:pathLst>
                  <a:path w="3230" h="3082" extrusionOk="0">
                    <a:moveTo>
                      <a:pt x="1601" y="1"/>
                    </a:moveTo>
                    <a:cubicBezTo>
                      <a:pt x="1597" y="1"/>
                      <a:pt x="1592" y="1"/>
                      <a:pt x="1587" y="1"/>
                    </a:cubicBezTo>
                    <a:cubicBezTo>
                      <a:pt x="1133" y="16"/>
                      <a:pt x="1353" y="1130"/>
                      <a:pt x="1353" y="1130"/>
                    </a:cubicBezTo>
                    <a:cubicBezTo>
                      <a:pt x="1353" y="1130"/>
                      <a:pt x="978" y="491"/>
                      <a:pt x="653" y="491"/>
                    </a:cubicBezTo>
                    <a:cubicBezTo>
                      <a:pt x="587" y="491"/>
                      <a:pt x="524" y="517"/>
                      <a:pt x="466" y="580"/>
                    </a:cubicBezTo>
                    <a:cubicBezTo>
                      <a:pt x="114" y="954"/>
                      <a:pt x="1214" y="1438"/>
                      <a:pt x="1214" y="1438"/>
                    </a:cubicBezTo>
                    <a:cubicBezTo>
                      <a:pt x="1214" y="1438"/>
                      <a:pt x="856" y="1358"/>
                      <a:pt x="535" y="1358"/>
                    </a:cubicBezTo>
                    <a:cubicBezTo>
                      <a:pt x="290" y="1358"/>
                      <a:pt x="66" y="1405"/>
                      <a:pt x="40" y="1570"/>
                    </a:cubicBezTo>
                    <a:cubicBezTo>
                      <a:pt x="0" y="1837"/>
                      <a:pt x="488" y="1879"/>
                      <a:pt x="796" y="1879"/>
                    </a:cubicBezTo>
                    <a:cubicBezTo>
                      <a:pt x="935" y="1879"/>
                      <a:pt x="1038" y="1871"/>
                      <a:pt x="1038" y="1871"/>
                    </a:cubicBezTo>
                    <a:lnTo>
                      <a:pt x="1038" y="1871"/>
                    </a:lnTo>
                    <a:cubicBezTo>
                      <a:pt x="1037" y="1871"/>
                      <a:pt x="55" y="2259"/>
                      <a:pt x="414" y="2596"/>
                    </a:cubicBezTo>
                    <a:cubicBezTo>
                      <a:pt x="468" y="2647"/>
                      <a:pt x="528" y="2669"/>
                      <a:pt x="591" y="2669"/>
                    </a:cubicBezTo>
                    <a:cubicBezTo>
                      <a:pt x="947" y="2669"/>
                      <a:pt x="1397" y="1981"/>
                      <a:pt x="1397" y="1981"/>
                    </a:cubicBezTo>
                    <a:lnTo>
                      <a:pt x="1397" y="1981"/>
                    </a:lnTo>
                    <a:cubicBezTo>
                      <a:pt x="1397" y="1981"/>
                      <a:pt x="1155" y="3081"/>
                      <a:pt x="1616" y="3081"/>
                    </a:cubicBezTo>
                    <a:cubicBezTo>
                      <a:pt x="1623" y="3081"/>
                      <a:pt x="1631" y="3081"/>
                      <a:pt x="1639" y="3080"/>
                    </a:cubicBezTo>
                    <a:cubicBezTo>
                      <a:pt x="2137" y="3044"/>
                      <a:pt x="1764" y="2003"/>
                      <a:pt x="1763" y="2003"/>
                    </a:cubicBezTo>
                    <a:lnTo>
                      <a:pt x="1763" y="2003"/>
                    </a:lnTo>
                    <a:cubicBezTo>
                      <a:pt x="1764" y="2003"/>
                      <a:pt x="2120" y="2631"/>
                      <a:pt x="2451" y="2631"/>
                    </a:cubicBezTo>
                    <a:cubicBezTo>
                      <a:pt x="2512" y="2631"/>
                      <a:pt x="2572" y="2610"/>
                      <a:pt x="2629" y="2560"/>
                    </a:cubicBezTo>
                    <a:cubicBezTo>
                      <a:pt x="2988" y="2230"/>
                      <a:pt x="1961" y="1805"/>
                      <a:pt x="1961" y="1805"/>
                    </a:cubicBezTo>
                    <a:lnTo>
                      <a:pt x="1961" y="1805"/>
                    </a:lnTo>
                    <a:cubicBezTo>
                      <a:pt x="1961" y="1805"/>
                      <a:pt x="2292" y="1850"/>
                      <a:pt x="2611" y="1850"/>
                    </a:cubicBezTo>
                    <a:cubicBezTo>
                      <a:pt x="2909" y="1850"/>
                      <a:pt x="3197" y="1810"/>
                      <a:pt x="3193" y="1658"/>
                    </a:cubicBezTo>
                    <a:cubicBezTo>
                      <a:pt x="3190" y="1514"/>
                      <a:pt x="2923" y="1476"/>
                      <a:pt x="2639" y="1476"/>
                    </a:cubicBezTo>
                    <a:cubicBezTo>
                      <a:pt x="2315" y="1476"/>
                      <a:pt x="1969" y="1526"/>
                      <a:pt x="1969" y="1526"/>
                    </a:cubicBezTo>
                    <a:cubicBezTo>
                      <a:pt x="1969" y="1526"/>
                      <a:pt x="3230" y="925"/>
                      <a:pt x="2988" y="558"/>
                    </a:cubicBezTo>
                    <a:cubicBezTo>
                      <a:pt x="2950" y="500"/>
                      <a:pt x="2897" y="476"/>
                      <a:pt x="2835" y="476"/>
                    </a:cubicBezTo>
                    <a:cubicBezTo>
                      <a:pt x="2511" y="476"/>
                      <a:pt x="1929" y="1140"/>
                      <a:pt x="1837" y="1233"/>
                    </a:cubicBezTo>
                    <a:cubicBezTo>
                      <a:pt x="1844" y="1051"/>
                      <a:pt x="2038" y="1"/>
                      <a:pt x="16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7"/>
              <p:cNvSpPr/>
              <p:nvPr/>
            </p:nvSpPr>
            <p:spPr>
              <a:xfrm>
                <a:off x="5368350" y="626050"/>
                <a:ext cx="3490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2792" extrusionOk="0">
                    <a:moveTo>
                      <a:pt x="1007" y="0"/>
                    </a:moveTo>
                    <a:cubicBezTo>
                      <a:pt x="943" y="0"/>
                      <a:pt x="878" y="27"/>
                      <a:pt x="822" y="92"/>
                    </a:cubicBezTo>
                    <a:cubicBezTo>
                      <a:pt x="213" y="774"/>
                      <a:pt x="0" y="1720"/>
                      <a:pt x="242" y="2600"/>
                    </a:cubicBezTo>
                    <a:cubicBezTo>
                      <a:pt x="280" y="2734"/>
                      <a:pt x="383" y="2792"/>
                      <a:pt x="489" y="2792"/>
                    </a:cubicBezTo>
                    <a:cubicBezTo>
                      <a:pt x="655" y="2792"/>
                      <a:pt x="828" y="2652"/>
                      <a:pt x="770" y="2446"/>
                    </a:cubicBezTo>
                    <a:cubicBezTo>
                      <a:pt x="580" y="1757"/>
                      <a:pt x="748" y="1016"/>
                      <a:pt x="1218" y="474"/>
                    </a:cubicBezTo>
                    <a:cubicBezTo>
                      <a:pt x="1396" y="273"/>
                      <a:pt x="1210" y="0"/>
                      <a:pt x="1007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7"/>
              <p:cNvSpPr/>
              <p:nvPr/>
            </p:nvSpPr>
            <p:spPr>
              <a:xfrm>
                <a:off x="5459825" y="712850"/>
                <a:ext cx="20550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02" extrusionOk="0">
                    <a:moveTo>
                      <a:pt x="420" y="0"/>
                    </a:moveTo>
                    <a:cubicBezTo>
                      <a:pt x="414" y="0"/>
                      <a:pt x="409" y="0"/>
                      <a:pt x="403" y="0"/>
                    </a:cubicBezTo>
                    <a:cubicBezTo>
                      <a:pt x="176" y="0"/>
                      <a:pt x="0" y="154"/>
                      <a:pt x="0" y="338"/>
                    </a:cubicBezTo>
                    <a:cubicBezTo>
                      <a:pt x="7" y="521"/>
                      <a:pt x="191" y="602"/>
                      <a:pt x="411" y="602"/>
                    </a:cubicBezTo>
                    <a:cubicBezTo>
                      <a:pt x="638" y="602"/>
                      <a:pt x="821" y="506"/>
                      <a:pt x="821" y="323"/>
                    </a:cubicBezTo>
                    <a:cubicBezTo>
                      <a:pt x="821" y="144"/>
                      <a:pt x="640" y="0"/>
                      <a:pt x="420" y="0"/>
                    </a:cubicBezTo>
                    <a:close/>
                  </a:path>
                </a:pathLst>
              </a:custGeom>
              <a:solidFill>
                <a:srgbClr val="A32E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7"/>
              <p:cNvSpPr/>
              <p:nvPr/>
            </p:nvSpPr>
            <p:spPr>
              <a:xfrm>
                <a:off x="5467875" y="702925"/>
                <a:ext cx="9925" cy="737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295" extrusionOk="0">
                    <a:moveTo>
                      <a:pt x="222" y="1"/>
                    </a:moveTo>
                    <a:cubicBezTo>
                      <a:pt x="214" y="1"/>
                      <a:pt x="206" y="1"/>
                      <a:pt x="199" y="1"/>
                    </a:cubicBezTo>
                    <a:cubicBezTo>
                      <a:pt x="89" y="1"/>
                      <a:pt x="1" y="45"/>
                      <a:pt x="1" y="133"/>
                    </a:cubicBezTo>
                    <a:cubicBezTo>
                      <a:pt x="22" y="242"/>
                      <a:pt x="109" y="295"/>
                      <a:pt x="197" y="295"/>
                    </a:cubicBezTo>
                    <a:cubicBezTo>
                      <a:pt x="287" y="295"/>
                      <a:pt x="378" y="238"/>
                      <a:pt x="397" y="126"/>
                    </a:cubicBezTo>
                    <a:cubicBezTo>
                      <a:pt x="397" y="44"/>
                      <a:pt x="321" y="1"/>
                      <a:pt x="222" y="1"/>
                    </a:cubicBezTo>
                    <a:close/>
                  </a:path>
                </a:pathLst>
              </a:custGeom>
              <a:solidFill>
                <a:srgbClr val="A32E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7"/>
              <p:cNvSpPr/>
              <p:nvPr/>
            </p:nvSpPr>
            <p:spPr>
              <a:xfrm>
                <a:off x="5480150" y="705675"/>
                <a:ext cx="145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437" extrusionOk="0">
                    <a:moveTo>
                      <a:pt x="312" y="0"/>
                    </a:moveTo>
                    <a:cubicBezTo>
                      <a:pt x="250" y="0"/>
                      <a:pt x="189" y="22"/>
                      <a:pt x="140" y="67"/>
                    </a:cubicBezTo>
                    <a:cubicBezTo>
                      <a:pt x="30" y="126"/>
                      <a:pt x="1" y="280"/>
                      <a:pt x="89" y="375"/>
                    </a:cubicBezTo>
                    <a:cubicBezTo>
                      <a:pt x="123" y="418"/>
                      <a:pt x="160" y="437"/>
                      <a:pt x="201" y="437"/>
                    </a:cubicBezTo>
                    <a:cubicBezTo>
                      <a:pt x="258" y="437"/>
                      <a:pt x="321" y="401"/>
                      <a:pt x="389" y="346"/>
                    </a:cubicBezTo>
                    <a:cubicBezTo>
                      <a:pt x="507" y="251"/>
                      <a:pt x="580" y="185"/>
                      <a:pt x="499" y="82"/>
                    </a:cubicBezTo>
                    <a:cubicBezTo>
                      <a:pt x="449" y="28"/>
                      <a:pt x="380" y="0"/>
                      <a:pt x="312" y="0"/>
                    </a:cubicBezTo>
                    <a:close/>
                  </a:path>
                </a:pathLst>
              </a:custGeom>
              <a:solidFill>
                <a:srgbClr val="A32E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7"/>
              <p:cNvSpPr/>
              <p:nvPr/>
            </p:nvSpPr>
            <p:spPr>
              <a:xfrm>
                <a:off x="5509300" y="654700"/>
                <a:ext cx="19267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6013" extrusionOk="0">
                    <a:moveTo>
                      <a:pt x="3166" y="0"/>
                    </a:moveTo>
                    <a:cubicBezTo>
                      <a:pt x="2160" y="0"/>
                      <a:pt x="1328" y="499"/>
                      <a:pt x="814" y="1549"/>
                    </a:cubicBezTo>
                    <a:cubicBezTo>
                      <a:pt x="1" y="3213"/>
                      <a:pt x="814" y="4599"/>
                      <a:pt x="2662" y="5494"/>
                    </a:cubicBezTo>
                    <a:cubicBezTo>
                      <a:pt x="3362" y="5834"/>
                      <a:pt x="4026" y="6013"/>
                      <a:pt x="4624" y="6013"/>
                    </a:cubicBezTo>
                    <a:cubicBezTo>
                      <a:pt x="5599" y="6013"/>
                      <a:pt x="6400" y="5538"/>
                      <a:pt x="6900" y="4511"/>
                    </a:cubicBezTo>
                    <a:cubicBezTo>
                      <a:pt x="7706" y="2840"/>
                      <a:pt x="6929" y="1395"/>
                      <a:pt x="5082" y="501"/>
                    </a:cubicBezTo>
                    <a:cubicBezTo>
                      <a:pt x="4403" y="171"/>
                      <a:pt x="3755" y="0"/>
                      <a:pt x="31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7"/>
              <p:cNvSpPr/>
              <p:nvPr/>
            </p:nvSpPr>
            <p:spPr>
              <a:xfrm>
                <a:off x="5521400" y="698550"/>
                <a:ext cx="172875" cy="106475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4259" extrusionOk="0">
                    <a:moveTo>
                      <a:pt x="6218" y="0"/>
                    </a:moveTo>
                    <a:cubicBezTo>
                      <a:pt x="6218" y="440"/>
                      <a:pt x="6108" y="880"/>
                      <a:pt x="5903" y="1284"/>
                    </a:cubicBezTo>
                    <a:cubicBezTo>
                      <a:pt x="5403" y="2310"/>
                      <a:pt x="4605" y="2785"/>
                      <a:pt x="3630" y="2785"/>
                    </a:cubicBezTo>
                    <a:cubicBezTo>
                      <a:pt x="3032" y="2785"/>
                      <a:pt x="2368" y="2606"/>
                      <a:pt x="1665" y="2266"/>
                    </a:cubicBezTo>
                    <a:cubicBezTo>
                      <a:pt x="946" y="1914"/>
                      <a:pt x="389" y="1496"/>
                      <a:pt x="15" y="1012"/>
                    </a:cubicBezTo>
                    <a:lnTo>
                      <a:pt x="15" y="1012"/>
                    </a:lnTo>
                    <a:cubicBezTo>
                      <a:pt x="0" y="2134"/>
                      <a:pt x="800" y="3072"/>
                      <a:pt x="2171" y="3740"/>
                    </a:cubicBezTo>
                    <a:cubicBezTo>
                      <a:pt x="2873" y="4080"/>
                      <a:pt x="3538" y="4259"/>
                      <a:pt x="4136" y="4259"/>
                    </a:cubicBezTo>
                    <a:cubicBezTo>
                      <a:pt x="5111" y="4259"/>
                      <a:pt x="5909" y="3784"/>
                      <a:pt x="6408" y="2757"/>
                    </a:cubicBezTo>
                    <a:cubicBezTo>
                      <a:pt x="6914" y="1723"/>
                      <a:pt x="6804" y="778"/>
                      <a:pt x="62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7"/>
              <p:cNvSpPr/>
              <p:nvPr/>
            </p:nvSpPr>
            <p:spPr>
              <a:xfrm>
                <a:off x="5605075" y="655400"/>
                <a:ext cx="51250" cy="48900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1956" extrusionOk="0">
                    <a:moveTo>
                      <a:pt x="1142" y="0"/>
                    </a:moveTo>
                    <a:cubicBezTo>
                      <a:pt x="843" y="0"/>
                      <a:pt x="943" y="612"/>
                      <a:pt x="943" y="612"/>
                    </a:cubicBezTo>
                    <a:cubicBezTo>
                      <a:pt x="943" y="612"/>
                      <a:pt x="816" y="119"/>
                      <a:pt x="598" y="119"/>
                    </a:cubicBezTo>
                    <a:cubicBezTo>
                      <a:pt x="582" y="119"/>
                      <a:pt x="564" y="122"/>
                      <a:pt x="547" y="128"/>
                    </a:cubicBezTo>
                    <a:cubicBezTo>
                      <a:pt x="290" y="216"/>
                      <a:pt x="730" y="597"/>
                      <a:pt x="730" y="597"/>
                    </a:cubicBezTo>
                    <a:cubicBezTo>
                      <a:pt x="730" y="597"/>
                      <a:pt x="539" y="448"/>
                      <a:pt x="363" y="448"/>
                    </a:cubicBezTo>
                    <a:cubicBezTo>
                      <a:pt x="283" y="448"/>
                      <a:pt x="206" y="479"/>
                      <a:pt x="151" y="568"/>
                    </a:cubicBezTo>
                    <a:cubicBezTo>
                      <a:pt x="11" y="795"/>
                      <a:pt x="437" y="891"/>
                      <a:pt x="627" y="920"/>
                    </a:cubicBezTo>
                    <a:cubicBezTo>
                      <a:pt x="568" y="913"/>
                      <a:pt x="483" y="905"/>
                      <a:pt x="396" y="905"/>
                    </a:cubicBezTo>
                    <a:cubicBezTo>
                      <a:pt x="204" y="905"/>
                      <a:pt x="1" y="942"/>
                      <a:pt x="26" y="1103"/>
                    </a:cubicBezTo>
                    <a:cubicBezTo>
                      <a:pt x="45" y="1210"/>
                      <a:pt x="137" y="1244"/>
                      <a:pt x="247" y="1244"/>
                    </a:cubicBezTo>
                    <a:cubicBezTo>
                      <a:pt x="439" y="1244"/>
                      <a:pt x="686" y="1140"/>
                      <a:pt x="686" y="1140"/>
                    </a:cubicBezTo>
                    <a:lnTo>
                      <a:pt x="686" y="1140"/>
                    </a:lnTo>
                    <a:cubicBezTo>
                      <a:pt x="686" y="1140"/>
                      <a:pt x="48" y="1463"/>
                      <a:pt x="598" y="1770"/>
                    </a:cubicBezTo>
                    <a:cubicBezTo>
                      <a:pt x="648" y="1799"/>
                      <a:pt x="691" y="1811"/>
                      <a:pt x="729" y="1811"/>
                    </a:cubicBezTo>
                    <a:cubicBezTo>
                      <a:pt x="968" y="1811"/>
                      <a:pt x="979" y="1314"/>
                      <a:pt x="979" y="1249"/>
                    </a:cubicBezTo>
                    <a:lnTo>
                      <a:pt x="979" y="1249"/>
                    </a:lnTo>
                    <a:cubicBezTo>
                      <a:pt x="980" y="1322"/>
                      <a:pt x="992" y="1956"/>
                      <a:pt x="1308" y="1956"/>
                    </a:cubicBezTo>
                    <a:cubicBezTo>
                      <a:pt x="1318" y="1956"/>
                      <a:pt x="1328" y="1955"/>
                      <a:pt x="1338" y="1954"/>
                    </a:cubicBezTo>
                    <a:cubicBezTo>
                      <a:pt x="1698" y="1902"/>
                      <a:pt x="1104" y="1089"/>
                      <a:pt x="1104" y="1089"/>
                    </a:cubicBezTo>
                    <a:lnTo>
                      <a:pt x="1104" y="1089"/>
                    </a:lnTo>
                    <a:cubicBezTo>
                      <a:pt x="1104" y="1089"/>
                      <a:pt x="1419" y="1439"/>
                      <a:pt x="1659" y="1439"/>
                    </a:cubicBezTo>
                    <a:cubicBezTo>
                      <a:pt x="1728" y="1439"/>
                      <a:pt x="1790" y="1411"/>
                      <a:pt x="1837" y="1338"/>
                    </a:cubicBezTo>
                    <a:cubicBezTo>
                      <a:pt x="2050" y="1001"/>
                      <a:pt x="1368" y="993"/>
                      <a:pt x="1368" y="993"/>
                    </a:cubicBezTo>
                    <a:cubicBezTo>
                      <a:pt x="1368" y="993"/>
                      <a:pt x="1962" y="979"/>
                      <a:pt x="1866" y="590"/>
                    </a:cubicBezTo>
                    <a:cubicBezTo>
                      <a:pt x="1842" y="484"/>
                      <a:pt x="1786" y="445"/>
                      <a:pt x="1718" y="445"/>
                    </a:cubicBezTo>
                    <a:cubicBezTo>
                      <a:pt x="1603" y="445"/>
                      <a:pt x="1453" y="556"/>
                      <a:pt x="1360" y="634"/>
                    </a:cubicBezTo>
                    <a:cubicBezTo>
                      <a:pt x="1485" y="502"/>
                      <a:pt x="1676" y="231"/>
                      <a:pt x="1309" y="47"/>
                    </a:cubicBezTo>
                    <a:cubicBezTo>
                      <a:pt x="1243" y="14"/>
                      <a:pt x="1188" y="0"/>
                      <a:pt x="11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7"/>
              <p:cNvSpPr/>
              <p:nvPr/>
            </p:nvSpPr>
            <p:spPr>
              <a:xfrm>
                <a:off x="5622025" y="743825"/>
                <a:ext cx="17800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521" extrusionOk="0">
                    <a:moveTo>
                      <a:pt x="353" y="0"/>
                    </a:moveTo>
                    <a:cubicBezTo>
                      <a:pt x="162" y="0"/>
                      <a:pt x="1" y="125"/>
                      <a:pt x="1" y="286"/>
                    </a:cubicBezTo>
                    <a:cubicBezTo>
                      <a:pt x="1" y="448"/>
                      <a:pt x="162" y="521"/>
                      <a:pt x="353" y="521"/>
                    </a:cubicBezTo>
                    <a:cubicBezTo>
                      <a:pt x="551" y="521"/>
                      <a:pt x="712" y="448"/>
                      <a:pt x="712" y="286"/>
                    </a:cubicBezTo>
                    <a:cubicBezTo>
                      <a:pt x="712" y="125"/>
                      <a:pt x="551" y="0"/>
                      <a:pt x="3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7"/>
              <p:cNvSpPr/>
              <p:nvPr/>
            </p:nvSpPr>
            <p:spPr>
              <a:xfrm>
                <a:off x="5629175" y="735200"/>
                <a:ext cx="8650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256" extrusionOk="0">
                    <a:moveTo>
                      <a:pt x="177" y="1"/>
                    </a:moveTo>
                    <a:cubicBezTo>
                      <a:pt x="81" y="1"/>
                      <a:pt x="1" y="37"/>
                      <a:pt x="1" y="118"/>
                    </a:cubicBezTo>
                    <a:cubicBezTo>
                      <a:pt x="19" y="210"/>
                      <a:pt x="96" y="256"/>
                      <a:pt x="173" y="256"/>
                    </a:cubicBezTo>
                    <a:cubicBezTo>
                      <a:pt x="250" y="256"/>
                      <a:pt x="327" y="210"/>
                      <a:pt x="345" y="118"/>
                    </a:cubicBezTo>
                    <a:cubicBezTo>
                      <a:pt x="345" y="37"/>
                      <a:pt x="272" y="1"/>
                      <a:pt x="1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7"/>
              <p:cNvSpPr/>
              <p:nvPr/>
            </p:nvSpPr>
            <p:spPr>
              <a:xfrm>
                <a:off x="5639800" y="737825"/>
                <a:ext cx="12500" cy="9475"/>
              </a:xfrm>
              <a:custGeom>
                <a:avLst/>
                <a:gdLst/>
                <a:ahLst/>
                <a:cxnLst/>
                <a:rect l="l" t="t" r="r" b="b"/>
                <a:pathLst>
                  <a:path w="500" h="379" extrusionOk="0">
                    <a:moveTo>
                      <a:pt x="271" y="1"/>
                    </a:moveTo>
                    <a:cubicBezTo>
                      <a:pt x="219" y="1"/>
                      <a:pt x="167" y="19"/>
                      <a:pt x="125" y="57"/>
                    </a:cubicBezTo>
                    <a:cubicBezTo>
                      <a:pt x="23" y="108"/>
                      <a:pt x="1" y="240"/>
                      <a:pt x="74" y="321"/>
                    </a:cubicBezTo>
                    <a:cubicBezTo>
                      <a:pt x="102" y="362"/>
                      <a:pt x="134" y="378"/>
                      <a:pt x="170" y="378"/>
                    </a:cubicBezTo>
                    <a:cubicBezTo>
                      <a:pt x="218" y="378"/>
                      <a:pt x="272" y="348"/>
                      <a:pt x="331" y="306"/>
                    </a:cubicBezTo>
                    <a:cubicBezTo>
                      <a:pt x="433" y="226"/>
                      <a:pt x="499" y="167"/>
                      <a:pt x="433" y="72"/>
                    </a:cubicBezTo>
                    <a:cubicBezTo>
                      <a:pt x="390" y="25"/>
                      <a:pt x="331" y="1"/>
                      <a:pt x="2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7"/>
              <p:cNvSpPr/>
              <p:nvPr/>
            </p:nvSpPr>
            <p:spPr>
              <a:xfrm>
                <a:off x="5535625" y="659125"/>
                <a:ext cx="58625" cy="50675"/>
              </a:xfrm>
              <a:custGeom>
                <a:avLst/>
                <a:gdLst/>
                <a:ahLst/>
                <a:cxnLst/>
                <a:rect l="l" t="t" r="r" b="b"/>
                <a:pathLst>
                  <a:path w="2345" h="2027" extrusionOk="0">
                    <a:moveTo>
                      <a:pt x="2085" y="1"/>
                    </a:moveTo>
                    <a:cubicBezTo>
                      <a:pt x="2080" y="1"/>
                      <a:pt x="2076" y="1"/>
                      <a:pt x="2071" y="1"/>
                    </a:cubicBezTo>
                    <a:cubicBezTo>
                      <a:pt x="1066" y="74"/>
                      <a:pt x="231" y="815"/>
                      <a:pt x="25" y="1805"/>
                    </a:cubicBezTo>
                    <a:cubicBezTo>
                      <a:pt x="0" y="1944"/>
                      <a:pt x="113" y="2027"/>
                      <a:pt x="223" y="2027"/>
                    </a:cubicBezTo>
                    <a:cubicBezTo>
                      <a:pt x="304" y="2027"/>
                      <a:pt x="385" y="1981"/>
                      <a:pt x="407" y="1878"/>
                    </a:cubicBezTo>
                    <a:cubicBezTo>
                      <a:pt x="575" y="1057"/>
                      <a:pt x="1264" y="448"/>
                      <a:pt x="2100" y="390"/>
                    </a:cubicBezTo>
                    <a:cubicBezTo>
                      <a:pt x="2345" y="368"/>
                      <a:pt x="2321" y="1"/>
                      <a:pt x="2085" y="1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7"/>
              <p:cNvSpPr/>
              <p:nvPr/>
            </p:nvSpPr>
            <p:spPr>
              <a:xfrm>
                <a:off x="5124750" y="238050"/>
                <a:ext cx="433525" cy="482925"/>
              </a:xfrm>
              <a:custGeom>
                <a:avLst/>
                <a:gdLst/>
                <a:ahLst/>
                <a:cxnLst/>
                <a:rect l="l" t="t" r="r" b="b"/>
                <a:pathLst>
                  <a:path w="17341" h="19317" extrusionOk="0">
                    <a:moveTo>
                      <a:pt x="13395" y="8172"/>
                    </a:moveTo>
                    <a:cubicBezTo>
                      <a:pt x="13470" y="8172"/>
                      <a:pt x="13551" y="8187"/>
                      <a:pt x="13638" y="8222"/>
                    </a:cubicBezTo>
                    <a:cubicBezTo>
                      <a:pt x="14576" y="8589"/>
                      <a:pt x="14517" y="9974"/>
                      <a:pt x="13887" y="10575"/>
                    </a:cubicBezTo>
                    <a:cubicBezTo>
                      <a:pt x="13550" y="10898"/>
                      <a:pt x="13080" y="11045"/>
                      <a:pt x="12633" y="11177"/>
                    </a:cubicBezTo>
                    <a:lnTo>
                      <a:pt x="11724" y="11455"/>
                    </a:lnTo>
                    <a:cubicBezTo>
                      <a:pt x="11571" y="11502"/>
                      <a:pt x="11406" y="11548"/>
                      <a:pt x="11248" y="11548"/>
                    </a:cubicBezTo>
                    <a:cubicBezTo>
                      <a:pt x="11157" y="11548"/>
                      <a:pt x="11067" y="11532"/>
                      <a:pt x="10984" y="11492"/>
                    </a:cubicBezTo>
                    <a:cubicBezTo>
                      <a:pt x="10639" y="11323"/>
                      <a:pt x="10588" y="10825"/>
                      <a:pt x="10778" y="10502"/>
                    </a:cubicBezTo>
                    <a:cubicBezTo>
                      <a:pt x="10969" y="10172"/>
                      <a:pt x="11321" y="9982"/>
                      <a:pt x="11658" y="9806"/>
                    </a:cubicBezTo>
                    <a:cubicBezTo>
                      <a:pt x="12157" y="9542"/>
                      <a:pt x="12465" y="9292"/>
                      <a:pt x="12707" y="8772"/>
                    </a:cubicBezTo>
                    <a:cubicBezTo>
                      <a:pt x="12855" y="8462"/>
                      <a:pt x="13072" y="8172"/>
                      <a:pt x="13395" y="8172"/>
                    </a:cubicBezTo>
                    <a:close/>
                    <a:moveTo>
                      <a:pt x="5073" y="10879"/>
                    </a:moveTo>
                    <a:cubicBezTo>
                      <a:pt x="5307" y="10879"/>
                      <a:pt x="5540" y="10920"/>
                      <a:pt x="5727" y="11052"/>
                    </a:cubicBezTo>
                    <a:cubicBezTo>
                      <a:pt x="6123" y="11331"/>
                      <a:pt x="6181" y="11924"/>
                      <a:pt x="5983" y="12364"/>
                    </a:cubicBezTo>
                    <a:cubicBezTo>
                      <a:pt x="5785" y="12812"/>
                      <a:pt x="5389" y="13134"/>
                      <a:pt x="5001" y="13420"/>
                    </a:cubicBezTo>
                    <a:cubicBezTo>
                      <a:pt x="4612" y="13713"/>
                      <a:pt x="4202" y="13999"/>
                      <a:pt x="3945" y="14410"/>
                    </a:cubicBezTo>
                    <a:cubicBezTo>
                      <a:pt x="3798" y="14637"/>
                      <a:pt x="3703" y="14901"/>
                      <a:pt x="3578" y="15143"/>
                    </a:cubicBezTo>
                    <a:cubicBezTo>
                      <a:pt x="3383" y="15500"/>
                      <a:pt x="3099" y="15738"/>
                      <a:pt x="2742" y="15738"/>
                    </a:cubicBezTo>
                    <a:cubicBezTo>
                      <a:pt x="2629" y="15738"/>
                      <a:pt x="2510" y="15715"/>
                      <a:pt x="2383" y="15664"/>
                    </a:cubicBezTo>
                    <a:cubicBezTo>
                      <a:pt x="2083" y="15546"/>
                      <a:pt x="1811" y="15348"/>
                      <a:pt x="1709" y="15033"/>
                    </a:cubicBezTo>
                    <a:cubicBezTo>
                      <a:pt x="1430" y="14168"/>
                      <a:pt x="1841" y="12995"/>
                      <a:pt x="2347" y="12313"/>
                    </a:cubicBezTo>
                    <a:cubicBezTo>
                      <a:pt x="2948" y="11507"/>
                      <a:pt x="3850" y="10993"/>
                      <a:pt x="4840" y="10891"/>
                    </a:cubicBezTo>
                    <a:cubicBezTo>
                      <a:pt x="4917" y="10883"/>
                      <a:pt x="4995" y="10879"/>
                      <a:pt x="5073" y="10879"/>
                    </a:cubicBezTo>
                    <a:close/>
                    <a:moveTo>
                      <a:pt x="10230" y="1"/>
                    </a:moveTo>
                    <a:cubicBezTo>
                      <a:pt x="9350" y="1"/>
                      <a:pt x="8471" y="133"/>
                      <a:pt x="7633" y="406"/>
                    </a:cubicBezTo>
                    <a:cubicBezTo>
                      <a:pt x="6878" y="656"/>
                      <a:pt x="6057" y="1125"/>
                      <a:pt x="5925" y="1909"/>
                    </a:cubicBezTo>
                    <a:cubicBezTo>
                      <a:pt x="5800" y="2635"/>
                      <a:pt x="6313" y="3317"/>
                      <a:pt x="6870" y="3794"/>
                    </a:cubicBezTo>
                    <a:cubicBezTo>
                      <a:pt x="7428" y="4270"/>
                      <a:pt x="8087" y="4688"/>
                      <a:pt x="8417" y="5355"/>
                    </a:cubicBezTo>
                    <a:cubicBezTo>
                      <a:pt x="8967" y="6455"/>
                      <a:pt x="8359" y="7848"/>
                      <a:pt x="7398" y="8618"/>
                    </a:cubicBezTo>
                    <a:cubicBezTo>
                      <a:pt x="6431" y="9388"/>
                      <a:pt x="5199" y="9703"/>
                      <a:pt x="4011" y="10070"/>
                    </a:cubicBezTo>
                    <a:cubicBezTo>
                      <a:pt x="2831" y="10436"/>
                      <a:pt x="1614" y="10920"/>
                      <a:pt x="873" y="11910"/>
                    </a:cubicBezTo>
                    <a:cubicBezTo>
                      <a:pt x="162" y="12856"/>
                      <a:pt x="1" y="14124"/>
                      <a:pt x="191" y="15290"/>
                    </a:cubicBezTo>
                    <a:cubicBezTo>
                      <a:pt x="352" y="16302"/>
                      <a:pt x="668" y="17284"/>
                      <a:pt x="1115" y="18208"/>
                    </a:cubicBezTo>
                    <a:cubicBezTo>
                      <a:pt x="1574" y="19125"/>
                      <a:pt x="2842" y="19316"/>
                      <a:pt x="4051" y="19316"/>
                    </a:cubicBezTo>
                    <a:cubicBezTo>
                      <a:pt x="4756" y="19316"/>
                      <a:pt x="5441" y="19251"/>
                      <a:pt x="5932" y="19227"/>
                    </a:cubicBezTo>
                    <a:cubicBezTo>
                      <a:pt x="8095" y="19132"/>
                      <a:pt x="10228" y="18677"/>
                      <a:pt x="12245" y="17893"/>
                    </a:cubicBezTo>
                    <a:cubicBezTo>
                      <a:pt x="12758" y="17687"/>
                      <a:pt x="13322" y="17394"/>
                      <a:pt x="13440" y="16859"/>
                    </a:cubicBezTo>
                    <a:cubicBezTo>
                      <a:pt x="13564" y="16294"/>
                      <a:pt x="13117" y="15766"/>
                      <a:pt x="12677" y="15400"/>
                    </a:cubicBezTo>
                    <a:cubicBezTo>
                      <a:pt x="12230" y="15026"/>
                      <a:pt x="11709" y="14652"/>
                      <a:pt x="11599" y="14087"/>
                    </a:cubicBezTo>
                    <a:cubicBezTo>
                      <a:pt x="11453" y="13384"/>
                      <a:pt x="12025" y="12709"/>
                      <a:pt x="12677" y="12394"/>
                    </a:cubicBezTo>
                    <a:cubicBezTo>
                      <a:pt x="13322" y="12078"/>
                      <a:pt x="14063" y="11998"/>
                      <a:pt x="14730" y="11734"/>
                    </a:cubicBezTo>
                    <a:cubicBezTo>
                      <a:pt x="15405" y="11463"/>
                      <a:pt x="16050" y="10905"/>
                      <a:pt x="16057" y="10180"/>
                    </a:cubicBezTo>
                    <a:cubicBezTo>
                      <a:pt x="16072" y="9314"/>
                      <a:pt x="15155" y="8603"/>
                      <a:pt x="15251" y="7738"/>
                    </a:cubicBezTo>
                    <a:cubicBezTo>
                      <a:pt x="15339" y="6822"/>
                      <a:pt x="16446" y="6411"/>
                      <a:pt x="16952" y="5634"/>
                    </a:cubicBezTo>
                    <a:cubicBezTo>
                      <a:pt x="17340" y="5040"/>
                      <a:pt x="17326" y="4241"/>
                      <a:pt x="17047" y="3588"/>
                    </a:cubicBezTo>
                    <a:cubicBezTo>
                      <a:pt x="16776" y="2928"/>
                      <a:pt x="16277" y="2393"/>
                      <a:pt x="15727" y="1939"/>
                    </a:cubicBezTo>
                    <a:cubicBezTo>
                      <a:pt x="14194" y="674"/>
                      <a:pt x="12210" y="1"/>
                      <a:pt x="10230" y="1"/>
                    </a:cubicBezTo>
                    <a:close/>
                  </a:path>
                </a:pathLst>
              </a:custGeom>
              <a:solidFill>
                <a:srgbClr val="F5CA78">
                  <a:alpha val="285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7"/>
              <p:cNvSpPr/>
              <p:nvPr/>
            </p:nvSpPr>
            <p:spPr>
              <a:xfrm>
                <a:off x="5159950" y="602775"/>
                <a:ext cx="276250" cy="160525"/>
              </a:xfrm>
              <a:custGeom>
                <a:avLst/>
                <a:gdLst/>
                <a:ahLst/>
                <a:cxnLst/>
                <a:rect l="l" t="t" r="r" b="b"/>
                <a:pathLst>
                  <a:path w="11050" h="6421" extrusionOk="0">
                    <a:moveTo>
                      <a:pt x="3043" y="1"/>
                    </a:moveTo>
                    <a:cubicBezTo>
                      <a:pt x="2802" y="1"/>
                      <a:pt x="2561" y="44"/>
                      <a:pt x="2332" y="129"/>
                    </a:cubicBezTo>
                    <a:cubicBezTo>
                      <a:pt x="1445" y="459"/>
                      <a:pt x="821" y="1075"/>
                      <a:pt x="425" y="1947"/>
                    </a:cubicBezTo>
                    <a:cubicBezTo>
                      <a:pt x="0" y="2878"/>
                      <a:pt x="345" y="3978"/>
                      <a:pt x="1225" y="4506"/>
                    </a:cubicBezTo>
                    <a:cubicBezTo>
                      <a:pt x="2713" y="5408"/>
                      <a:pt x="4590" y="6024"/>
                      <a:pt x="6826" y="6376"/>
                    </a:cubicBezTo>
                    <a:cubicBezTo>
                      <a:pt x="7020" y="6405"/>
                      <a:pt x="7215" y="6420"/>
                      <a:pt x="7409" y="6420"/>
                    </a:cubicBezTo>
                    <a:cubicBezTo>
                      <a:pt x="8451" y="6420"/>
                      <a:pt x="9461" y="5993"/>
                      <a:pt x="10147" y="5195"/>
                    </a:cubicBezTo>
                    <a:cubicBezTo>
                      <a:pt x="10221" y="5100"/>
                      <a:pt x="10294" y="5005"/>
                      <a:pt x="10367" y="4909"/>
                    </a:cubicBezTo>
                    <a:cubicBezTo>
                      <a:pt x="11049" y="3912"/>
                      <a:pt x="10683" y="2534"/>
                      <a:pt x="9605" y="1977"/>
                    </a:cubicBezTo>
                    <a:cubicBezTo>
                      <a:pt x="7640" y="957"/>
                      <a:pt x="5514" y="290"/>
                      <a:pt x="3314" y="19"/>
                    </a:cubicBezTo>
                    <a:cubicBezTo>
                      <a:pt x="3224" y="7"/>
                      <a:pt x="3134" y="1"/>
                      <a:pt x="3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7"/>
              <p:cNvSpPr/>
              <p:nvPr/>
            </p:nvSpPr>
            <p:spPr>
              <a:xfrm>
                <a:off x="5172950" y="649600"/>
                <a:ext cx="263425" cy="113775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4551" extrusionOk="0">
                    <a:moveTo>
                      <a:pt x="8880" y="1"/>
                    </a:moveTo>
                    <a:lnTo>
                      <a:pt x="8880" y="1"/>
                    </a:lnTo>
                    <a:cubicBezTo>
                      <a:pt x="9268" y="661"/>
                      <a:pt x="9239" y="1489"/>
                      <a:pt x="8806" y="2127"/>
                    </a:cubicBezTo>
                    <a:cubicBezTo>
                      <a:pt x="8535" y="2523"/>
                      <a:pt x="8176" y="2853"/>
                      <a:pt x="7765" y="3110"/>
                    </a:cubicBezTo>
                    <a:cubicBezTo>
                      <a:pt x="7437" y="3311"/>
                      <a:pt x="7056" y="3394"/>
                      <a:pt x="6657" y="3394"/>
                    </a:cubicBezTo>
                    <a:cubicBezTo>
                      <a:pt x="5836" y="3394"/>
                      <a:pt x="4934" y="3042"/>
                      <a:pt x="4239" y="2648"/>
                    </a:cubicBezTo>
                    <a:cubicBezTo>
                      <a:pt x="3190" y="2047"/>
                      <a:pt x="2248" y="1715"/>
                      <a:pt x="1294" y="1715"/>
                    </a:cubicBezTo>
                    <a:cubicBezTo>
                      <a:pt x="874" y="1715"/>
                      <a:pt x="451" y="1780"/>
                      <a:pt x="15" y="1914"/>
                    </a:cubicBezTo>
                    <a:cubicBezTo>
                      <a:pt x="8" y="1922"/>
                      <a:pt x="1" y="1929"/>
                      <a:pt x="8" y="1929"/>
                    </a:cubicBezTo>
                    <a:cubicBezTo>
                      <a:pt x="177" y="2222"/>
                      <a:pt x="419" y="2464"/>
                      <a:pt x="705" y="2633"/>
                    </a:cubicBezTo>
                    <a:cubicBezTo>
                      <a:pt x="2200" y="3535"/>
                      <a:pt x="4077" y="4151"/>
                      <a:pt x="6328" y="4503"/>
                    </a:cubicBezTo>
                    <a:cubicBezTo>
                      <a:pt x="6523" y="4535"/>
                      <a:pt x="6718" y="4551"/>
                      <a:pt x="6912" y="4551"/>
                    </a:cubicBezTo>
                    <a:cubicBezTo>
                      <a:pt x="7953" y="4551"/>
                      <a:pt x="8957" y="4096"/>
                      <a:pt x="9649" y="3293"/>
                    </a:cubicBezTo>
                    <a:cubicBezTo>
                      <a:pt x="9715" y="3205"/>
                      <a:pt x="9781" y="3124"/>
                      <a:pt x="9840" y="3036"/>
                    </a:cubicBezTo>
                    <a:cubicBezTo>
                      <a:pt x="10537" y="2039"/>
                      <a:pt x="10163" y="661"/>
                      <a:pt x="9085" y="104"/>
                    </a:cubicBezTo>
                    <a:lnTo>
                      <a:pt x="888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7"/>
              <p:cNvSpPr/>
              <p:nvPr/>
            </p:nvSpPr>
            <p:spPr>
              <a:xfrm>
                <a:off x="5196975" y="660375"/>
                <a:ext cx="28075" cy="19325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773" extrusionOk="0">
                    <a:moveTo>
                      <a:pt x="876" y="1"/>
                    </a:moveTo>
                    <a:cubicBezTo>
                      <a:pt x="868" y="1"/>
                      <a:pt x="859" y="1"/>
                      <a:pt x="851" y="2"/>
                    </a:cubicBezTo>
                    <a:cubicBezTo>
                      <a:pt x="675" y="17"/>
                      <a:pt x="594" y="208"/>
                      <a:pt x="557" y="332"/>
                    </a:cubicBezTo>
                    <a:cubicBezTo>
                      <a:pt x="489" y="259"/>
                      <a:pt x="371" y="166"/>
                      <a:pt x="248" y="166"/>
                    </a:cubicBezTo>
                    <a:cubicBezTo>
                      <a:pt x="199" y="166"/>
                      <a:pt x="150" y="180"/>
                      <a:pt x="103" y="215"/>
                    </a:cubicBezTo>
                    <a:cubicBezTo>
                      <a:pt x="44" y="252"/>
                      <a:pt x="15" y="310"/>
                      <a:pt x="8" y="376"/>
                    </a:cubicBezTo>
                    <a:cubicBezTo>
                      <a:pt x="0" y="552"/>
                      <a:pt x="198" y="736"/>
                      <a:pt x="220" y="758"/>
                    </a:cubicBezTo>
                    <a:cubicBezTo>
                      <a:pt x="235" y="765"/>
                      <a:pt x="250" y="772"/>
                      <a:pt x="257" y="772"/>
                    </a:cubicBezTo>
                    <a:cubicBezTo>
                      <a:pt x="308" y="772"/>
                      <a:pt x="330" y="706"/>
                      <a:pt x="294" y="670"/>
                    </a:cubicBezTo>
                    <a:cubicBezTo>
                      <a:pt x="242" y="626"/>
                      <a:pt x="110" y="486"/>
                      <a:pt x="118" y="384"/>
                    </a:cubicBezTo>
                    <a:cubicBezTo>
                      <a:pt x="118" y="347"/>
                      <a:pt x="132" y="325"/>
                      <a:pt x="162" y="303"/>
                    </a:cubicBezTo>
                    <a:cubicBezTo>
                      <a:pt x="188" y="284"/>
                      <a:pt x="216" y="276"/>
                      <a:pt x="245" y="276"/>
                    </a:cubicBezTo>
                    <a:cubicBezTo>
                      <a:pt x="391" y="276"/>
                      <a:pt x="550" y="486"/>
                      <a:pt x="550" y="486"/>
                    </a:cubicBezTo>
                    <a:cubicBezTo>
                      <a:pt x="556" y="503"/>
                      <a:pt x="574" y="511"/>
                      <a:pt x="591" y="511"/>
                    </a:cubicBezTo>
                    <a:cubicBezTo>
                      <a:pt x="597" y="511"/>
                      <a:pt x="603" y="510"/>
                      <a:pt x="609" y="508"/>
                    </a:cubicBezTo>
                    <a:cubicBezTo>
                      <a:pt x="631" y="501"/>
                      <a:pt x="645" y="486"/>
                      <a:pt x="645" y="464"/>
                    </a:cubicBezTo>
                    <a:cubicBezTo>
                      <a:pt x="645" y="457"/>
                      <a:pt x="689" y="127"/>
                      <a:pt x="858" y="112"/>
                    </a:cubicBezTo>
                    <a:cubicBezTo>
                      <a:pt x="864" y="111"/>
                      <a:pt x="869" y="110"/>
                      <a:pt x="875" y="110"/>
                    </a:cubicBezTo>
                    <a:cubicBezTo>
                      <a:pt x="891" y="110"/>
                      <a:pt x="908" y="118"/>
                      <a:pt x="924" y="134"/>
                    </a:cubicBezTo>
                    <a:cubicBezTo>
                      <a:pt x="990" y="200"/>
                      <a:pt x="997" y="391"/>
                      <a:pt x="997" y="457"/>
                    </a:cubicBezTo>
                    <a:cubicBezTo>
                      <a:pt x="997" y="486"/>
                      <a:pt x="1019" y="516"/>
                      <a:pt x="1056" y="516"/>
                    </a:cubicBezTo>
                    <a:cubicBezTo>
                      <a:pt x="1085" y="516"/>
                      <a:pt x="1107" y="494"/>
                      <a:pt x="1107" y="464"/>
                    </a:cubicBezTo>
                    <a:cubicBezTo>
                      <a:pt x="1115" y="435"/>
                      <a:pt x="1122" y="171"/>
                      <a:pt x="997" y="54"/>
                    </a:cubicBezTo>
                    <a:cubicBezTo>
                      <a:pt x="967" y="17"/>
                      <a:pt x="921" y="1"/>
                      <a:pt x="8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7"/>
              <p:cNvSpPr/>
              <p:nvPr/>
            </p:nvSpPr>
            <p:spPr>
              <a:xfrm>
                <a:off x="5347825" y="674250"/>
                <a:ext cx="269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892" extrusionOk="0">
                    <a:moveTo>
                      <a:pt x="267" y="0"/>
                    </a:moveTo>
                    <a:cubicBezTo>
                      <a:pt x="216" y="0"/>
                      <a:pt x="167" y="21"/>
                      <a:pt x="132" y="56"/>
                    </a:cubicBezTo>
                    <a:cubicBezTo>
                      <a:pt x="0" y="173"/>
                      <a:pt x="22" y="445"/>
                      <a:pt x="22" y="474"/>
                    </a:cubicBezTo>
                    <a:cubicBezTo>
                      <a:pt x="29" y="508"/>
                      <a:pt x="53" y="523"/>
                      <a:pt x="77" y="523"/>
                    </a:cubicBezTo>
                    <a:cubicBezTo>
                      <a:pt x="105" y="523"/>
                      <a:pt x="132" y="502"/>
                      <a:pt x="132" y="467"/>
                    </a:cubicBezTo>
                    <a:cubicBezTo>
                      <a:pt x="132" y="401"/>
                      <a:pt x="132" y="210"/>
                      <a:pt x="206" y="137"/>
                    </a:cubicBezTo>
                    <a:cubicBezTo>
                      <a:pt x="222" y="120"/>
                      <a:pt x="247" y="112"/>
                      <a:pt x="271" y="112"/>
                    </a:cubicBezTo>
                    <a:cubicBezTo>
                      <a:pt x="278" y="112"/>
                      <a:pt x="286" y="113"/>
                      <a:pt x="294" y="115"/>
                    </a:cubicBezTo>
                    <a:cubicBezTo>
                      <a:pt x="492" y="137"/>
                      <a:pt x="448" y="511"/>
                      <a:pt x="448" y="511"/>
                    </a:cubicBezTo>
                    <a:cubicBezTo>
                      <a:pt x="440" y="533"/>
                      <a:pt x="455" y="555"/>
                      <a:pt x="470" y="569"/>
                    </a:cubicBezTo>
                    <a:cubicBezTo>
                      <a:pt x="479" y="572"/>
                      <a:pt x="489" y="574"/>
                      <a:pt x="499" y="574"/>
                    </a:cubicBezTo>
                    <a:cubicBezTo>
                      <a:pt x="513" y="574"/>
                      <a:pt x="527" y="570"/>
                      <a:pt x="536" y="562"/>
                    </a:cubicBezTo>
                    <a:cubicBezTo>
                      <a:pt x="536" y="562"/>
                      <a:pt x="707" y="424"/>
                      <a:pt x="842" y="424"/>
                    </a:cubicBezTo>
                    <a:cubicBezTo>
                      <a:pt x="875" y="424"/>
                      <a:pt x="906" y="432"/>
                      <a:pt x="931" y="452"/>
                    </a:cubicBezTo>
                    <a:cubicBezTo>
                      <a:pt x="946" y="467"/>
                      <a:pt x="961" y="489"/>
                      <a:pt x="961" y="511"/>
                    </a:cubicBezTo>
                    <a:cubicBezTo>
                      <a:pt x="968" y="613"/>
                      <a:pt x="843" y="753"/>
                      <a:pt x="792" y="804"/>
                    </a:cubicBezTo>
                    <a:cubicBezTo>
                      <a:pt x="763" y="833"/>
                      <a:pt x="785" y="892"/>
                      <a:pt x="829" y="892"/>
                    </a:cubicBezTo>
                    <a:cubicBezTo>
                      <a:pt x="843" y="892"/>
                      <a:pt x="858" y="892"/>
                      <a:pt x="873" y="877"/>
                    </a:cubicBezTo>
                    <a:cubicBezTo>
                      <a:pt x="887" y="862"/>
                      <a:pt x="1078" y="672"/>
                      <a:pt x="1071" y="511"/>
                    </a:cubicBezTo>
                    <a:cubicBezTo>
                      <a:pt x="1071" y="452"/>
                      <a:pt x="1041" y="401"/>
                      <a:pt x="997" y="364"/>
                    </a:cubicBezTo>
                    <a:cubicBezTo>
                      <a:pt x="951" y="325"/>
                      <a:pt x="897" y="310"/>
                      <a:pt x="841" y="310"/>
                    </a:cubicBezTo>
                    <a:cubicBezTo>
                      <a:pt x="740" y="310"/>
                      <a:pt x="633" y="361"/>
                      <a:pt x="558" y="408"/>
                    </a:cubicBezTo>
                    <a:cubicBezTo>
                      <a:pt x="558" y="261"/>
                      <a:pt x="521" y="34"/>
                      <a:pt x="308" y="5"/>
                    </a:cubicBezTo>
                    <a:cubicBezTo>
                      <a:pt x="294" y="2"/>
                      <a:pt x="281" y="0"/>
                      <a:pt x="2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7"/>
              <p:cNvSpPr/>
              <p:nvPr/>
            </p:nvSpPr>
            <p:spPr>
              <a:xfrm>
                <a:off x="5257450" y="669950"/>
                <a:ext cx="28800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786" extrusionOk="0">
                    <a:moveTo>
                      <a:pt x="285" y="0"/>
                    </a:moveTo>
                    <a:cubicBezTo>
                      <a:pt x="279" y="0"/>
                      <a:pt x="272" y="0"/>
                      <a:pt x="265" y="1"/>
                    </a:cubicBezTo>
                    <a:cubicBezTo>
                      <a:pt x="206" y="1"/>
                      <a:pt x="140" y="30"/>
                      <a:pt x="103" y="81"/>
                    </a:cubicBezTo>
                    <a:cubicBezTo>
                      <a:pt x="1" y="228"/>
                      <a:pt x="67" y="492"/>
                      <a:pt x="81" y="521"/>
                    </a:cubicBezTo>
                    <a:cubicBezTo>
                      <a:pt x="87" y="546"/>
                      <a:pt x="109" y="560"/>
                      <a:pt x="132" y="560"/>
                    </a:cubicBezTo>
                    <a:cubicBezTo>
                      <a:pt x="137" y="560"/>
                      <a:pt x="142" y="559"/>
                      <a:pt x="147" y="558"/>
                    </a:cubicBezTo>
                    <a:cubicBezTo>
                      <a:pt x="177" y="551"/>
                      <a:pt x="191" y="521"/>
                      <a:pt x="184" y="492"/>
                    </a:cubicBezTo>
                    <a:cubicBezTo>
                      <a:pt x="169" y="426"/>
                      <a:pt x="133" y="235"/>
                      <a:pt x="191" y="147"/>
                    </a:cubicBezTo>
                    <a:cubicBezTo>
                      <a:pt x="213" y="125"/>
                      <a:pt x="243" y="111"/>
                      <a:pt x="272" y="111"/>
                    </a:cubicBezTo>
                    <a:cubicBezTo>
                      <a:pt x="274" y="111"/>
                      <a:pt x="276" y="111"/>
                      <a:pt x="278" y="111"/>
                    </a:cubicBezTo>
                    <a:cubicBezTo>
                      <a:pt x="471" y="111"/>
                      <a:pt x="499" y="477"/>
                      <a:pt x="499" y="477"/>
                    </a:cubicBezTo>
                    <a:cubicBezTo>
                      <a:pt x="499" y="499"/>
                      <a:pt x="514" y="521"/>
                      <a:pt x="536" y="529"/>
                    </a:cubicBezTo>
                    <a:cubicBezTo>
                      <a:pt x="541" y="530"/>
                      <a:pt x="547" y="531"/>
                      <a:pt x="552" y="531"/>
                    </a:cubicBezTo>
                    <a:cubicBezTo>
                      <a:pt x="569" y="531"/>
                      <a:pt x="584" y="523"/>
                      <a:pt x="595" y="507"/>
                    </a:cubicBezTo>
                    <a:cubicBezTo>
                      <a:pt x="595" y="507"/>
                      <a:pt x="760" y="308"/>
                      <a:pt x="900" y="308"/>
                    </a:cubicBezTo>
                    <a:cubicBezTo>
                      <a:pt x="921" y="308"/>
                      <a:pt x="942" y="313"/>
                      <a:pt x="961" y="323"/>
                    </a:cubicBezTo>
                    <a:cubicBezTo>
                      <a:pt x="983" y="338"/>
                      <a:pt x="998" y="360"/>
                      <a:pt x="1005" y="382"/>
                    </a:cubicBezTo>
                    <a:cubicBezTo>
                      <a:pt x="1027" y="477"/>
                      <a:pt x="932" y="639"/>
                      <a:pt x="895" y="697"/>
                    </a:cubicBezTo>
                    <a:cubicBezTo>
                      <a:pt x="873" y="719"/>
                      <a:pt x="881" y="756"/>
                      <a:pt x="910" y="771"/>
                    </a:cubicBezTo>
                    <a:cubicBezTo>
                      <a:pt x="917" y="778"/>
                      <a:pt x="925" y="778"/>
                      <a:pt x="939" y="785"/>
                    </a:cubicBezTo>
                    <a:cubicBezTo>
                      <a:pt x="961" y="785"/>
                      <a:pt x="976" y="771"/>
                      <a:pt x="983" y="756"/>
                    </a:cubicBezTo>
                    <a:cubicBezTo>
                      <a:pt x="1005" y="734"/>
                      <a:pt x="1152" y="514"/>
                      <a:pt x="1115" y="353"/>
                    </a:cubicBezTo>
                    <a:cubicBezTo>
                      <a:pt x="1101" y="301"/>
                      <a:pt x="1064" y="250"/>
                      <a:pt x="1020" y="228"/>
                    </a:cubicBezTo>
                    <a:cubicBezTo>
                      <a:pt x="980" y="206"/>
                      <a:pt x="939" y="197"/>
                      <a:pt x="900" y="197"/>
                    </a:cubicBezTo>
                    <a:cubicBezTo>
                      <a:pt x="779" y="197"/>
                      <a:pt x="666" y="281"/>
                      <a:pt x="595" y="353"/>
                    </a:cubicBezTo>
                    <a:cubicBezTo>
                      <a:pt x="566" y="211"/>
                      <a:pt x="490" y="0"/>
                      <a:pt x="285" y="0"/>
                    </a:cubicBezTo>
                    <a:close/>
                  </a:path>
                </a:pathLst>
              </a:custGeom>
              <a:solidFill>
                <a:srgbClr val="E093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7"/>
              <p:cNvSpPr/>
              <p:nvPr/>
            </p:nvSpPr>
            <p:spPr>
              <a:xfrm>
                <a:off x="5311900" y="707325"/>
                <a:ext cx="29725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654" extrusionOk="0">
                    <a:moveTo>
                      <a:pt x="286" y="1"/>
                    </a:moveTo>
                    <a:cubicBezTo>
                      <a:pt x="265" y="1"/>
                      <a:pt x="243" y="3"/>
                      <a:pt x="220" y="9"/>
                    </a:cubicBezTo>
                    <a:cubicBezTo>
                      <a:pt x="162" y="23"/>
                      <a:pt x="103" y="67"/>
                      <a:pt x="81" y="126"/>
                    </a:cubicBezTo>
                    <a:cubicBezTo>
                      <a:pt x="0" y="280"/>
                      <a:pt x="118" y="529"/>
                      <a:pt x="132" y="559"/>
                    </a:cubicBezTo>
                    <a:cubicBezTo>
                      <a:pt x="143" y="574"/>
                      <a:pt x="161" y="587"/>
                      <a:pt x="181" y="587"/>
                    </a:cubicBezTo>
                    <a:cubicBezTo>
                      <a:pt x="189" y="587"/>
                      <a:pt x="197" y="585"/>
                      <a:pt x="206" y="581"/>
                    </a:cubicBezTo>
                    <a:cubicBezTo>
                      <a:pt x="235" y="566"/>
                      <a:pt x="250" y="537"/>
                      <a:pt x="235" y="507"/>
                    </a:cubicBezTo>
                    <a:cubicBezTo>
                      <a:pt x="206" y="449"/>
                      <a:pt x="132" y="265"/>
                      <a:pt x="176" y="170"/>
                    </a:cubicBezTo>
                    <a:cubicBezTo>
                      <a:pt x="191" y="141"/>
                      <a:pt x="220" y="119"/>
                      <a:pt x="250" y="119"/>
                    </a:cubicBezTo>
                    <a:cubicBezTo>
                      <a:pt x="263" y="115"/>
                      <a:pt x="275" y="114"/>
                      <a:pt x="287" y="114"/>
                    </a:cubicBezTo>
                    <a:cubicBezTo>
                      <a:pt x="459" y="114"/>
                      <a:pt x="536" y="434"/>
                      <a:pt x="536" y="434"/>
                    </a:cubicBezTo>
                    <a:cubicBezTo>
                      <a:pt x="543" y="456"/>
                      <a:pt x="565" y="471"/>
                      <a:pt x="587" y="471"/>
                    </a:cubicBezTo>
                    <a:cubicBezTo>
                      <a:pt x="591" y="472"/>
                      <a:pt x="595" y="473"/>
                      <a:pt x="599" y="473"/>
                    </a:cubicBezTo>
                    <a:cubicBezTo>
                      <a:pt x="616" y="473"/>
                      <a:pt x="632" y="461"/>
                      <a:pt x="638" y="449"/>
                    </a:cubicBezTo>
                    <a:cubicBezTo>
                      <a:pt x="645" y="442"/>
                      <a:pt x="782" y="193"/>
                      <a:pt x="929" y="193"/>
                    </a:cubicBezTo>
                    <a:cubicBezTo>
                      <a:pt x="942" y="193"/>
                      <a:pt x="955" y="195"/>
                      <a:pt x="968" y="199"/>
                    </a:cubicBezTo>
                    <a:cubicBezTo>
                      <a:pt x="990" y="207"/>
                      <a:pt x="1012" y="221"/>
                      <a:pt x="1019" y="243"/>
                    </a:cubicBezTo>
                    <a:cubicBezTo>
                      <a:pt x="1063" y="331"/>
                      <a:pt x="997" y="515"/>
                      <a:pt x="968" y="573"/>
                    </a:cubicBezTo>
                    <a:cubicBezTo>
                      <a:pt x="953" y="603"/>
                      <a:pt x="968" y="632"/>
                      <a:pt x="997" y="647"/>
                    </a:cubicBezTo>
                    <a:cubicBezTo>
                      <a:pt x="1005" y="654"/>
                      <a:pt x="1012" y="654"/>
                      <a:pt x="1019" y="654"/>
                    </a:cubicBezTo>
                    <a:cubicBezTo>
                      <a:pt x="1041" y="654"/>
                      <a:pt x="1063" y="639"/>
                      <a:pt x="1071" y="617"/>
                    </a:cubicBezTo>
                    <a:cubicBezTo>
                      <a:pt x="1085" y="595"/>
                      <a:pt x="1188" y="353"/>
                      <a:pt x="1122" y="199"/>
                    </a:cubicBezTo>
                    <a:cubicBezTo>
                      <a:pt x="1100" y="148"/>
                      <a:pt x="1056" y="111"/>
                      <a:pt x="1005" y="97"/>
                    </a:cubicBezTo>
                    <a:cubicBezTo>
                      <a:pt x="978" y="87"/>
                      <a:pt x="952" y="83"/>
                      <a:pt x="927" y="83"/>
                    </a:cubicBezTo>
                    <a:cubicBezTo>
                      <a:pt x="792" y="83"/>
                      <a:pt x="677" y="202"/>
                      <a:pt x="609" y="295"/>
                    </a:cubicBezTo>
                    <a:cubicBezTo>
                      <a:pt x="556" y="177"/>
                      <a:pt x="457" y="1"/>
                      <a:pt x="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7"/>
              <p:cNvSpPr/>
              <p:nvPr/>
            </p:nvSpPr>
            <p:spPr>
              <a:xfrm>
                <a:off x="5293200" y="644450"/>
                <a:ext cx="27700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875" extrusionOk="0">
                    <a:moveTo>
                      <a:pt x="276" y="0"/>
                    </a:moveTo>
                    <a:cubicBezTo>
                      <a:pt x="219" y="0"/>
                      <a:pt x="164" y="23"/>
                      <a:pt x="125" y="68"/>
                    </a:cubicBezTo>
                    <a:cubicBezTo>
                      <a:pt x="0" y="192"/>
                      <a:pt x="30" y="463"/>
                      <a:pt x="30" y="493"/>
                    </a:cubicBezTo>
                    <a:cubicBezTo>
                      <a:pt x="36" y="526"/>
                      <a:pt x="62" y="541"/>
                      <a:pt x="88" y="541"/>
                    </a:cubicBezTo>
                    <a:cubicBezTo>
                      <a:pt x="118" y="541"/>
                      <a:pt x="148" y="518"/>
                      <a:pt x="140" y="478"/>
                    </a:cubicBezTo>
                    <a:cubicBezTo>
                      <a:pt x="132" y="420"/>
                      <a:pt x="125" y="214"/>
                      <a:pt x="198" y="141"/>
                    </a:cubicBezTo>
                    <a:cubicBezTo>
                      <a:pt x="220" y="119"/>
                      <a:pt x="250" y="112"/>
                      <a:pt x="286" y="112"/>
                    </a:cubicBezTo>
                    <a:cubicBezTo>
                      <a:pt x="484" y="134"/>
                      <a:pt x="455" y="507"/>
                      <a:pt x="455" y="507"/>
                    </a:cubicBezTo>
                    <a:cubicBezTo>
                      <a:pt x="455" y="529"/>
                      <a:pt x="462" y="551"/>
                      <a:pt x="484" y="559"/>
                    </a:cubicBezTo>
                    <a:cubicBezTo>
                      <a:pt x="493" y="562"/>
                      <a:pt x="503" y="564"/>
                      <a:pt x="512" y="564"/>
                    </a:cubicBezTo>
                    <a:cubicBezTo>
                      <a:pt x="525" y="564"/>
                      <a:pt x="537" y="560"/>
                      <a:pt x="550" y="551"/>
                    </a:cubicBezTo>
                    <a:cubicBezTo>
                      <a:pt x="550" y="551"/>
                      <a:pt x="716" y="400"/>
                      <a:pt x="853" y="400"/>
                    </a:cubicBezTo>
                    <a:cubicBezTo>
                      <a:pt x="884" y="400"/>
                      <a:pt x="913" y="408"/>
                      <a:pt x="939" y="427"/>
                    </a:cubicBezTo>
                    <a:cubicBezTo>
                      <a:pt x="954" y="434"/>
                      <a:pt x="968" y="456"/>
                      <a:pt x="968" y="485"/>
                    </a:cubicBezTo>
                    <a:cubicBezTo>
                      <a:pt x="983" y="581"/>
                      <a:pt x="866" y="727"/>
                      <a:pt x="814" y="779"/>
                    </a:cubicBezTo>
                    <a:cubicBezTo>
                      <a:pt x="792" y="801"/>
                      <a:pt x="792" y="837"/>
                      <a:pt x="814" y="859"/>
                    </a:cubicBezTo>
                    <a:cubicBezTo>
                      <a:pt x="822" y="867"/>
                      <a:pt x="829" y="867"/>
                      <a:pt x="836" y="867"/>
                    </a:cubicBezTo>
                    <a:cubicBezTo>
                      <a:pt x="844" y="872"/>
                      <a:pt x="853" y="874"/>
                      <a:pt x="862" y="874"/>
                    </a:cubicBezTo>
                    <a:cubicBezTo>
                      <a:pt x="878" y="874"/>
                      <a:pt x="895" y="866"/>
                      <a:pt x="910" y="852"/>
                    </a:cubicBezTo>
                    <a:cubicBezTo>
                      <a:pt x="924" y="837"/>
                      <a:pt x="1108" y="639"/>
                      <a:pt x="1093" y="471"/>
                    </a:cubicBezTo>
                    <a:cubicBezTo>
                      <a:pt x="1086" y="420"/>
                      <a:pt x="1056" y="368"/>
                      <a:pt x="1012" y="332"/>
                    </a:cubicBezTo>
                    <a:cubicBezTo>
                      <a:pt x="968" y="299"/>
                      <a:pt x="920" y="287"/>
                      <a:pt x="870" y="287"/>
                    </a:cubicBezTo>
                    <a:cubicBezTo>
                      <a:pt x="761" y="287"/>
                      <a:pt x="648" y="347"/>
                      <a:pt x="572" y="398"/>
                    </a:cubicBezTo>
                    <a:cubicBezTo>
                      <a:pt x="558" y="251"/>
                      <a:pt x="514" y="24"/>
                      <a:pt x="301" y="2"/>
                    </a:cubicBezTo>
                    <a:cubicBezTo>
                      <a:pt x="293" y="1"/>
                      <a:pt x="285" y="0"/>
                      <a:pt x="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7"/>
              <p:cNvSpPr/>
              <p:nvPr/>
            </p:nvSpPr>
            <p:spPr>
              <a:xfrm>
                <a:off x="5227400" y="628075"/>
                <a:ext cx="297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609" extrusionOk="0">
                    <a:moveTo>
                      <a:pt x="281" y="0"/>
                    </a:moveTo>
                    <a:cubicBezTo>
                      <a:pt x="257" y="0"/>
                      <a:pt x="232" y="4"/>
                      <a:pt x="206" y="11"/>
                    </a:cubicBezTo>
                    <a:cubicBezTo>
                      <a:pt x="140" y="26"/>
                      <a:pt x="96" y="77"/>
                      <a:pt x="66" y="136"/>
                    </a:cubicBezTo>
                    <a:cubicBezTo>
                      <a:pt x="0" y="297"/>
                      <a:pt x="132" y="539"/>
                      <a:pt x="147" y="561"/>
                    </a:cubicBezTo>
                    <a:cubicBezTo>
                      <a:pt x="154" y="576"/>
                      <a:pt x="169" y="591"/>
                      <a:pt x="184" y="591"/>
                    </a:cubicBezTo>
                    <a:cubicBezTo>
                      <a:pt x="198" y="591"/>
                      <a:pt x="213" y="591"/>
                      <a:pt x="220" y="583"/>
                    </a:cubicBezTo>
                    <a:cubicBezTo>
                      <a:pt x="250" y="569"/>
                      <a:pt x="257" y="532"/>
                      <a:pt x="242" y="510"/>
                    </a:cubicBezTo>
                    <a:cubicBezTo>
                      <a:pt x="213" y="451"/>
                      <a:pt x="132" y="268"/>
                      <a:pt x="169" y="173"/>
                    </a:cubicBezTo>
                    <a:cubicBezTo>
                      <a:pt x="184" y="143"/>
                      <a:pt x="206" y="121"/>
                      <a:pt x="242" y="121"/>
                    </a:cubicBezTo>
                    <a:cubicBezTo>
                      <a:pt x="257" y="117"/>
                      <a:pt x="271" y="115"/>
                      <a:pt x="284" y="115"/>
                    </a:cubicBezTo>
                    <a:cubicBezTo>
                      <a:pt x="449" y="115"/>
                      <a:pt x="543" y="422"/>
                      <a:pt x="543" y="422"/>
                    </a:cubicBezTo>
                    <a:cubicBezTo>
                      <a:pt x="551" y="446"/>
                      <a:pt x="574" y="459"/>
                      <a:pt x="597" y="459"/>
                    </a:cubicBezTo>
                    <a:cubicBezTo>
                      <a:pt x="616" y="459"/>
                      <a:pt x="635" y="449"/>
                      <a:pt x="646" y="429"/>
                    </a:cubicBezTo>
                    <a:cubicBezTo>
                      <a:pt x="646" y="422"/>
                      <a:pt x="779" y="161"/>
                      <a:pt x="928" y="161"/>
                    </a:cubicBezTo>
                    <a:cubicBezTo>
                      <a:pt x="939" y="161"/>
                      <a:pt x="950" y="162"/>
                      <a:pt x="961" y="165"/>
                    </a:cubicBezTo>
                    <a:cubicBezTo>
                      <a:pt x="983" y="165"/>
                      <a:pt x="1005" y="180"/>
                      <a:pt x="1012" y="202"/>
                    </a:cubicBezTo>
                    <a:cubicBezTo>
                      <a:pt x="1056" y="290"/>
                      <a:pt x="1005" y="473"/>
                      <a:pt x="983" y="539"/>
                    </a:cubicBezTo>
                    <a:cubicBezTo>
                      <a:pt x="969" y="577"/>
                      <a:pt x="1003" y="609"/>
                      <a:pt x="1038" y="609"/>
                    </a:cubicBezTo>
                    <a:cubicBezTo>
                      <a:pt x="1056" y="609"/>
                      <a:pt x="1075" y="599"/>
                      <a:pt x="1085" y="576"/>
                    </a:cubicBezTo>
                    <a:cubicBezTo>
                      <a:pt x="1093" y="547"/>
                      <a:pt x="1188" y="305"/>
                      <a:pt x="1115" y="158"/>
                    </a:cubicBezTo>
                    <a:cubicBezTo>
                      <a:pt x="1085" y="107"/>
                      <a:pt x="1041" y="70"/>
                      <a:pt x="990" y="55"/>
                    </a:cubicBezTo>
                    <a:cubicBezTo>
                      <a:pt x="970" y="50"/>
                      <a:pt x="950" y="48"/>
                      <a:pt x="931" y="48"/>
                    </a:cubicBezTo>
                    <a:cubicBezTo>
                      <a:pt x="789" y="48"/>
                      <a:pt x="673" y="179"/>
                      <a:pt x="609" y="275"/>
                    </a:cubicBezTo>
                    <a:cubicBezTo>
                      <a:pt x="551" y="160"/>
                      <a:pt x="444" y="0"/>
                      <a:pt x="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7"/>
              <p:cNvSpPr/>
              <p:nvPr/>
            </p:nvSpPr>
            <p:spPr>
              <a:xfrm>
                <a:off x="5209800" y="619625"/>
                <a:ext cx="10650" cy="770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308" extrusionOk="0">
                    <a:moveTo>
                      <a:pt x="319" y="0"/>
                    </a:moveTo>
                    <a:cubicBezTo>
                      <a:pt x="256" y="0"/>
                      <a:pt x="180" y="51"/>
                      <a:pt x="125" y="71"/>
                    </a:cubicBezTo>
                    <a:cubicBezTo>
                      <a:pt x="74" y="85"/>
                      <a:pt x="37" y="122"/>
                      <a:pt x="15" y="173"/>
                    </a:cubicBezTo>
                    <a:cubicBezTo>
                      <a:pt x="0" y="217"/>
                      <a:pt x="22" y="269"/>
                      <a:pt x="66" y="291"/>
                    </a:cubicBezTo>
                    <a:cubicBezTo>
                      <a:pt x="85" y="302"/>
                      <a:pt x="107" y="307"/>
                      <a:pt x="130" y="307"/>
                    </a:cubicBezTo>
                    <a:cubicBezTo>
                      <a:pt x="153" y="307"/>
                      <a:pt x="176" y="302"/>
                      <a:pt x="198" y="291"/>
                    </a:cubicBezTo>
                    <a:cubicBezTo>
                      <a:pt x="242" y="261"/>
                      <a:pt x="272" y="217"/>
                      <a:pt x="316" y="195"/>
                    </a:cubicBezTo>
                    <a:cubicBezTo>
                      <a:pt x="338" y="181"/>
                      <a:pt x="367" y="173"/>
                      <a:pt x="389" y="159"/>
                    </a:cubicBezTo>
                    <a:cubicBezTo>
                      <a:pt x="418" y="129"/>
                      <a:pt x="426" y="78"/>
                      <a:pt x="396" y="41"/>
                    </a:cubicBezTo>
                    <a:cubicBezTo>
                      <a:pt x="375" y="11"/>
                      <a:pt x="348" y="0"/>
                      <a:pt x="3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7"/>
              <p:cNvSpPr/>
              <p:nvPr/>
            </p:nvSpPr>
            <p:spPr>
              <a:xfrm>
                <a:off x="5372575" y="662250"/>
                <a:ext cx="7900" cy="875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50" extrusionOk="0">
                    <a:moveTo>
                      <a:pt x="110" y="1"/>
                    </a:moveTo>
                    <a:cubicBezTo>
                      <a:pt x="66" y="1"/>
                      <a:pt x="0" y="45"/>
                      <a:pt x="7" y="103"/>
                    </a:cubicBezTo>
                    <a:cubicBezTo>
                      <a:pt x="15" y="155"/>
                      <a:pt x="81" y="221"/>
                      <a:pt x="117" y="265"/>
                    </a:cubicBezTo>
                    <a:cubicBezTo>
                      <a:pt x="132" y="294"/>
                      <a:pt x="154" y="316"/>
                      <a:pt x="183" y="338"/>
                    </a:cubicBezTo>
                    <a:cubicBezTo>
                      <a:pt x="198" y="345"/>
                      <a:pt x="215" y="349"/>
                      <a:pt x="231" y="349"/>
                    </a:cubicBezTo>
                    <a:cubicBezTo>
                      <a:pt x="248" y="349"/>
                      <a:pt x="264" y="345"/>
                      <a:pt x="279" y="338"/>
                    </a:cubicBezTo>
                    <a:cubicBezTo>
                      <a:pt x="301" y="309"/>
                      <a:pt x="315" y="279"/>
                      <a:pt x="308" y="243"/>
                    </a:cubicBezTo>
                    <a:cubicBezTo>
                      <a:pt x="301" y="155"/>
                      <a:pt x="213" y="1"/>
                      <a:pt x="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7"/>
              <p:cNvSpPr/>
              <p:nvPr/>
            </p:nvSpPr>
            <p:spPr>
              <a:xfrm>
                <a:off x="5283475" y="696925"/>
                <a:ext cx="1047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286" extrusionOk="0">
                    <a:moveTo>
                      <a:pt x="319" y="0"/>
                    </a:moveTo>
                    <a:cubicBezTo>
                      <a:pt x="306" y="0"/>
                      <a:pt x="292" y="6"/>
                      <a:pt x="279" y="21"/>
                    </a:cubicBezTo>
                    <a:cubicBezTo>
                      <a:pt x="243" y="80"/>
                      <a:pt x="177" y="117"/>
                      <a:pt x="111" y="124"/>
                    </a:cubicBezTo>
                    <a:cubicBezTo>
                      <a:pt x="99" y="124"/>
                      <a:pt x="86" y="123"/>
                      <a:pt x="74" y="123"/>
                    </a:cubicBezTo>
                    <a:cubicBezTo>
                      <a:pt x="55" y="123"/>
                      <a:pt x="36" y="126"/>
                      <a:pt x="23" y="139"/>
                    </a:cubicBezTo>
                    <a:cubicBezTo>
                      <a:pt x="1" y="168"/>
                      <a:pt x="1" y="205"/>
                      <a:pt x="23" y="234"/>
                    </a:cubicBezTo>
                    <a:cubicBezTo>
                      <a:pt x="52" y="256"/>
                      <a:pt x="82" y="263"/>
                      <a:pt x="118" y="271"/>
                    </a:cubicBezTo>
                    <a:cubicBezTo>
                      <a:pt x="162" y="285"/>
                      <a:pt x="206" y="285"/>
                      <a:pt x="250" y="285"/>
                    </a:cubicBezTo>
                    <a:cubicBezTo>
                      <a:pt x="301" y="278"/>
                      <a:pt x="338" y="256"/>
                      <a:pt x="375" y="227"/>
                    </a:cubicBezTo>
                    <a:cubicBezTo>
                      <a:pt x="411" y="183"/>
                      <a:pt x="419" y="124"/>
                      <a:pt x="397" y="73"/>
                    </a:cubicBezTo>
                    <a:cubicBezTo>
                      <a:pt x="381" y="37"/>
                      <a:pt x="351" y="0"/>
                      <a:pt x="319" y="0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7"/>
              <p:cNvSpPr/>
              <p:nvPr/>
            </p:nvSpPr>
            <p:spPr>
              <a:xfrm>
                <a:off x="5262225" y="644850"/>
                <a:ext cx="6800" cy="6800"/>
              </a:xfrm>
              <a:custGeom>
                <a:avLst/>
                <a:gdLst/>
                <a:ahLst/>
                <a:cxnLst/>
                <a:rect l="l" t="t" r="r" b="b"/>
                <a:pathLst>
                  <a:path w="272" h="272" extrusionOk="0">
                    <a:moveTo>
                      <a:pt x="162" y="0"/>
                    </a:moveTo>
                    <a:cubicBezTo>
                      <a:pt x="125" y="0"/>
                      <a:pt x="125" y="52"/>
                      <a:pt x="110" y="81"/>
                    </a:cubicBezTo>
                    <a:cubicBezTo>
                      <a:pt x="103" y="103"/>
                      <a:pt x="81" y="125"/>
                      <a:pt x="59" y="140"/>
                    </a:cubicBezTo>
                    <a:cubicBezTo>
                      <a:pt x="37" y="147"/>
                      <a:pt x="22" y="154"/>
                      <a:pt x="8" y="176"/>
                    </a:cubicBezTo>
                    <a:cubicBezTo>
                      <a:pt x="0" y="191"/>
                      <a:pt x="0" y="213"/>
                      <a:pt x="15" y="228"/>
                    </a:cubicBezTo>
                    <a:cubicBezTo>
                      <a:pt x="22" y="242"/>
                      <a:pt x="37" y="257"/>
                      <a:pt x="59" y="264"/>
                    </a:cubicBezTo>
                    <a:cubicBezTo>
                      <a:pt x="75" y="269"/>
                      <a:pt x="93" y="271"/>
                      <a:pt x="111" y="271"/>
                    </a:cubicBezTo>
                    <a:cubicBezTo>
                      <a:pt x="150" y="271"/>
                      <a:pt x="190" y="260"/>
                      <a:pt x="220" y="235"/>
                    </a:cubicBezTo>
                    <a:cubicBezTo>
                      <a:pt x="257" y="191"/>
                      <a:pt x="272" y="132"/>
                      <a:pt x="250" y="74"/>
                    </a:cubicBezTo>
                    <a:cubicBezTo>
                      <a:pt x="235" y="37"/>
                      <a:pt x="198" y="8"/>
                      <a:pt x="162" y="0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7"/>
              <p:cNvSpPr/>
              <p:nvPr/>
            </p:nvSpPr>
            <p:spPr>
              <a:xfrm>
                <a:off x="5049600" y="660400"/>
                <a:ext cx="242900" cy="150425"/>
              </a:xfrm>
              <a:custGeom>
                <a:avLst/>
                <a:gdLst/>
                <a:ahLst/>
                <a:cxnLst/>
                <a:rect l="l" t="t" r="r" b="b"/>
                <a:pathLst>
                  <a:path w="9716" h="6017" extrusionOk="0">
                    <a:moveTo>
                      <a:pt x="2840" y="1"/>
                    </a:moveTo>
                    <a:cubicBezTo>
                      <a:pt x="2648" y="1"/>
                      <a:pt x="2456" y="20"/>
                      <a:pt x="2266" y="60"/>
                    </a:cubicBezTo>
                    <a:cubicBezTo>
                      <a:pt x="1885" y="133"/>
                      <a:pt x="1526" y="273"/>
                      <a:pt x="1188" y="456"/>
                    </a:cubicBezTo>
                    <a:cubicBezTo>
                      <a:pt x="133" y="1050"/>
                      <a:pt x="1" y="2516"/>
                      <a:pt x="932" y="3286"/>
                    </a:cubicBezTo>
                    <a:cubicBezTo>
                      <a:pt x="2237" y="4401"/>
                      <a:pt x="3740" y="5251"/>
                      <a:pt x="5367" y="5808"/>
                    </a:cubicBezTo>
                    <a:cubicBezTo>
                      <a:pt x="5775" y="5946"/>
                      <a:pt x="6198" y="6016"/>
                      <a:pt x="6622" y="6016"/>
                    </a:cubicBezTo>
                    <a:cubicBezTo>
                      <a:pt x="7097" y="6016"/>
                      <a:pt x="7571" y="5928"/>
                      <a:pt x="8021" y="5750"/>
                    </a:cubicBezTo>
                    <a:cubicBezTo>
                      <a:pt x="8234" y="5669"/>
                      <a:pt x="8439" y="5566"/>
                      <a:pt x="8637" y="5456"/>
                    </a:cubicBezTo>
                    <a:cubicBezTo>
                      <a:pt x="9627" y="4899"/>
                      <a:pt x="9715" y="3506"/>
                      <a:pt x="8799" y="2824"/>
                    </a:cubicBezTo>
                    <a:cubicBezTo>
                      <a:pt x="7281" y="1717"/>
                      <a:pt x="5609" y="830"/>
                      <a:pt x="3842" y="185"/>
                    </a:cubicBezTo>
                    <a:cubicBezTo>
                      <a:pt x="3519" y="63"/>
                      <a:pt x="3180" y="1"/>
                      <a:pt x="2840" y="1"/>
                    </a:cubicBezTo>
                    <a:close/>
                  </a:path>
                </a:pathLst>
              </a:custGeom>
              <a:solidFill>
                <a:srgbClr val="CC7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7"/>
              <p:cNvSpPr/>
              <p:nvPr/>
            </p:nvSpPr>
            <p:spPr>
              <a:xfrm>
                <a:off x="5054000" y="696525"/>
                <a:ext cx="2348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393" h="4572" extrusionOk="0">
                    <a:moveTo>
                      <a:pt x="213" y="1"/>
                    </a:moveTo>
                    <a:lnTo>
                      <a:pt x="213" y="1"/>
                    </a:lnTo>
                    <a:cubicBezTo>
                      <a:pt x="0" y="668"/>
                      <a:pt x="213" y="1394"/>
                      <a:pt x="748" y="1841"/>
                    </a:cubicBezTo>
                    <a:cubicBezTo>
                      <a:pt x="2068" y="2963"/>
                      <a:pt x="3586" y="3821"/>
                      <a:pt x="5228" y="4378"/>
                    </a:cubicBezTo>
                    <a:cubicBezTo>
                      <a:pt x="5622" y="4507"/>
                      <a:pt x="6030" y="4572"/>
                      <a:pt x="6438" y="4572"/>
                    </a:cubicBezTo>
                    <a:cubicBezTo>
                      <a:pt x="6911" y="4572"/>
                      <a:pt x="7382" y="4485"/>
                      <a:pt x="7831" y="4312"/>
                    </a:cubicBezTo>
                    <a:cubicBezTo>
                      <a:pt x="8043" y="4224"/>
                      <a:pt x="8256" y="4129"/>
                      <a:pt x="8454" y="4011"/>
                    </a:cubicBezTo>
                    <a:cubicBezTo>
                      <a:pt x="9085" y="3659"/>
                      <a:pt x="9392" y="2926"/>
                      <a:pt x="9202" y="2237"/>
                    </a:cubicBezTo>
                    <a:cubicBezTo>
                      <a:pt x="9195" y="2208"/>
                      <a:pt x="9187" y="2178"/>
                      <a:pt x="9180" y="2149"/>
                    </a:cubicBezTo>
                    <a:cubicBezTo>
                      <a:pt x="9101" y="1944"/>
                      <a:pt x="8912" y="1861"/>
                      <a:pt x="8661" y="1861"/>
                    </a:cubicBezTo>
                    <a:cubicBezTo>
                      <a:pt x="8070" y="1861"/>
                      <a:pt x="7140" y="2326"/>
                      <a:pt x="6548" y="2743"/>
                    </a:cubicBezTo>
                    <a:cubicBezTo>
                      <a:pt x="6452" y="2824"/>
                      <a:pt x="6364" y="2912"/>
                      <a:pt x="6276" y="3007"/>
                    </a:cubicBezTo>
                    <a:cubicBezTo>
                      <a:pt x="6029" y="3204"/>
                      <a:pt x="5834" y="3293"/>
                      <a:pt x="5667" y="3293"/>
                    </a:cubicBezTo>
                    <a:cubicBezTo>
                      <a:pt x="5494" y="3293"/>
                      <a:pt x="5352" y="3197"/>
                      <a:pt x="5213" y="3029"/>
                    </a:cubicBezTo>
                    <a:cubicBezTo>
                      <a:pt x="4158" y="1724"/>
                      <a:pt x="2369" y="1540"/>
                      <a:pt x="763" y="844"/>
                    </a:cubicBezTo>
                    <a:cubicBezTo>
                      <a:pt x="426" y="697"/>
                      <a:pt x="301" y="316"/>
                      <a:pt x="213" y="1"/>
                    </a:cubicBezTo>
                    <a:close/>
                  </a:path>
                </a:pathLst>
              </a:custGeom>
              <a:solidFill>
                <a:srgbClr val="B261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7"/>
              <p:cNvSpPr/>
              <p:nvPr/>
            </p:nvSpPr>
            <p:spPr>
              <a:xfrm>
                <a:off x="4944400" y="676400"/>
                <a:ext cx="248550" cy="206450"/>
              </a:xfrm>
              <a:custGeom>
                <a:avLst/>
                <a:gdLst/>
                <a:ahLst/>
                <a:cxnLst/>
                <a:rect l="l" t="t" r="r" b="b"/>
                <a:pathLst>
                  <a:path w="9942" h="8258" extrusionOk="0">
                    <a:moveTo>
                      <a:pt x="3146" y="1"/>
                    </a:moveTo>
                    <a:cubicBezTo>
                      <a:pt x="2333" y="1"/>
                      <a:pt x="1605" y="287"/>
                      <a:pt x="953" y="835"/>
                    </a:cubicBezTo>
                    <a:cubicBezTo>
                      <a:pt x="161" y="1488"/>
                      <a:pt x="0" y="2631"/>
                      <a:pt x="565" y="3489"/>
                    </a:cubicBezTo>
                    <a:cubicBezTo>
                      <a:pt x="1518" y="4941"/>
                      <a:pt x="2940" y="6312"/>
                      <a:pt x="4810" y="7595"/>
                    </a:cubicBezTo>
                    <a:cubicBezTo>
                      <a:pt x="5435" y="8029"/>
                      <a:pt x="6175" y="8258"/>
                      <a:pt x="6915" y="8258"/>
                    </a:cubicBezTo>
                    <a:cubicBezTo>
                      <a:pt x="7389" y="8258"/>
                      <a:pt x="7863" y="8164"/>
                      <a:pt x="8307" y="7969"/>
                    </a:cubicBezTo>
                    <a:cubicBezTo>
                      <a:pt x="8417" y="7918"/>
                      <a:pt x="8527" y="7866"/>
                      <a:pt x="8630" y="7808"/>
                    </a:cubicBezTo>
                    <a:cubicBezTo>
                      <a:pt x="9685" y="7206"/>
                      <a:pt x="9942" y="5799"/>
                      <a:pt x="9216" y="4831"/>
                    </a:cubicBezTo>
                    <a:cubicBezTo>
                      <a:pt x="7882" y="3064"/>
                      <a:pt x="6247" y="1539"/>
                      <a:pt x="4392" y="344"/>
                    </a:cubicBezTo>
                    <a:cubicBezTo>
                      <a:pt x="4106" y="161"/>
                      <a:pt x="3783" y="43"/>
                      <a:pt x="3453" y="14"/>
                    </a:cubicBezTo>
                    <a:cubicBezTo>
                      <a:pt x="3350" y="5"/>
                      <a:pt x="3247" y="1"/>
                      <a:pt x="31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7"/>
              <p:cNvSpPr/>
              <p:nvPr/>
            </p:nvSpPr>
            <p:spPr>
              <a:xfrm>
                <a:off x="4950250" y="739800"/>
                <a:ext cx="242700" cy="142975"/>
              </a:xfrm>
              <a:custGeom>
                <a:avLst/>
                <a:gdLst/>
                <a:ahLst/>
                <a:cxnLst/>
                <a:rect l="l" t="t" r="r" b="b"/>
                <a:pathLst>
                  <a:path w="9708" h="571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0" y="337"/>
                      <a:pt x="140" y="667"/>
                      <a:pt x="323" y="953"/>
                    </a:cubicBezTo>
                    <a:cubicBezTo>
                      <a:pt x="1284" y="2405"/>
                      <a:pt x="2706" y="3769"/>
                      <a:pt x="4568" y="5059"/>
                    </a:cubicBezTo>
                    <a:cubicBezTo>
                      <a:pt x="5198" y="5488"/>
                      <a:pt x="5937" y="5718"/>
                      <a:pt x="6677" y="5718"/>
                    </a:cubicBezTo>
                    <a:cubicBezTo>
                      <a:pt x="7151" y="5718"/>
                      <a:pt x="7626" y="5623"/>
                      <a:pt x="8073" y="5426"/>
                    </a:cubicBezTo>
                    <a:cubicBezTo>
                      <a:pt x="8183" y="5382"/>
                      <a:pt x="8293" y="5323"/>
                      <a:pt x="8396" y="5264"/>
                    </a:cubicBezTo>
                    <a:cubicBezTo>
                      <a:pt x="9451" y="4663"/>
                      <a:pt x="9708" y="3263"/>
                      <a:pt x="8982" y="2295"/>
                    </a:cubicBezTo>
                    <a:cubicBezTo>
                      <a:pt x="8938" y="2236"/>
                      <a:pt x="8894" y="2178"/>
                      <a:pt x="8843" y="2112"/>
                    </a:cubicBezTo>
                    <a:lnTo>
                      <a:pt x="8843" y="2112"/>
                    </a:lnTo>
                    <a:cubicBezTo>
                      <a:pt x="8901" y="2882"/>
                      <a:pt x="8520" y="3615"/>
                      <a:pt x="7853" y="3996"/>
                    </a:cubicBezTo>
                    <a:cubicBezTo>
                      <a:pt x="7750" y="4055"/>
                      <a:pt x="7648" y="4113"/>
                      <a:pt x="7538" y="4157"/>
                    </a:cubicBezTo>
                    <a:cubicBezTo>
                      <a:pt x="7092" y="4354"/>
                      <a:pt x="6617" y="4449"/>
                      <a:pt x="6143" y="4449"/>
                    </a:cubicBezTo>
                    <a:cubicBezTo>
                      <a:pt x="5400" y="4449"/>
                      <a:pt x="4659" y="4217"/>
                      <a:pt x="4033" y="3783"/>
                    </a:cubicBezTo>
                    <a:cubicBezTo>
                      <a:pt x="2303" y="2596"/>
                      <a:pt x="954" y="1335"/>
                      <a:pt x="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7"/>
              <p:cNvSpPr/>
              <p:nvPr/>
            </p:nvSpPr>
            <p:spPr>
              <a:xfrm>
                <a:off x="4981600" y="728875"/>
                <a:ext cx="29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694" extrusionOk="0">
                    <a:moveTo>
                      <a:pt x="284" y="0"/>
                    </a:moveTo>
                    <a:cubicBezTo>
                      <a:pt x="268" y="0"/>
                      <a:pt x="252" y="2"/>
                      <a:pt x="235" y="5"/>
                    </a:cubicBezTo>
                    <a:cubicBezTo>
                      <a:pt x="169" y="12"/>
                      <a:pt x="110" y="49"/>
                      <a:pt x="81" y="107"/>
                    </a:cubicBezTo>
                    <a:cubicBezTo>
                      <a:pt x="0" y="261"/>
                      <a:pt x="96" y="518"/>
                      <a:pt x="110" y="547"/>
                    </a:cubicBezTo>
                    <a:cubicBezTo>
                      <a:pt x="120" y="564"/>
                      <a:pt x="136" y="572"/>
                      <a:pt x="153" y="572"/>
                    </a:cubicBezTo>
                    <a:cubicBezTo>
                      <a:pt x="187" y="572"/>
                      <a:pt x="223" y="542"/>
                      <a:pt x="213" y="503"/>
                    </a:cubicBezTo>
                    <a:cubicBezTo>
                      <a:pt x="184" y="437"/>
                      <a:pt x="132" y="254"/>
                      <a:pt x="176" y="166"/>
                    </a:cubicBezTo>
                    <a:cubicBezTo>
                      <a:pt x="191" y="137"/>
                      <a:pt x="220" y="115"/>
                      <a:pt x="250" y="115"/>
                    </a:cubicBezTo>
                    <a:cubicBezTo>
                      <a:pt x="259" y="113"/>
                      <a:pt x="268" y="112"/>
                      <a:pt x="277" y="112"/>
                    </a:cubicBezTo>
                    <a:cubicBezTo>
                      <a:pt x="454" y="112"/>
                      <a:pt x="521" y="444"/>
                      <a:pt x="521" y="444"/>
                    </a:cubicBezTo>
                    <a:cubicBezTo>
                      <a:pt x="528" y="466"/>
                      <a:pt x="543" y="488"/>
                      <a:pt x="565" y="488"/>
                    </a:cubicBezTo>
                    <a:cubicBezTo>
                      <a:pt x="569" y="490"/>
                      <a:pt x="573" y="490"/>
                      <a:pt x="577" y="490"/>
                    </a:cubicBezTo>
                    <a:cubicBezTo>
                      <a:pt x="595" y="490"/>
                      <a:pt x="612" y="478"/>
                      <a:pt x="624" y="466"/>
                    </a:cubicBezTo>
                    <a:cubicBezTo>
                      <a:pt x="624" y="460"/>
                      <a:pt x="774" y="231"/>
                      <a:pt x="916" y="231"/>
                    </a:cubicBezTo>
                    <a:cubicBezTo>
                      <a:pt x="931" y="231"/>
                      <a:pt x="946" y="234"/>
                      <a:pt x="961" y="239"/>
                    </a:cubicBezTo>
                    <a:cubicBezTo>
                      <a:pt x="990" y="246"/>
                      <a:pt x="1005" y="261"/>
                      <a:pt x="1012" y="290"/>
                    </a:cubicBezTo>
                    <a:cubicBezTo>
                      <a:pt x="1049" y="378"/>
                      <a:pt x="976" y="554"/>
                      <a:pt x="946" y="613"/>
                    </a:cubicBezTo>
                    <a:cubicBezTo>
                      <a:pt x="924" y="642"/>
                      <a:pt x="939" y="672"/>
                      <a:pt x="968" y="686"/>
                    </a:cubicBezTo>
                    <a:cubicBezTo>
                      <a:pt x="976" y="694"/>
                      <a:pt x="983" y="694"/>
                      <a:pt x="990" y="694"/>
                    </a:cubicBezTo>
                    <a:cubicBezTo>
                      <a:pt x="1012" y="694"/>
                      <a:pt x="1034" y="686"/>
                      <a:pt x="1042" y="664"/>
                    </a:cubicBezTo>
                    <a:cubicBezTo>
                      <a:pt x="1056" y="642"/>
                      <a:pt x="1174" y="408"/>
                      <a:pt x="1115" y="246"/>
                    </a:cubicBezTo>
                    <a:cubicBezTo>
                      <a:pt x="1100" y="195"/>
                      <a:pt x="1056" y="151"/>
                      <a:pt x="1005" y="137"/>
                    </a:cubicBezTo>
                    <a:cubicBezTo>
                      <a:pt x="975" y="125"/>
                      <a:pt x="945" y="119"/>
                      <a:pt x="916" y="119"/>
                    </a:cubicBezTo>
                    <a:cubicBezTo>
                      <a:pt x="783" y="119"/>
                      <a:pt x="668" y="228"/>
                      <a:pt x="602" y="312"/>
                    </a:cubicBezTo>
                    <a:cubicBezTo>
                      <a:pt x="554" y="184"/>
                      <a:pt x="464" y="0"/>
                      <a:pt x="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7"/>
              <p:cNvSpPr/>
              <p:nvPr/>
            </p:nvSpPr>
            <p:spPr>
              <a:xfrm>
                <a:off x="5109400" y="792500"/>
                <a:ext cx="24350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82" extrusionOk="0">
                    <a:moveTo>
                      <a:pt x="362" y="1"/>
                    </a:moveTo>
                    <a:cubicBezTo>
                      <a:pt x="342" y="1"/>
                      <a:pt x="320" y="4"/>
                      <a:pt x="299" y="11"/>
                    </a:cubicBezTo>
                    <a:cubicBezTo>
                      <a:pt x="138" y="70"/>
                      <a:pt x="35" y="319"/>
                      <a:pt x="28" y="348"/>
                    </a:cubicBezTo>
                    <a:cubicBezTo>
                      <a:pt x="1" y="394"/>
                      <a:pt x="39" y="428"/>
                      <a:pt x="76" y="428"/>
                    </a:cubicBezTo>
                    <a:cubicBezTo>
                      <a:pt x="99" y="428"/>
                      <a:pt x="122" y="415"/>
                      <a:pt x="131" y="385"/>
                    </a:cubicBezTo>
                    <a:cubicBezTo>
                      <a:pt x="153" y="326"/>
                      <a:pt x="241" y="150"/>
                      <a:pt x="336" y="121"/>
                    </a:cubicBezTo>
                    <a:cubicBezTo>
                      <a:pt x="349" y="116"/>
                      <a:pt x="361" y="113"/>
                      <a:pt x="372" y="113"/>
                    </a:cubicBezTo>
                    <a:cubicBezTo>
                      <a:pt x="393" y="113"/>
                      <a:pt x="412" y="121"/>
                      <a:pt x="431" y="136"/>
                    </a:cubicBezTo>
                    <a:cubicBezTo>
                      <a:pt x="600" y="246"/>
                      <a:pt x="395" y="561"/>
                      <a:pt x="395" y="561"/>
                    </a:cubicBezTo>
                    <a:cubicBezTo>
                      <a:pt x="380" y="576"/>
                      <a:pt x="380" y="605"/>
                      <a:pt x="395" y="627"/>
                    </a:cubicBezTo>
                    <a:cubicBezTo>
                      <a:pt x="405" y="638"/>
                      <a:pt x="420" y="644"/>
                      <a:pt x="436" y="644"/>
                    </a:cubicBezTo>
                    <a:cubicBezTo>
                      <a:pt x="441" y="644"/>
                      <a:pt x="447" y="644"/>
                      <a:pt x="453" y="642"/>
                    </a:cubicBezTo>
                    <a:cubicBezTo>
                      <a:pt x="457" y="642"/>
                      <a:pt x="545" y="620"/>
                      <a:pt x="639" y="620"/>
                    </a:cubicBezTo>
                    <a:cubicBezTo>
                      <a:pt x="729" y="620"/>
                      <a:pt x="824" y="640"/>
                      <a:pt x="857" y="715"/>
                    </a:cubicBezTo>
                    <a:cubicBezTo>
                      <a:pt x="871" y="737"/>
                      <a:pt x="871" y="766"/>
                      <a:pt x="857" y="788"/>
                    </a:cubicBezTo>
                    <a:cubicBezTo>
                      <a:pt x="820" y="876"/>
                      <a:pt x="644" y="949"/>
                      <a:pt x="585" y="971"/>
                    </a:cubicBezTo>
                    <a:cubicBezTo>
                      <a:pt x="522" y="986"/>
                      <a:pt x="533" y="1075"/>
                      <a:pt x="593" y="1075"/>
                    </a:cubicBezTo>
                    <a:cubicBezTo>
                      <a:pt x="595" y="1075"/>
                      <a:pt x="597" y="1074"/>
                      <a:pt x="600" y="1074"/>
                    </a:cubicBezTo>
                    <a:lnTo>
                      <a:pt x="607" y="1081"/>
                    </a:lnTo>
                    <a:cubicBezTo>
                      <a:pt x="637" y="1067"/>
                      <a:pt x="886" y="979"/>
                      <a:pt x="952" y="832"/>
                    </a:cubicBezTo>
                    <a:cubicBezTo>
                      <a:pt x="974" y="781"/>
                      <a:pt x="974" y="722"/>
                      <a:pt x="952" y="671"/>
                    </a:cubicBezTo>
                    <a:cubicBezTo>
                      <a:pt x="894" y="543"/>
                      <a:pt x="748" y="512"/>
                      <a:pt x="624" y="512"/>
                    </a:cubicBezTo>
                    <a:cubicBezTo>
                      <a:pt x="592" y="512"/>
                      <a:pt x="561" y="514"/>
                      <a:pt x="534" y="517"/>
                    </a:cubicBezTo>
                    <a:cubicBezTo>
                      <a:pt x="600" y="385"/>
                      <a:pt x="666" y="158"/>
                      <a:pt x="483" y="40"/>
                    </a:cubicBezTo>
                    <a:cubicBezTo>
                      <a:pt x="448" y="15"/>
                      <a:pt x="406" y="1"/>
                      <a:pt x="3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7"/>
              <p:cNvSpPr/>
              <p:nvPr/>
            </p:nvSpPr>
            <p:spPr>
              <a:xfrm>
                <a:off x="5020600" y="778075"/>
                <a:ext cx="2555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1" extrusionOk="0">
                    <a:moveTo>
                      <a:pt x="313" y="0"/>
                    </a:moveTo>
                    <a:cubicBezTo>
                      <a:pt x="280" y="0"/>
                      <a:pt x="246" y="8"/>
                      <a:pt x="215" y="23"/>
                    </a:cubicBezTo>
                    <a:cubicBezTo>
                      <a:pt x="68" y="104"/>
                      <a:pt x="9" y="375"/>
                      <a:pt x="9" y="405"/>
                    </a:cubicBezTo>
                    <a:cubicBezTo>
                      <a:pt x="1" y="443"/>
                      <a:pt x="32" y="467"/>
                      <a:pt x="64" y="467"/>
                    </a:cubicBezTo>
                    <a:cubicBezTo>
                      <a:pt x="87" y="467"/>
                      <a:pt x="110" y="454"/>
                      <a:pt x="119" y="427"/>
                    </a:cubicBezTo>
                    <a:cubicBezTo>
                      <a:pt x="127" y="361"/>
                      <a:pt x="178" y="170"/>
                      <a:pt x="273" y="119"/>
                    </a:cubicBezTo>
                    <a:cubicBezTo>
                      <a:pt x="288" y="111"/>
                      <a:pt x="303" y="108"/>
                      <a:pt x="317" y="108"/>
                    </a:cubicBezTo>
                    <a:cubicBezTo>
                      <a:pt x="332" y="108"/>
                      <a:pt x="347" y="111"/>
                      <a:pt x="361" y="119"/>
                    </a:cubicBezTo>
                    <a:cubicBezTo>
                      <a:pt x="545" y="199"/>
                      <a:pt x="405" y="544"/>
                      <a:pt x="405" y="544"/>
                    </a:cubicBezTo>
                    <a:cubicBezTo>
                      <a:pt x="398" y="566"/>
                      <a:pt x="405" y="588"/>
                      <a:pt x="420" y="610"/>
                    </a:cubicBezTo>
                    <a:cubicBezTo>
                      <a:pt x="429" y="619"/>
                      <a:pt x="442" y="622"/>
                      <a:pt x="456" y="622"/>
                    </a:cubicBezTo>
                    <a:cubicBezTo>
                      <a:pt x="467" y="622"/>
                      <a:pt x="477" y="620"/>
                      <a:pt x="486" y="617"/>
                    </a:cubicBezTo>
                    <a:cubicBezTo>
                      <a:pt x="486" y="612"/>
                      <a:pt x="624" y="552"/>
                      <a:pt x="746" y="552"/>
                    </a:cubicBezTo>
                    <a:cubicBezTo>
                      <a:pt x="806" y="552"/>
                      <a:pt x="863" y="566"/>
                      <a:pt x="897" y="610"/>
                    </a:cubicBezTo>
                    <a:cubicBezTo>
                      <a:pt x="911" y="632"/>
                      <a:pt x="911" y="654"/>
                      <a:pt x="911" y="683"/>
                    </a:cubicBezTo>
                    <a:cubicBezTo>
                      <a:pt x="889" y="779"/>
                      <a:pt x="728" y="881"/>
                      <a:pt x="669" y="918"/>
                    </a:cubicBezTo>
                    <a:cubicBezTo>
                      <a:pt x="647" y="933"/>
                      <a:pt x="633" y="962"/>
                      <a:pt x="647" y="991"/>
                    </a:cubicBezTo>
                    <a:cubicBezTo>
                      <a:pt x="662" y="1006"/>
                      <a:pt x="677" y="1021"/>
                      <a:pt x="699" y="1021"/>
                    </a:cubicBezTo>
                    <a:cubicBezTo>
                      <a:pt x="706" y="1021"/>
                      <a:pt x="713" y="1013"/>
                      <a:pt x="721" y="1013"/>
                    </a:cubicBezTo>
                    <a:cubicBezTo>
                      <a:pt x="750" y="999"/>
                      <a:pt x="977" y="867"/>
                      <a:pt x="1014" y="705"/>
                    </a:cubicBezTo>
                    <a:cubicBezTo>
                      <a:pt x="1021" y="647"/>
                      <a:pt x="1014" y="595"/>
                      <a:pt x="977" y="551"/>
                    </a:cubicBezTo>
                    <a:cubicBezTo>
                      <a:pt x="920" y="469"/>
                      <a:pt x="830" y="442"/>
                      <a:pt x="740" y="442"/>
                    </a:cubicBezTo>
                    <a:cubicBezTo>
                      <a:pt x="670" y="442"/>
                      <a:pt x="599" y="459"/>
                      <a:pt x="545" y="478"/>
                    </a:cubicBezTo>
                    <a:cubicBezTo>
                      <a:pt x="574" y="331"/>
                      <a:pt x="603" y="97"/>
                      <a:pt x="398" y="16"/>
                    </a:cubicBezTo>
                    <a:cubicBezTo>
                      <a:pt x="371" y="6"/>
                      <a:pt x="342" y="0"/>
                      <a:pt x="3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7"/>
              <p:cNvSpPr/>
              <p:nvPr/>
            </p:nvSpPr>
            <p:spPr>
              <a:xfrm>
                <a:off x="5063900" y="832325"/>
                <a:ext cx="2917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743" extrusionOk="0">
                    <a:moveTo>
                      <a:pt x="280" y="0"/>
                    </a:moveTo>
                    <a:cubicBezTo>
                      <a:pt x="270" y="0"/>
                      <a:pt x="260" y="1"/>
                      <a:pt x="250" y="2"/>
                    </a:cubicBezTo>
                    <a:cubicBezTo>
                      <a:pt x="184" y="2"/>
                      <a:pt x="125" y="38"/>
                      <a:pt x="96" y="90"/>
                    </a:cubicBezTo>
                    <a:cubicBezTo>
                      <a:pt x="0" y="236"/>
                      <a:pt x="81" y="500"/>
                      <a:pt x="96" y="530"/>
                    </a:cubicBezTo>
                    <a:cubicBezTo>
                      <a:pt x="102" y="554"/>
                      <a:pt x="123" y="568"/>
                      <a:pt x="147" y="568"/>
                    </a:cubicBezTo>
                    <a:cubicBezTo>
                      <a:pt x="152" y="568"/>
                      <a:pt x="157" y="567"/>
                      <a:pt x="162" y="566"/>
                    </a:cubicBezTo>
                    <a:cubicBezTo>
                      <a:pt x="191" y="552"/>
                      <a:pt x="206" y="522"/>
                      <a:pt x="198" y="493"/>
                    </a:cubicBezTo>
                    <a:cubicBezTo>
                      <a:pt x="176" y="427"/>
                      <a:pt x="132" y="236"/>
                      <a:pt x="191" y="156"/>
                    </a:cubicBezTo>
                    <a:cubicBezTo>
                      <a:pt x="206" y="126"/>
                      <a:pt x="235" y="112"/>
                      <a:pt x="264" y="112"/>
                    </a:cubicBezTo>
                    <a:cubicBezTo>
                      <a:pt x="268" y="111"/>
                      <a:pt x="272" y="111"/>
                      <a:pt x="276" y="111"/>
                    </a:cubicBezTo>
                    <a:cubicBezTo>
                      <a:pt x="464" y="111"/>
                      <a:pt x="514" y="464"/>
                      <a:pt x="514" y="464"/>
                    </a:cubicBezTo>
                    <a:cubicBezTo>
                      <a:pt x="514" y="491"/>
                      <a:pt x="539" y="510"/>
                      <a:pt x="565" y="510"/>
                    </a:cubicBezTo>
                    <a:cubicBezTo>
                      <a:pt x="581" y="510"/>
                      <a:pt x="598" y="502"/>
                      <a:pt x="609" y="486"/>
                    </a:cubicBezTo>
                    <a:cubicBezTo>
                      <a:pt x="609" y="486"/>
                      <a:pt x="768" y="275"/>
                      <a:pt x="911" y="275"/>
                    </a:cubicBezTo>
                    <a:cubicBezTo>
                      <a:pt x="931" y="275"/>
                      <a:pt x="950" y="279"/>
                      <a:pt x="968" y="288"/>
                    </a:cubicBezTo>
                    <a:cubicBezTo>
                      <a:pt x="990" y="295"/>
                      <a:pt x="1005" y="317"/>
                      <a:pt x="1012" y="339"/>
                    </a:cubicBezTo>
                    <a:cubicBezTo>
                      <a:pt x="1042" y="434"/>
                      <a:pt x="954" y="603"/>
                      <a:pt x="924" y="654"/>
                    </a:cubicBezTo>
                    <a:cubicBezTo>
                      <a:pt x="902" y="684"/>
                      <a:pt x="910" y="720"/>
                      <a:pt x="939" y="735"/>
                    </a:cubicBezTo>
                    <a:cubicBezTo>
                      <a:pt x="946" y="742"/>
                      <a:pt x="961" y="742"/>
                      <a:pt x="968" y="742"/>
                    </a:cubicBezTo>
                    <a:cubicBezTo>
                      <a:pt x="983" y="742"/>
                      <a:pt x="998" y="735"/>
                      <a:pt x="1012" y="720"/>
                    </a:cubicBezTo>
                    <a:cubicBezTo>
                      <a:pt x="1027" y="691"/>
                      <a:pt x="1166" y="471"/>
                      <a:pt x="1115" y="310"/>
                    </a:cubicBezTo>
                    <a:cubicBezTo>
                      <a:pt x="1100" y="251"/>
                      <a:pt x="1064" y="207"/>
                      <a:pt x="1012" y="185"/>
                    </a:cubicBezTo>
                    <a:cubicBezTo>
                      <a:pt x="979" y="170"/>
                      <a:pt x="946" y="164"/>
                      <a:pt x="914" y="164"/>
                    </a:cubicBezTo>
                    <a:cubicBezTo>
                      <a:pt x="788" y="164"/>
                      <a:pt x="670" y="262"/>
                      <a:pt x="594" y="332"/>
                    </a:cubicBezTo>
                    <a:cubicBezTo>
                      <a:pt x="559" y="199"/>
                      <a:pt x="471" y="0"/>
                      <a:pt x="2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7"/>
              <p:cNvSpPr/>
              <p:nvPr/>
            </p:nvSpPr>
            <p:spPr>
              <a:xfrm>
                <a:off x="5075250" y="738725"/>
                <a:ext cx="26250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960" extrusionOk="0">
                    <a:moveTo>
                      <a:pt x="287" y="1"/>
                    </a:moveTo>
                    <a:cubicBezTo>
                      <a:pt x="239" y="1"/>
                      <a:pt x="193" y="16"/>
                      <a:pt x="155" y="43"/>
                    </a:cubicBezTo>
                    <a:cubicBezTo>
                      <a:pt x="16" y="153"/>
                      <a:pt x="8" y="424"/>
                      <a:pt x="8" y="454"/>
                    </a:cubicBezTo>
                    <a:cubicBezTo>
                      <a:pt x="1" y="483"/>
                      <a:pt x="30" y="512"/>
                      <a:pt x="60" y="512"/>
                    </a:cubicBezTo>
                    <a:cubicBezTo>
                      <a:pt x="89" y="512"/>
                      <a:pt x="111" y="483"/>
                      <a:pt x="118" y="454"/>
                    </a:cubicBezTo>
                    <a:cubicBezTo>
                      <a:pt x="118" y="388"/>
                      <a:pt x="140" y="197"/>
                      <a:pt x="221" y="131"/>
                    </a:cubicBezTo>
                    <a:cubicBezTo>
                      <a:pt x="235" y="117"/>
                      <a:pt x="255" y="112"/>
                      <a:pt x="275" y="112"/>
                    </a:cubicBezTo>
                    <a:cubicBezTo>
                      <a:pt x="286" y="112"/>
                      <a:pt x="298" y="114"/>
                      <a:pt x="309" y="116"/>
                    </a:cubicBezTo>
                    <a:cubicBezTo>
                      <a:pt x="507" y="160"/>
                      <a:pt x="426" y="527"/>
                      <a:pt x="426" y="527"/>
                    </a:cubicBezTo>
                    <a:cubicBezTo>
                      <a:pt x="419" y="549"/>
                      <a:pt x="426" y="578"/>
                      <a:pt x="448" y="586"/>
                    </a:cubicBezTo>
                    <a:cubicBezTo>
                      <a:pt x="456" y="593"/>
                      <a:pt x="467" y="597"/>
                      <a:pt x="478" y="597"/>
                    </a:cubicBezTo>
                    <a:cubicBezTo>
                      <a:pt x="489" y="597"/>
                      <a:pt x="500" y="593"/>
                      <a:pt x="507" y="586"/>
                    </a:cubicBezTo>
                    <a:cubicBezTo>
                      <a:pt x="512" y="586"/>
                      <a:pt x="674" y="480"/>
                      <a:pt x="806" y="480"/>
                    </a:cubicBezTo>
                    <a:cubicBezTo>
                      <a:pt x="848" y="480"/>
                      <a:pt x="887" y="491"/>
                      <a:pt x="917" y="520"/>
                    </a:cubicBezTo>
                    <a:cubicBezTo>
                      <a:pt x="932" y="534"/>
                      <a:pt x="939" y="556"/>
                      <a:pt x="939" y="586"/>
                    </a:cubicBezTo>
                    <a:cubicBezTo>
                      <a:pt x="932" y="688"/>
                      <a:pt x="793" y="813"/>
                      <a:pt x="741" y="857"/>
                    </a:cubicBezTo>
                    <a:cubicBezTo>
                      <a:pt x="719" y="879"/>
                      <a:pt x="712" y="908"/>
                      <a:pt x="734" y="938"/>
                    </a:cubicBezTo>
                    <a:cubicBezTo>
                      <a:pt x="741" y="945"/>
                      <a:pt x="763" y="952"/>
                      <a:pt x="778" y="960"/>
                    </a:cubicBezTo>
                    <a:cubicBezTo>
                      <a:pt x="793" y="952"/>
                      <a:pt x="800" y="945"/>
                      <a:pt x="815" y="938"/>
                    </a:cubicBezTo>
                    <a:cubicBezTo>
                      <a:pt x="837" y="923"/>
                      <a:pt x="1042" y="754"/>
                      <a:pt x="1049" y="586"/>
                    </a:cubicBezTo>
                    <a:cubicBezTo>
                      <a:pt x="1049" y="534"/>
                      <a:pt x="1035" y="476"/>
                      <a:pt x="991" y="439"/>
                    </a:cubicBezTo>
                    <a:cubicBezTo>
                      <a:pt x="939" y="387"/>
                      <a:pt x="874" y="368"/>
                      <a:pt x="808" y="368"/>
                    </a:cubicBezTo>
                    <a:cubicBezTo>
                      <a:pt x="715" y="368"/>
                      <a:pt x="619" y="405"/>
                      <a:pt x="551" y="439"/>
                    </a:cubicBezTo>
                    <a:cubicBezTo>
                      <a:pt x="558" y="292"/>
                      <a:pt x="544" y="58"/>
                      <a:pt x="338" y="6"/>
                    </a:cubicBezTo>
                    <a:cubicBezTo>
                      <a:pt x="321" y="3"/>
                      <a:pt x="304" y="1"/>
                      <a:pt x="287" y="1"/>
                    </a:cubicBezTo>
                    <a:close/>
                  </a:path>
                </a:pathLst>
              </a:custGeom>
              <a:solidFill>
                <a:srgbClr val="E093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7"/>
              <p:cNvSpPr/>
              <p:nvPr/>
            </p:nvSpPr>
            <p:spPr>
              <a:xfrm>
                <a:off x="5018450" y="693600"/>
                <a:ext cx="28425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00" extrusionOk="0">
                    <a:moveTo>
                      <a:pt x="271" y="1"/>
                    </a:moveTo>
                    <a:cubicBezTo>
                      <a:pt x="205" y="1"/>
                      <a:pt x="147" y="30"/>
                      <a:pt x="103" y="81"/>
                    </a:cubicBezTo>
                    <a:cubicBezTo>
                      <a:pt x="0" y="220"/>
                      <a:pt x="59" y="484"/>
                      <a:pt x="66" y="514"/>
                    </a:cubicBezTo>
                    <a:cubicBezTo>
                      <a:pt x="72" y="539"/>
                      <a:pt x="95" y="559"/>
                      <a:pt x="121" y="559"/>
                    </a:cubicBezTo>
                    <a:cubicBezTo>
                      <a:pt x="124" y="559"/>
                      <a:pt x="128" y="559"/>
                      <a:pt x="132" y="558"/>
                    </a:cubicBezTo>
                    <a:cubicBezTo>
                      <a:pt x="161" y="550"/>
                      <a:pt x="176" y="521"/>
                      <a:pt x="176" y="492"/>
                    </a:cubicBezTo>
                    <a:cubicBezTo>
                      <a:pt x="154" y="426"/>
                      <a:pt x="132" y="235"/>
                      <a:pt x="191" y="154"/>
                    </a:cubicBezTo>
                    <a:cubicBezTo>
                      <a:pt x="209" y="130"/>
                      <a:pt x="232" y="116"/>
                      <a:pt x="256" y="116"/>
                    </a:cubicBezTo>
                    <a:cubicBezTo>
                      <a:pt x="261" y="116"/>
                      <a:pt x="266" y="117"/>
                      <a:pt x="271" y="118"/>
                    </a:cubicBezTo>
                    <a:cubicBezTo>
                      <a:pt x="469" y="118"/>
                      <a:pt x="484" y="484"/>
                      <a:pt x="484" y="484"/>
                    </a:cubicBezTo>
                    <a:cubicBezTo>
                      <a:pt x="484" y="506"/>
                      <a:pt x="499" y="521"/>
                      <a:pt x="521" y="528"/>
                    </a:cubicBezTo>
                    <a:cubicBezTo>
                      <a:pt x="529" y="531"/>
                      <a:pt x="537" y="533"/>
                      <a:pt x="544" y="533"/>
                    </a:cubicBezTo>
                    <a:cubicBezTo>
                      <a:pt x="558" y="533"/>
                      <a:pt x="570" y="528"/>
                      <a:pt x="579" y="514"/>
                    </a:cubicBezTo>
                    <a:cubicBezTo>
                      <a:pt x="586" y="514"/>
                      <a:pt x="747" y="327"/>
                      <a:pt x="885" y="327"/>
                    </a:cubicBezTo>
                    <a:cubicBezTo>
                      <a:pt x="909" y="327"/>
                      <a:pt x="932" y="332"/>
                      <a:pt x="953" y="345"/>
                    </a:cubicBezTo>
                    <a:cubicBezTo>
                      <a:pt x="975" y="360"/>
                      <a:pt x="990" y="374"/>
                      <a:pt x="997" y="404"/>
                    </a:cubicBezTo>
                    <a:cubicBezTo>
                      <a:pt x="1012" y="499"/>
                      <a:pt x="917" y="660"/>
                      <a:pt x="873" y="712"/>
                    </a:cubicBezTo>
                    <a:cubicBezTo>
                      <a:pt x="858" y="734"/>
                      <a:pt x="858" y="770"/>
                      <a:pt x="887" y="792"/>
                    </a:cubicBezTo>
                    <a:cubicBezTo>
                      <a:pt x="895" y="792"/>
                      <a:pt x="902" y="800"/>
                      <a:pt x="917" y="800"/>
                    </a:cubicBezTo>
                    <a:cubicBezTo>
                      <a:pt x="931" y="800"/>
                      <a:pt x="953" y="792"/>
                      <a:pt x="961" y="785"/>
                    </a:cubicBezTo>
                    <a:cubicBezTo>
                      <a:pt x="983" y="756"/>
                      <a:pt x="1137" y="543"/>
                      <a:pt x="1100" y="382"/>
                    </a:cubicBezTo>
                    <a:cubicBezTo>
                      <a:pt x="1093" y="330"/>
                      <a:pt x="1063" y="279"/>
                      <a:pt x="1012" y="250"/>
                    </a:cubicBezTo>
                    <a:cubicBezTo>
                      <a:pt x="973" y="228"/>
                      <a:pt x="934" y="219"/>
                      <a:pt x="894" y="219"/>
                    </a:cubicBezTo>
                    <a:cubicBezTo>
                      <a:pt x="775" y="219"/>
                      <a:pt x="658" y="301"/>
                      <a:pt x="587" y="367"/>
                    </a:cubicBezTo>
                    <a:cubicBezTo>
                      <a:pt x="557" y="220"/>
                      <a:pt x="484" y="1"/>
                      <a:pt x="2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7"/>
              <p:cNvSpPr/>
              <p:nvPr/>
            </p:nvSpPr>
            <p:spPr>
              <a:xfrm>
                <a:off x="5106975" y="828650"/>
                <a:ext cx="137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551" h="332" extrusionOk="0">
                    <a:moveTo>
                      <a:pt x="437" y="0"/>
                    </a:moveTo>
                    <a:cubicBezTo>
                      <a:pt x="431" y="0"/>
                      <a:pt x="425" y="1"/>
                      <a:pt x="418" y="2"/>
                    </a:cubicBezTo>
                    <a:cubicBezTo>
                      <a:pt x="330" y="24"/>
                      <a:pt x="272" y="75"/>
                      <a:pt x="176" y="75"/>
                    </a:cubicBezTo>
                    <a:cubicBezTo>
                      <a:pt x="162" y="72"/>
                      <a:pt x="147" y="70"/>
                      <a:pt x="132" y="70"/>
                    </a:cubicBezTo>
                    <a:cubicBezTo>
                      <a:pt x="118" y="70"/>
                      <a:pt x="103" y="72"/>
                      <a:pt x="88" y="75"/>
                    </a:cubicBezTo>
                    <a:cubicBezTo>
                      <a:pt x="52" y="75"/>
                      <a:pt x="30" y="97"/>
                      <a:pt x="15" y="127"/>
                    </a:cubicBezTo>
                    <a:cubicBezTo>
                      <a:pt x="0" y="171"/>
                      <a:pt x="37" y="215"/>
                      <a:pt x="81" y="244"/>
                    </a:cubicBezTo>
                    <a:cubicBezTo>
                      <a:pt x="132" y="281"/>
                      <a:pt x="191" y="310"/>
                      <a:pt x="264" y="325"/>
                    </a:cubicBezTo>
                    <a:cubicBezTo>
                      <a:pt x="284" y="330"/>
                      <a:pt x="305" y="332"/>
                      <a:pt x="327" y="332"/>
                    </a:cubicBezTo>
                    <a:cubicBezTo>
                      <a:pt x="370" y="332"/>
                      <a:pt x="416" y="322"/>
                      <a:pt x="455" y="303"/>
                    </a:cubicBezTo>
                    <a:cubicBezTo>
                      <a:pt x="514" y="266"/>
                      <a:pt x="550" y="207"/>
                      <a:pt x="550" y="134"/>
                    </a:cubicBezTo>
                    <a:cubicBezTo>
                      <a:pt x="550" y="73"/>
                      <a:pt x="507" y="0"/>
                      <a:pt x="4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7"/>
              <p:cNvSpPr/>
              <p:nvPr/>
            </p:nvSpPr>
            <p:spPr>
              <a:xfrm>
                <a:off x="4996075" y="701275"/>
                <a:ext cx="8100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37" extrusionOk="0">
                    <a:moveTo>
                      <a:pt x="144" y="1"/>
                    </a:moveTo>
                    <a:cubicBezTo>
                      <a:pt x="120" y="1"/>
                      <a:pt x="96" y="3"/>
                      <a:pt x="74" y="9"/>
                    </a:cubicBezTo>
                    <a:cubicBezTo>
                      <a:pt x="52" y="9"/>
                      <a:pt x="37" y="16"/>
                      <a:pt x="23" y="31"/>
                    </a:cubicBezTo>
                    <a:cubicBezTo>
                      <a:pt x="8" y="38"/>
                      <a:pt x="1" y="60"/>
                      <a:pt x="8" y="75"/>
                    </a:cubicBezTo>
                    <a:cubicBezTo>
                      <a:pt x="8" y="89"/>
                      <a:pt x="23" y="97"/>
                      <a:pt x="30" y="111"/>
                    </a:cubicBezTo>
                    <a:lnTo>
                      <a:pt x="111" y="185"/>
                    </a:lnTo>
                    <a:cubicBezTo>
                      <a:pt x="140" y="214"/>
                      <a:pt x="184" y="236"/>
                      <a:pt x="221" y="236"/>
                    </a:cubicBezTo>
                    <a:cubicBezTo>
                      <a:pt x="272" y="236"/>
                      <a:pt x="309" y="192"/>
                      <a:pt x="316" y="148"/>
                    </a:cubicBezTo>
                    <a:cubicBezTo>
                      <a:pt x="323" y="104"/>
                      <a:pt x="301" y="38"/>
                      <a:pt x="257" y="16"/>
                    </a:cubicBezTo>
                    <a:cubicBezTo>
                      <a:pt x="221" y="7"/>
                      <a:pt x="182" y="1"/>
                      <a:pt x="144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7"/>
              <p:cNvSpPr/>
              <p:nvPr/>
            </p:nvSpPr>
            <p:spPr>
              <a:xfrm>
                <a:off x="5034200" y="756425"/>
                <a:ext cx="10475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93" extrusionOk="0">
                    <a:moveTo>
                      <a:pt x="70" y="0"/>
                    </a:moveTo>
                    <a:cubicBezTo>
                      <a:pt x="56" y="0"/>
                      <a:pt x="42" y="5"/>
                      <a:pt x="30" y="17"/>
                    </a:cubicBezTo>
                    <a:cubicBezTo>
                      <a:pt x="1" y="39"/>
                      <a:pt x="15" y="90"/>
                      <a:pt x="15" y="127"/>
                    </a:cubicBezTo>
                    <a:cubicBezTo>
                      <a:pt x="8" y="186"/>
                      <a:pt x="8" y="244"/>
                      <a:pt x="15" y="310"/>
                    </a:cubicBezTo>
                    <a:cubicBezTo>
                      <a:pt x="30" y="362"/>
                      <a:pt x="67" y="406"/>
                      <a:pt x="111" y="428"/>
                    </a:cubicBezTo>
                    <a:cubicBezTo>
                      <a:pt x="169" y="457"/>
                      <a:pt x="228" y="479"/>
                      <a:pt x="287" y="486"/>
                    </a:cubicBezTo>
                    <a:cubicBezTo>
                      <a:pt x="303" y="489"/>
                      <a:pt x="321" y="493"/>
                      <a:pt x="338" y="493"/>
                    </a:cubicBezTo>
                    <a:cubicBezTo>
                      <a:pt x="360" y="493"/>
                      <a:pt x="380" y="488"/>
                      <a:pt x="397" y="472"/>
                    </a:cubicBezTo>
                    <a:cubicBezTo>
                      <a:pt x="419" y="442"/>
                      <a:pt x="404" y="398"/>
                      <a:pt x="382" y="362"/>
                    </a:cubicBezTo>
                    <a:cubicBezTo>
                      <a:pt x="323" y="252"/>
                      <a:pt x="250" y="156"/>
                      <a:pt x="169" y="61"/>
                    </a:cubicBezTo>
                    <a:cubicBezTo>
                      <a:pt x="148" y="34"/>
                      <a:pt x="107" y="0"/>
                      <a:pt x="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7"/>
              <p:cNvSpPr/>
              <p:nvPr/>
            </p:nvSpPr>
            <p:spPr>
              <a:xfrm>
                <a:off x="5022300" y="618825"/>
                <a:ext cx="186050" cy="178375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7135" extrusionOk="0">
                    <a:moveTo>
                      <a:pt x="2933" y="1"/>
                    </a:moveTo>
                    <a:cubicBezTo>
                      <a:pt x="2184" y="1"/>
                      <a:pt x="1542" y="235"/>
                      <a:pt x="865" y="711"/>
                    </a:cubicBezTo>
                    <a:cubicBezTo>
                      <a:pt x="242" y="1151"/>
                      <a:pt x="0" y="2046"/>
                      <a:pt x="271" y="2816"/>
                    </a:cubicBezTo>
                    <a:cubicBezTo>
                      <a:pt x="792" y="4267"/>
                      <a:pt x="1422" y="5492"/>
                      <a:pt x="2471" y="6430"/>
                    </a:cubicBezTo>
                    <a:cubicBezTo>
                      <a:pt x="2956" y="6882"/>
                      <a:pt x="3597" y="7135"/>
                      <a:pt x="4259" y="7135"/>
                    </a:cubicBezTo>
                    <a:cubicBezTo>
                      <a:pt x="4327" y="7135"/>
                      <a:pt x="4396" y="7132"/>
                      <a:pt x="4465" y="7127"/>
                    </a:cubicBezTo>
                    <a:cubicBezTo>
                      <a:pt x="5074" y="7075"/>
                      <a:pt x="5668" y="6921"/>
                      <a:pt x="6225" y="6665"/>
                    </a:cubicBezTo>
                    <a:cubicBezTo>
                      <a:pt x="7090" y="6276"/>
                      <a:pt x="7442" y="5110"/>
                      <a:pt x="6973" y="4201"/>
                    </a:cubicBezTo>
                    <a:cubicBezTo>
                      <a:pt x="6305" y="2911"/>
                      <a:pt x="5499" y="1701"/>
                      <a:pt x="4575" y="587"/>
                    </a:cubicBezTo>
                    <a:cubicBezTo>
                      <a:pt x="4348" y="315"/>
                      <a:pt x="4040" y="132"/>
                      <a:pt x="3695" y="73"/>
                    </a:cubicBezTo>
                    <a:cubicBezTo>
                      <a:pt x="3427" y="25"/>
                      <a:pt x="3175" y="1"/>
                      <a:pt x="29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7"/>
              <p:cNvSpPr/>
              <p:nvPr/>
            </p:nvSpPr>
            <p:spPr>
              <a:xfrm>
                <a:off x="5024300" y="649050"/>
                <a:ext cx="178000" cy="148150"/>
              </a:xfrm>
              <a:custGeom>
                <a:avLst/>
                <a:gdLst/>
                <a:ahLst/>
                <a:cxnLst/>
                <a:rect l="l" t="t" r="r" b="b"/>
                <a:pathLst>
                  <a:path w="7120" h="5926" extrusionOk="0">
                    <a:moveTo>
                      <a:pt x="331" y="1"/>
                    </a:moveTo>
                    <a:cubicBezTo>
                      <a:pt x="52" y="492"/>
                      <a:pt x="1" y="1079"/>
                      <a:pt x="191" y="1607"/>
                    </a:cubicBezTo>
                    <a:cubicBezTo>
                      <a:pt x="712" y="3058"/>
                      <a:pt x="1342" y="4283"/>
                      <a:pt x="2391" y="5221"/>
                    </a:cubicBezTo>
                    <a:cubicBezTo>
                      <a:pt x="2876" y="5673"/>
                      <a:pt x="3511" y="5926"/>
                      <a:pt x="4171" y="5926"/>
                    </a:cubicBezTo>
                    <a:cubicBezTo>
                      <a:pt x="4240" y="5926"/>
                      <a:pt x="4309" y="5923"/>
                      <a:pt x="4378" y="5918"/>
                    </a:cubicBezTo>
                    <a:cubicBezTo>
                      <a:pt x="4986" y="5866"/>
                      <a:pt x="5588" y="5712"/>
                      <a:pt x="6145" y="5456"/>
                    </a:cubicBezTo>
                    <a:cubicBezTo>
                      <a:pt x="6768" y="5177"/>
                      <a:pt x="7120" y="4495"/>
                      <a:pt x="7098" y="3791"/>
                    </a:cubicBezTo>
                    <a:cubicBezTo>
                      <a:pt x="7098" y="3791"/>
                      <a:pt x="6668" y="3609"/>
                      <a:pt x="5968" y="3609"/>
                    </a:cubicBezTo>
                    <a:cubicBezTo>
                      <a:pt x="5727" y="3609"/>
                      <a:pt x="5454" y="3631"/>
                      <a:pt x="5155" y="3689"/>
                    </a:cubicBezTo>
                    <a:cubicBezTo>
                      <a:pt x="4752" y="3777"/>
                      <a:pt x="4385" y="3960"/>
                      <a:pt x="4070" y="4224"/>
                    </a:cubicBezTo>
                    <a:cubicBezTo>
                      <a:pt x="3864" y="4394"/>
                      <a:pt x="3614" y="4478"/>
                      <a:pt x="3365" y="4478"/>
                    </a:cubicBezTo>
                    <a:cubicBezTo>
                      <a:pt x="3108" y="4478"/>
                      <a:pt x="2852" y="4388"/>
                      <a:pt x="2648" y="4209"/>
                    </a:cubicBezTo>
                    <a:lnTo>
                      <a:pt x="2640" y="4202"/>
                    </a:lnTo>
                    <a:cubicBezTo>
                      <a:pt x="1599" y="3264"/>
                      <a:pt x="961" y="2039"/>
                      <a:pt x="441" y="587"/>
                    </a:cubicBezTo>
                    <a:cubicBezTo>
                      <a:pt x="375" y="397"/>
                      <a:pt x="338" y="199"/>
                      <a:pt x="3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7"/>
              <p:cNvSpPr/>
              <p:nvPr/>
            </p:nvSpPr>
            <p:spPr>
              <a:xfrm>
                <a:off x="5047775" y="695100"/>
                <a:ext cx="24025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961" h="520" extrusionOk="0">
                    <a:moveTo>
                      <a:pt x="728" y="1"/>
                    </a:moveTo>
                    <a:cubicBezTo>
                      <a:pt x="679" y="1"/>
                      <a:pt x="631" y="17"/>
                      <a:pt x="587" y="50"/>
                    </a:cubicBezTo>
                    <a:cubicBezTo>
                      <a:pt x="543" y="87"/>
                      <a:pt x="506" y="131"/>
                      <a:pt x="484" y="182"/>
                    </a:cubicBezTo>
                    <a:cubicBezTo>
                      <a:pt x="455" y="138"/>
                      <a:pt x="418" y="102"/>
                      <a:pt x="374" y="72"/>
                    </a:cubicBezTo>
                    <a:cubicBezTo>
                      <a:pt x="337" y="50"/>
                      <a:pt x="292" y="38"/>
                      <a:pt x="247" y="38"/>
                    </a:cubicBezTo>
                    <a:cubicBezTo>
                      <a:pt x="220" y="38"/>
                      <a:pt x="194" y="42"/>
                      <a:pt x="169" y="50"/>
                    </a:cubicBezTo>
                    <a:cubicBezTo>
                      <a:pt x="110" y="72"/>
                      <a:pt x="59" y="109"/>
                      <a:pt x="30" y="168"/>
                    </a:cubicBezTo>
                    <a:cubicBezTo>
                      <a:pt x="0" y="278"/>
                      <a:pt x="15" y="388"/>
                      <a:pt x="74" y="483"/>
                    </a:cubicBezTo>
                    <a:cubicBezTo>
                      <a:pt x="81" y="505"/>
                      <a:pt x="103" y="520"/>
                      <a:pt x="118" y="520"/>
                    </a:cubicBezTo>
                    <a:cubicBezTo>
                      <a:pt x="132" y="520"/>
                      <a:pt x="140" y="520"/>
                      <a:pt x="147" y="512"/>
                    </a:cubicBezTo>
                    <a:cubicBezTo>
                      <a:pt x="176" y="498"/>
                      <a:pt x="184" y="468"/>
                      <a:pt x="176" y="439"/>
                    </a:cubicBezTo>
                    <a:cubicBezTo>
                      <a:pt x="132" y="373"/>
                      <a:pt x="125" y="292"/>
                      <a:pt x="140" y="219"/>
                    </a:cubicBezTo>
                    <a:cubicBezTo>
                      <a:pt x="147" y="190"/>
                      <a:pt x="176" y="168"/>
                      <a:pt x="206" y="160"/>
                    </a:cubicBezTo>
                    <a:cubicBezTo>
                      <a:pt x="218" y="155"/>
                      <a:pt x="232" y="153"/>
                      <a:pt x="247" y="153"/>
                    </a:cubicBezTo>
                    <a:cubicBezTo>
                      <a:pt x="272" y="153"/>
                      <a:pt x="299" y="161"/>
                      <a:pt x="323" y="175"/>
                    </a:cubicBezTo>
                    <a:cubicBezTo>
                      <a:pt x="381" y="219"/>
                      <a:pt x="425" y="285"/>
                      <a:pt x="440" y="366"/>
                    </a:cubicBezTo>
                    <a:cubicBezTo>
                      <a:pt x="440" y="388"/>
                      <a:pt x="469" y="402"/>
                      <a:pt x="491" y="410"/>
                    </a:cubicBezTo>
                    <a:cubicBezTo>
                      <a:pt x="521" y="402"/>
                      <a:pt x="543" y="388"/>
                      <a:pt x="550" y="358"/>
                    </a:cubicBezTo>
                    <a:cubicBezTo>
                      <a:pt x="557" y="278"/>
                      <a:pt x="594" y="197"/>
                      <a:pt x="653" y="138"/>
                    </a:cubicBezTo>
                    <a:cubicBezTo>
                      <a:pt x="676" y="124"/>
                      <a:pt x="700" y="116"/>
                      <a:pt x="724" y="116"/>
                    </a:cubicBezTo>
                    <a:cubicBezTo>
                      <a:pt x="737" y="116"/>
                      <a:pt x="750" y="119"/>
                      <a:pt x="763" y="124"/>
                    </a:cubicBezTo>
                    <a:cubicBezTo>
                      <a:pt x="785" y="124"/>
                      <a:pt x="807" y="138"/>
                      <a:pt x="821" y="160"/>
                    </a:cubicBezTo>
                    <a:cubicBezTo>
                      <a:pt x="843" y="226"/>
                      <a:pt x="843" y="300"/>
                      <a:pt x="821" y="373"/>
                    </a:cubicBezTo>
                    <a:cubicBezTo>
                      <a:pt x="808" y="413"/>
                      <a:pt x="841" y="443"/>
                      <a:pt x="874" y="443"/>
                    </a:cubicBezTo>
                    <a:cubicBezTo>
                      <a:pt x="895" y="443"/>
                      <a:pt x="915" y="431"/>
                      <a:pt x="924" y="402"/>
                    </a:cubicBezTo>
                    <a:cubicBezTo>
                      <a:pt x="961" y="300"/>
                      <a:pt x="953" y="197"/>
                      <a:pt x="909" y="102"/>
                    </a:cubicBezTo>
                    <a:cubicBezTo>
                      <a:pt x="880" y="50"/>
                      <a:pt x="836" y="21"/>
                      <a:pt x="777" y="6"/>
                    </a:cubicBezTo>
                    <a:cubicBezTo>
                      <a:pt x="761" y="3"/>
                      <a:pt x="744" y="1"/>
                      <a:pt x="7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5160850" y="727850"/>
                <a:ext cx="28450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611" extrusionOk="0">
                    <a:moveTo>
                      <a:pt x="299" y="0"/>
                    </a:moveTo>
                    <a:cubicBezTo>
                      <a:pt x="290" y="0"/>
                      <a:pt x="281" y="1"/>
                      <a:pt x="272" y="2"/>
                    </a:cubicBezTo>
                    <a:cubicBezTo>
                      <a:pt x="206" y="9"/>
                      <a:pt x="140" y="38"/>
                      <a:pt x="96" y="97"/>
                    </a:cubicBezTo>
                    <a:cubicBezTo>
                      <a:pt x="1" y="222"/>
                      <a:pt x="52" y="434"/>
                      <a:pt x="60" y="456"/>
                    </a:cubicBezTo>
                    <a:cubicBezTo>
                      <a:pt x="66" y="480"/>
                      <a:pt x="87" y="495"/>
                      <a:pt x="111" y="495"/>
                    </a:cubicBezTo>
                    <a:cubicBezTo>
                      <a:pt x="115" y="495"/>
                      <a:pt x="121" y="494"/>
                      <a:pt x="126" y="493"/>
                    </a:cubicBezTo>
                    <a:cubicBezTo>
                      <a:pt x="155" y="485"/>
                      <a:pt x="170" y="456"/>
                      <a:pt x="162" y="427"/>
                    </a:cubicBezTo>
                    <a:cubicBezTo>
                      <a:pt x="140" y="339"/>
                      <a:pt x="148" y="244"/>
                      <a:pt x="184" y="163"/>
                    </a:cubicBezTo>
                    <a:cubicBezTo>
                      <a:pt x="206" y="134"/>
                      <a:pt x="243" y="119"/>
                      <a:pt x="280" y="119"/>
                    </a:cubicBezTo>
                    <a:cubicBezTo>
                      <a:pt x="288" y="118"/>
                      <a:pt x="297" y="117"/>
                      <a:pt x="305" y="117"/>
                    </a:cubicBezTo>
                    <a:cubicBezTo>
                      <a:pt x="348" y="117"/>
                      <a:pt x="388" y="132"/>
                      <a:pt x="419" y="163"/>
                    </a:cubicBezTo>
                    <a:cubicBezTo>
                      <a:pt x="470" y="236"/>
                      <a:pt x="499" y="324"/>
                      <a:pt x="499" y="412"/>
                    </a:cubicBezTo>
                    <a:cubicBezTo>
                      <a:pt x="499" y="441"/>
                      <a:pt x="514" y="463"/>
                      <a:pt x="543" y="471"/>
                    </a:cubicBezTo>
                    <a:cubicBezTo>
                      <a:pt x="565" y="471"/>
                      <a:pt x="595" y="456"/>
                      <a:pt x="602" y="434"/>
                    </a:cubicBezTo>
                    <a:cubicBezTo>
                      <a:pt x="639" y="346"/>
                      <a:pt x="705" y="265"/>
                      <a:pt x="785" y="214"/>
                    </a:cubicBezTo>
                    <a:cubicBezTo>
                      <a:pt x="805" y="208"/>
                      <a:pt x="826" y="204"/>
                      <a:pt x="848" y="204"/>
                    </a:cubicBezTo>
                    <a:cubicBezTo>
                      <a:pt x="874" y="204"/>
                      <a:pt x="900" y="209"/>
                      <a:pt x="925" y="222"/>
                    </a:cubicBezTo>
                    <a:cubicBezTo>
                      <a:pt x="947" y="229"/>
                      <a:pt x="969" y="258"/>
                      <a:pt x="983" y="280"/>
                    </a:cubicBezTo>
                    <a:cubicBezTo>
                      <a:pt x="991" y="368"/>
                      <a:pt x="969" y="456"/>
                      <a:pt x="925" y="529"/>
                    </a:cubicBezTo>
                    <a:cubicBezTo>
                      <a:pt x="910" y="551"/>
                      <a:pt x="917" y="588"/>
                      <a:pt x="947" y="603"/>
                    </a:cubicBezTo>
                    <a:cubicBezTo>
                      <a:pt x="954" y="610"/>
                      <a:pt x="961" y="610"/>
                      <a:pt x="976" y="610"/>
                    </a:cubicBezTo>
                    <a:cubicBezTo>
                      <a:pt x="998" y="610"/>
                      <a:pt x="1013" y="603"/>
                      <a:pt x="1027" y="581"/>
                    </a:cubicBezTo>
                    <a:cubicBezTo>
                      <a:pt x="1035" y="566"/>
                      <a:pt x="1137" y="390"/>
                      <a:pt x="1086" y="251"/>
                    </a:cubicBezTo>
                    <a:cubicBezTo>
                      <a:pt x="1071" y="192"/>
                      <a:pt x="1027" y="141"/>
                      <a:pt x="969" y="119"/>
                    </a:cubicBezTo>
                    <a:cubicBezTo>
                      <a:pt x="934" y="100"/>
                      <a:pt x="895" y="90"/>
                      <a:pt x="855" y="90"/>
                    </a:cubicBezTo>
                    <a:cubicBezTo>
                      <a:pt x="820" y="90"/>
                      <a:pt x="783" y="98"/>
                      <a:pt x="749" y="112"/>
                    </a:cubicBezTo>
                    <a:cubicBezTo>
                      <a:pt x="683" y="141"/>
                      <a:pt x="631" y="185"/>
                      <a:pt x="587" y="244"/>
                    </a:cubicBezTo>
                    <a:cubicBezTo>
                      <a:pt x="573" y="185"/>
                      <a:pt x="543" y="126"/>
                      <a:pt x="499" y="82"/>
                    </a:cubicBezTo>
                    <a:cubicBezTo>
                      <a:pt x="447" y="29"/>
                      <a:pt x="376" y="0"/>
                      <a:pt x="2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7"/>
              <p:cNvSpPr/>
              <p:nvPr/>
            </p:nvSpPr>
            <p:spPr>
              <a:xfrm>
                <a:off x="5097075" y="708500"/>
                <a:ext cx="28425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585" extrusionOk="0">
                    <a:moveTo>
                      <a:pt x="861" y="0"/>
                    </a:moveTo>
                    <a:cubicBezTo>
                      <a:pt x="804" y="0"/>
                      <a:pt x="746" y="17"/>
                      <a:pt x="697" y="50"/>
                    </a:cubicBezTo>
                    <a:cubicBezTo>
                      <a:pt x="646" y="94"/>
                      <a:pt x="602" y="152"/>
                      <a:pt x="572" y="218"/>
                    </a:cubicBezTo>
                    <a:cubicBezTo>
                      <a:pt x="543" y="167"/>
                      <a:pt x="499" y="116"/>
                      <a:pt x="448" y="86"/>
                    </a:cubicBezTo>
                    <a:cubicBezTo>
                      <a:pt x="404" y="60"/>
                      <a:pt x="357" y="47"/>
                      <a:pt x="309" y="47"/>
                    </a:cubicBezTo>
                    <a:cubicBezTo>
                      <a:pt x="278" y="47"/>
                      <a:pt x="245" y="53"/>
                      <a:pt x="213" y="64"/>
                    </a:cubicBezTo>
                    <a:cubicBezTo>
                      <a:pt x="147" y="79"/>
                      <a:pt x="88" y="130"/>
                      <a:pt x="66" y="196"/>
                    </a:cubicBezTo>
                    <a:cubicBezTo>
                      <a:pt x="0" y="343"/>
                      <a:pt x="103" y="534"/>
                      <a:pt x="110" y="556"/>
                    </a:cubicBezTo>
                    <a:cubicBezTo>
                      <a:pt x="118" y="570"/>
                      <a:pt x="140" y="585"/>
                      <a:pt x="162" y="585"/>
                    </a:cubicBezTo>
                    <a:cubicBezTo>
                      <a:pt x="169" y="578"/>
                      <a:pt x="176" y="578"/>
                      <a:pt x="184" y="570"/>
                    </a:cubicBezTo>
                    <a:cubicBezTo>
                      <a:pt x="213" y="556"/>
                      <a:pt x="220" y="526"/>
                      <a:pt x="206" y="497"/>
                    </a:cubicBezTo>
                    <a:cubicBezTo>
                      <a:pt x="162" y="416"/>
                      <a:pt x="147" y="321"/>
                      <a:pt x="169" y="233"/>
                    </a:cubicBezTo>
                    <a:cubicBezTo>
                      <a:pt x="184" y="196"/>
                      <a:pt x="213" y="174"/>
                      <a:pt x="250" y="167"/>
                    </a:cubicBezTo>
                    <a:cubicBezTo>
                      <a:pt x="268" y="158"/>
                      <a:pt x="288" y="154"/>
                      <a:pt x="308" y="154"/>
                    </a:cubicBezTo>
                    <a:cubicBezTo>
                      <a:pt x="335" y="154"/>
                      <a:pt x="363" y="162"/>
                      <a:pt x="389" y="174"/>
                    </a:cubicBezTo>
                    <a:cubicBezTo>
                      <a:pt x="462" y="233"/>
                      <a:pt x="514" y="314"/>
                      <a:pt x="528" y="402"/>
                    </a:cubicBezTo>
                    <a:cubicBezTo>
                      <a:pt x="536" y="424"/>
                      <a:pt x="558" y="446"/>
                      <a:pt x="587" y="446"/>
                    </a:cubicBezTo>
                    <a:cubicBezTo>
                      <a:pt x="616" y="438"/>
                      <a:pt x="638" y="424"/>
                      <a:pt x="638" y="394"/>
                    </a:cubicBezTo>
                    <a:cubicBezTo>
                      <a:pt x="653" y="299"/>
                      <a:pt x="697" y="204"/>
                      <a:pt x="763" y="138"/>
                    </a:cubicBezTo>
                    <a:cubicBezTo>
                      <a:pt x="791" y="115"/>
                      <a:pt x="828" y="106"/>
                      <a:pt x="863" y="106"/>
                    </a:cubicBezTo>
                    <a:cubicBezTo>
                      <a:pt x="874" y="106"/>
                      <a:pt x="885" y="107"/>
                      <a:pt x="895" y="108"/>
                    </a:cubicBezTo>
                    <a:cubicBezTo>
                      <a:pt x="924" y="116"/>
                      <a:pt x="954" y="130"/>
                      <a:pt x="968" y="160"/>
                    </a:cubicBezTo>
                    <a:cubicBezTo>
                      <a:pt x="998" y="233"/>
                      <a:pt x="998" y="328"/>
                      <a:pt x="976" y="409"/>
                    </a:cubicBezTo>
                    <a:cubicBezTo>
                      <a:pt x="967" y="449"/>
                      <a:pt x="998" y="475"/>
                      <a:pt x="1029" y="475"/>
                    </a:cubicBezTo>
                    <a:cubicBezTo>
                      <a:pt x="1050" y="475"/>
                      <a:pt x="1070" y="464"/>
                      <a:pt x="1078" y="438"/>
                    </a:cubicBezTo>
                    <a:cubicBezTo>
                      <a:pt x="1086" y="416"/>
                      <a:pt x="1137" y="226"/>
                      <a:pt x="1064" y="101"/>
                    </a:cubicBezTo>
                    <a:cubicBezTo>
                      <a:pt x="1027" y="50"/>
                      <a:pt x="976" y="13"/>
                      <a:pt x="917" y="6"/>
                    </a:cubicBezTo>
                    <a:cubicBezTo>
                      <a:pt x="899" y="2"/>
                      <a:pt x="880" y="0"/>
                      <a:pt x="8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7"/>
              <p:cNvSpPr/>
              <p:nvPr/>
            </p:nvSpPr>
            <p:spPr>
              <a:xfrm>
                <a:off x="5058025" y="643900"/>
                <a:ext cx="266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772" extrusionOk="0">
                    <a:moveTo>
                      <a:pt x="808" y="0"/>
                    </a:moveTo>
                    <a:cubicBezTo>
                      <a:pt x="800" y="0"/>
                      <a:pt x="793" y="1"/>
                      <a:pt x="785" y="2"/>
                    </a:cubicBezTo>
                    <a:cubicBezTo>
                      <a:pt x="705" y="9"/>
                      <a:pt x="639" y="46"/>
                      <a:pt x="587" y="112"/>
                    </a:cubicBezTo>
                    <a:cubicBezTo>
                      <a:pt x="551" y="163"/>
                      <a:pt x="521" y="236"/>
                      <a:pt x="514" y="302"/>
                    </a:cubicBezTo>
                    <a:cubicBezTo>
                      <a:pt x="470" y="258"/>
                      <a:pt x="419" y="229"/>
                      <a:pt x="353" y="214"/>
                    </a:cubicBezTo>
                    <a:cubicBezTo>
                      <a:pt x="329" y="208"/>
                      <a:pt x="304" y="204"/>
                      <a:pt x="281" y="204"/>
                    </a:cubicBezTo>
                    <a:cubicBezTo>
                      <a:pt x="225" y="204"/>
                      <a:pt x="172" y="222"/>
                      <a:pt x="125" y="258"/>
                    </a:cubicBezTo>
                    <a:cubicBezTo>
                      <a:pt x="67" y="295"/>
                      <a:pt x="23" y="354"/>
                      <a:pt x="15" y="427"/>
                    </a:cubicBezTo>
                    <a:cubicBezTo>
                      <a:pt x="1" y="581"/>
                      <a:pt x="147" y="735"/>
                      <a:pt x="162" y="757"/>
                    </a:cubicBezTo>
                    <a:cubicBezTo>
                      <a:pt x="169" y="764"/>
                      <a:pt x="184" y="771"/>
                      <a:pt x="199" y="771"/>
                    </a:cubicBezTo>
                    <a:cubicBezTo>
                      <a:pt x="213" y="771"/>
                      <a:pt x="228" y="764"/>
                      <a:pt x="243" y="749"/>
                    </a:cubicBezTo>
                    <a:cubicBezTo>
                      <a:pt x="265" y="735"/>
                      <a:pt x="265" y="698"/>
                      <a:pt x="243" y="676"/>
                    </a:cubicBezTo>
                    <a:cubicBezTo>
                      <a:pt x="177" y="610"/>
                      <a:pt x="133" y="522"/>
                      <a:pt x="125" y="434"/>
                    </a:cubicBezTo>
                    <a:cubicBezTo>
                      <a:pt x="133" y="398"/>
                      <a:pt x="155" y="361"/>
                      <a:pt x="184" y="346"/>
                    </a:cubicBezTo>
                    <a:cubicBezTo>
                      <a:pt x="216" y="325"/>
                      <a:pt x="252" y="311"/>
                      <a:pt x="290" y="311"/>
                    </a:cubicBezTo>
                    <a:cubicBezTo>
                      <a:pt x="303" y="311"/>
                      <a:pt x="317" y="313"/>
                      <a:pt x="331" y="317"/>
                    </a:cubicBezTo>
                    <a:cubicBezTo>
                      <a:pt x="411" y="354"/>
                      <a:pt x="477" y="412"/>
                      <a:pt x="521" y="493"/>
                    </a:cubicBezTo>
                    <a:cubicBezTo>
                      <a:pt x="532" y="515"/>
                      <a:pt x="552" y="524"/>
                      <a:pt x="570" y="524"/>
                    </a:cubicBezTo>
                    <a:cubicBezTo>
                      <a:pt x="602" y="524"/>
                      <a:pt x="633" y="497"/>
                      <a:pt x="624" y="456"/>
                    </a:cubicBezTo>
                    <a:cubicBezTo>
                      <a:pt x="609" y="361"/>
                      <a:pt x="631" y="258"/>
                      <a:pt x="675" y="178"/>
                    </a:cubicBezTo>
                    <a:cubicBezTo>
                      <a:pt x="705" y="141"/>
                      <a:pt x="749" y="119"/>
                      <a:pt x="793" y="112"/>
                    </a:cubicBezTo>
                    <a:cubicBezTo>
                      <a:pt x="822" y="112"/>
                      <a:pt x="851" y="119"/>
                      <a:pt x="873" y="141"/>
                    </a:cubicBezTo>
                    <a:cubicBezTo>
                      <a:pt x="925" y="207"/>
                      <a:pt x="954" y="295"/>
                      <a:pt x="954" y="376"/>
                    </a:cubicBezTo>
                    <a:cubicBezTo>
                      <a:pt x="954" y="405"/>
                      <a:pt x="976" y="434"/>
                      <a:pt x="1005" y="434"/>
                    </a:cubicBezTo>
                    <a:cubicBezTo>
                      <a:pt x="1042" y="434"/>
                      <a:pt x="1064" y="405"/>
                      <a:pt x="1064" y="376"/>
                    </a:cubicBezTo>
                    <a:cubicBezTo>
                      <a:pt x="1064" y="258"/>
                      <a:pt x="1027" y="148"/>
                      <a:pt x="954" y="53"/>
                    </a:cubicBezTo>
                    <a:cubicBezTo>
                      <a:pt x="909" y="21"/>
                      <a:pt x="859" y="0"/>
                      <a:pt x="8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7"/>
              <p:cNvSpPr/>
              <p:nvPr/>
            </p:nvSpPr>
            <p:spPr>
              <a:xfrm>
                <a:off x="5116325" y="658925"/>
                <a:ext cx="20375" cy="13450"/>
              </a:xfrm>
              <a:custGeom>
                <a:avLst/>
                <a:gdLst/>
                <a:ahLst/>
                <a:cxnLst/>
                <a:rect l="l" t="t" r="r" b="b"/>
                <a:pathLst>
                  <a:path w="815" h="538" extrusionOk="0">
                    <a:moveTo>
                      <a:pt x="213" y="0"/>
                    </a:moveTo>
                    <a:cubicBezTo>
                      <a:pt x="163" y="0"/>
                      <a:pt x="120" y="21"/>
                      <a:pt x="88" y="53"/>
                    </a:cubicBezTo>
                    <a:cubicBezTo>
                      <a:pt x="30" y="126"/>
                      <a:pt x="0" y="222"/>
                      <a:pt x="15" y="317"/>
                    </a:cubicBezTo>
                    <a:cubicBezTo>
                      <a:pt x="22" y="351"/>
                      <a:pt x="46" y="366"/>
                      <a:pt x="69" y="366"/>
                    </a:cubicBezTo>
                    <a:cubicBezTo>
                      <a:pt x="97" y="366"/>
                      <a:pt x="125" y="345"/>
                      <a:pt x="125" y="310"/>
                    </a:cubicBezTo>
                    <a:cubicBezTo>
                      <a:pt x="118" y="244"/>
                      <a:pt x="132" y="185"/>
                      <a:pt x="162" y="134"/>
                    </a:cubicBezTo>
                    <a:cubicBezTo>
                      <a:pt x="184" y="119"/>
                      <a:pt x="206" y="112"/>
                      <a:pt x="228" y="112"/>
                    </a:cubicBezTo>
                    <a:cubicBezTo>
                      <a:pt x="257" y="112"/>
                      <a:pt x="286" y="126"/>
                      <a:pt x="308" y="156"/>
                    </a:cubicBezTo>
                    <a:cubicBezTo>
                      <a:pt x="338" y="207"/>
                      <a:pt x="352" y="266"/>
                      <a:pt x="338" y="332"/>
                    </a:cubicBezTo>
                    <a:cubicBezTo>
                      <a:pt x="330" y="354"/>
                      <a:pt x="352" y="383"/>
                      <a:pt x="374" y="390"/>
                    </a:cubicBezTo>
                    <a:cubicBezTo>
                      <a:pt x="380" y="392"/>
                      <a:pt x="386" y="393"/>
                      <a:pt x="392" y="393"/>
                    </a:cubicBezTo>
                    <a:cubicBezTo>
                      <a:pt x="410" y="393"/>
                      <a:pt x="429" y="385"/>
                      <a:pt x="440" y="368"/>
                    </a:cubicBezTo>
                    <a:cubicBezTo>
                      <a:pt x="477" y="310"/>
                      <a:pt x="528" y="258"/>
                      <a:pt x="587" y="236"/>
                    </a:cubicBezTo>
                    <a:cubicBezTo>
                      <a:pt x="595" y="234"/>
                      <a:pt x="603" y="234"/>
                      <a:pt x="610" y="234"/>
                    </a:cubicBezTo>
                    <a:cubicBezTo>
                      <a:pt x="632" y="234"/>
                      <a:pt x="653" y="240"/>
                      <a:pt x="675" y="251"/>
                    </a:cubicBezTo>
                    <a:cubicBezTo>
                      <a:pt x="689" y="258"/>
                      <a:pt x="697" y="273"/>
                      <a:pt x="697" y="288"/>
                    </a:cubicBezTo>
                    <a:cubicBezTo>
                      <a:pt x="697" y="346"/>
                      <a:pt x="675" y="405"/>
                      <a:pt x="638" y="449"/>
                    </a:cubicBezTo>
                    <a:cubicBezTo>
                      <a:pt x="616" y="471"/>
                      <a:pt x="623" y="508"/>
                      <a:pt x="645" y="530"/>
                    </a:cubicBezTo>
                    <a:cubicBezTo>
                      <a:pt x="660" y="537"/>
                      <a:pt x="667" y="537"/>
                      <a:pt x="682" y="537"/>
                    </a:cubicBezTo>
                    <a:cubicBezTo>
                      <a:pt x="697" y="537"/>
                      <a:pt x="719" y="530"/>
                      <a:pt x="726" y="522"/>
                    </a:cubicBezTo>
                    <a:cubicBezTo>
                      <a:pt x="785" y="449"/>
                      <a:pt x="814" y="361"/>
                      <a:pt x="807" y="273"/>
                    </a:cubicBezTo>
                    <a:cubicBezTo>
                      <a:pt x="799" y="222"/>
                      <a:pt x="770" y="178"/>
                      <a:pt x="733" y="156"/>
                    </a:cubicBezTo>
                    <a:cubicBezTo>
                      <a:pt x="696" y="134"/>
                      <a:pt x="650" y="121"/>
                      <a:pt x="606" y="121"/>
                    </a:cubicBezTo>
                    <a:cubicBezTo>
                      <a:pt x="589" y="121"/>
                      <a:pt x="573" y="123"/>
                      <a:pt x="558" y="126"/>
                    </a:cubicBezTo>
                    <a:cubicBezTo>
                      <a:pt x="514" y="141"/>
                      <a:pt x="477" y="163"/>
                      <a:pt x="448" y="192"/>
                    </a:cubicBezTo>
                    <a:cubicBezTo>
                      <a:pt x="433" y="156"/>
                      <a:pt x="418" y="119"/>
                      <a:pt x="396" y="82"/>
                    </a:cubicBezTo>
                    <a:cubicBezTo>
                      <a:pt x="360" y="38"/>
                      <a:pt x="301" y="2"/>
                      <a:pt x="235" y="2"/>
                    </a:cubicBezTo>
                    <a:cubicBezTo>
                      <a:pt x="227" y="1"/>
                      <a:pt x="220" y="0"/>
                      <a:pt x="2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7"/>
              <p:cNvSpPr/>
              <p:nvPr/>
            </p:nvSpPr>
            <p:spPr>
              <a:xfrm>
                <a:off x="5122725" y="640075"/>
                <a:ext cx="90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383" extrusionOk="0">
                    <a:moveTo>
                      <a:pt x="107" y="1"/>
                    </a:moveTo>
                    <a:cubicBezTo>
                      <a:pt x="54" y="1"/>
                      <a:pt x="1" y="41"/>
                      <a:pt x="1" y="103"/>
                    </a:cubicBezTo>
                    <a:cubicBezTo>
                      <a:pt x="8" y="133"/>
                      <a:pt x="16" y="162"/>
                      <a:pt x="38" y="191"/>
                    </a:cubicBezTo>
                    <a:cubicBezTo>
                      <a:pt x="82" y="243"/>
                      <a:pt x="126" y="294"/>
                      <a:pt x="184" y="338"/>
                    </a:cubicBezTo>
                    <a:cubicBezTo>
                      <a:pt x="199" y="360"/>
                      <a:pt x="221" y="367"/>
                      <a:pt x="250" y="375"/>
                    </a:cubicBezTo>
                    <a:cubicBezTo>
                      <a:pt x="260" y="380"/>
                      <a:pt x="270" y="382"/>
                      <a:pt x="279" y="382"/>
                    </a:cubicBezTo>
                    <a:cubicBezTo>
                      <a:pt x="323" y="382"/>
                      <a:pt x="362" y="334"/>
                      <a:pt x="338" y="287"/>
                    </a:cubicBezTo>
                    <a:cubicBezTo>
                      <a:pt x="324" y="228"/>
                      <a:pt x="272" y="184"/>
                      <a:pt x="236" y="133"/>
                    </a:cubicBezTo>
                    <a:cubicBezTo>
                      <a:pt x="221" y="103"/>
                      <a:pt x="206" y="67"/>
                      <a:pt x="184" y="37"/>
                    </a:cubicBezTo>
                    <a:cubicBezTo>
                      <a:pt x="164" y="12"/>
                      <a:pt x="136" y="1"/>
                      <a:pt x="1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7"/>
              <p:cNvSpPr/>
              <p:nvPr/>
            </p:nvSpPr>
            <p:spPr>
              <a:xfrm>
                <a:off x="5087575" y="692200"/>
                <a:ext cx="7250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290" h="366" extrusionOk="0">
                    <a:moveTo>
                      <a:pt x="145" y="1"/>
                    </a:moveTo>
                    <a:cubicBezTo>
                      <a:pt x="69" y="1"/>
                      <a:pt x="0" y="128"/>
                      <a:pt x="21" y="232"/>
                    </a:cubicBezTo>
                    <a:cubicBezTo>
                      <a:pt x="21" y="323"/>
                      <a:pt x="86" y="366"/>
                      <a:pt x="150" y="366"/>
                    </a:cubicBezTo>
                    <a:cubicBezTo>
                      <a:pt x="220" y="366"/>
                      <a:pt x="290" y="314"/>
                      <a:pt x="270" y="218"/>
                    </a:cubicBezTo>
                    <a:cubicBezTo>
                      <a:pt x="270" y="159"/>
                      <a:pt x="263" y="115"/>
                      <a:pt x="234" y="71"/>
                    </a:cubicBezTo>
                    <a:cubicBezTo>
                      <a:pt x="207" y="21"/>
                      <a:pt x="175" y="1"/>
                      <a:pt x="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7"/>
              <p:cNvSpPr/>
              <p:nvPr/>
            </p:nvSpPr>
            <p:spPr>
              <a:xfrm>
                <a:off x="5153350" y="716775"/>
                <a:ext cx="10275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335" extrusionOk="0">
                    <a:moveTo>
                      <a:pt x="301" y="1"/>
                    </a:moveTo>
                    <a:cubicBezTo>
                      <a:pt x="286" y="1"/>
                      <a:pt x="272" y="5"/>
                      <a:pt x="257" y="12"/>
                    </a:cubicBezTo>
                    <a:cubicBezTo>
                      <a:pt x="228" y="27"/>
                      <a:pt x="198" y="49"/>
                      <a:pt x="176" y="71"/>
                    </a:cubicBezTo>
                    <a:cubicBezTo>
                      <a:pt x="162" y="93"/>
                      <a:pt x="132" y="122"/>
                      <a:pt x="110" y="144"/>
                    </a:cubicBezTo>
                    <a:cubicBezTo>
                      <a:pt x="88" y="159"/>
                      <a:pt x="59" y="173"/>
                      <a:pt x="37" y="188"/>
                    </a:cubicBezTo>
                    <a:cubicBezTo>
                      <a:pt x="15" y="210"/>
                      <a:pt x="0" y="232"/>
                      <a:pt x="0" y="261"/>
                    </a:cubicBezTo>
                    <a:cubicBezTo>
                      <a:pt x="0" y="298"/>
                      <a:pt x="30" y="327"/>
                      <a:pt x="66" y="335"/>
                    </a:cubicBezTo>
                    <a:cubicBezTo>
                      <a:pt x="96" y="335"/>
                      <a:pt x="125" y="327"/>
                      <a:pt x="154" y="320"/>
                    </a:cubicBezTo>
                    <a:cubicBezTo>
                      <a:pt x="220" y="291"/>
                      <a:pt x="279" y="239"/>
                      <a:pt x="316" y="173"/>
                    </a:cubicBezTo>
                    <a:cubicBezTo>
                      <a:pt x="345" y="129"/>
                      <a:pt x="411" y="56"/>
                      <a:pt x="345" y="12"/>
                    </a:cubicBezTo>
                    <a:cubicBezTo>
                      <a:pt x="330" y="5"/>
                      <a:pt x="316" y="1"/>
                      <a:pt x="3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7"/>
              <p:cNvSpPr/>
              <p:nvPr/>
            </p:nvSpPr>
            <p:spPr>
              <a:xfrm>
                <a:off x="5060775" y="641050"/>
                <a:ext cx="4975" cy="2425"/>
              </a:xfrm>
              <a:custGeom>
                <a:avLst/>
                <a:gdLst/>
                <a:ahLst/>
                <a:cxnLst/>
                <a:rect l="l" t="t" r="r" b="b"/>
                <a:pathLst>
                  <a:path w="199" h="97" extrusionOk="0">
                    <a:moveTo>
                      <a:pt x="90" y="1"/>
                    </a:moveTo>
                    <a:cubicBezTo>
                      <a:pt x="75" y="1"/>
                      <a:pt x="60" y="3"/>
                      <a:pt x="45" y="6"/>
                    </a:cubicBezTo>
                    <a:cubicBezTo>
                      <a:pt x="23" y="13"/>
                      <a:pt x="15" y="28"/>
                      <a:pt x="8" y="50"/>
                    </a:cubicBezTo>
                    <a:cubicBezTo>
                      <a:pt x="1" y="64"/>
                      <a:pt x="15" y="86"/>
                      <a:pt x="30" y="94"/>
                    </a:cubicBezTo>
                    <a:lnTo>
                      <a:pt x="133" y="94"/>
                    </a:lnTo>
                    <a:cubicBezTo>
                      <a:pt x="138" y="95"/>
                      <a:pt x="144" y="96"/>
                      <a:pt x="149" y="96"/>
                    </a:cubicBezTo>
                    <a:cubicBezTo>
                      <a:pt x="165" y="96"/>
                      <a:pt x="179" y="88"/>
                      <a:pt x="184" y="72"/>
                    </a:cubicBezTo>
                    <a:cubicBezTo>
                      <a:pt x="199" y="50"/>
                      <a:pt x="184" y="13"/>
                      <a:pt x="155" y="13"/>
                    </a:cubicBezTo>
                    <a:cubicBezTo>
                      <a:pt x="133" y="4"/>
                      <a:pt x="112" y="1"/>
                      <a:pt x="90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7"/>
              <p:cNvSpPr/>
              <p:nvPr/>
            </p:nvSpPr>
            <p:spPr>
              <a:xfrm>
                <a:off x="5370550" y="694526"/>
                <a:ext cx="239950" cy="158050"/>
              </a:xfrm>
              <a:custGeom>
                <a:avLst/>
                <a:gdLst/>
                <a:ahLst/>
                <a:cxnLst/>
                <a:rect l="l" t="t" r="r" b="b"/>
                <a:pathLst>
                  <a:path w="9598" h="6322" extrusionOk="0">
                    <a:moveTo>
                      <a:pt x="2797" y="1"/>
                    </a:moveTo>
                    <a:cubicBezTo>
                      <a:pt x="2681" y="1"/>
                      <a:pt x="2565" y="8"/>
                      <a:pt x="2449" y="22"/>
                    </a:cubicBezTo>
                    <a:cubicBezTo>
                      <a:pt x="2068" y="66"/>
                      <a:pt x="1701" y="176"/>
                      <a:pt x="1349" y="337"/>
                    </a:cubicBezTo>
                    <a:cubicBezTo>
                      <a:pt x="250" y="836"/>
                      <a:pt x="0" y="2288"/>
                      <a:pt x="858" y="3138"/>
                    </a:cubicBezTo>
                    <a:cubicBezTo>
                      <a:pt x="2075" y="4348"/>
                      <a:pt x="3505" y="5316"/>
                      <a:pt x="5074" y="5998"/>
                    </a:cubicBezTo>
                    <a:cubicBezTo>
                      <a:pt x="5569" y="6213"/>
                      <a:pt x="6097" y="6322"/>
                      <a:pt x="6626" y="6322"/>
                    </a:cubicBezTo>
                    <a:cubicBezTo>
                      <a:pt x="6999" y="6322"/>
                      <a:pt x="7372" y="6268"/>
                      <a:pt x="7735" y="6159"/>
                    </a:cubicBezTo>
                    <a:cubicBezTo>
                      <a:pt x="7948" y="6086"/>
                      <a:pt x="8161" y="6005"/>
                      <a:pt x="8366" y="5910"/>
                    </a:cubicBezTo>
                    <a:cubicBezTo>
                      <a:pt x="9400" y="5433"/>
                      <a:pt x="9598" y="4055"/>
                      <a:pt x="8740" y="3307"/>
                    </a:cubicBezTo>
                    <a:cubicBezTo>
                      <a:pt x="7310" y="2075"/>
                      <a:pt x="5719" y="1056"/>
                      <a:pt x="4011" y="271"/>
                    </a:cubicBezTo>
                    <a:cubicBezTo>
                      <a:pt x="3632" y="93"/>
                      <a:pt x="3217" y="1"/>
                      <a:pt x="27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7"/>
              <p:cNvSpPr/>
              <p:nvPr/>
            </p:nvSpPr>
            <p:spPr>
              <a:xfrm>
                <a:off x="5375875" y="725850"/>
                <a:ext cx="229125" cy="126675"/>
              </a:xfrm>
              <a:custGeom>
                <a:avLst/>
                <a:gdLst/>
                <a:ahLst/>
                <a:cxnLst/>
                <a:rect l="l" t="t" r="r" b="b"/>
                <a:pathLst>
                  <a:path w="9165" h="5067" extrusionOk="0">
                    <a:moveTo>
                      <a:pt x="257" y="1"/>
                    </a:moveTo>
                    <a:cubicBezTo>
                      <a:pt x="0" y="653"/>
                      <a:pt x="154" y="1394"/>
                      <a:pt x="653" y="1878"/>
                    </a:cubicBezTo>
                    <a:cubicBezTo>
                      <a:pt x="1877" y="3102"/>
                      <a:pt x="3321" y="4085"/>
                      <a:pt x="4912" y="4759"/>
                    </a:cubicBezTo>
                    <a:cubicBezTo>
                      <a:pt x="5390" y="4964"/>
                      <a:pt x="5899" y="5067"/>
                      <a:pt x="6411" y="5067"/>
                    </a:cubicBezTo>
                    <a:cubicBezTo>
                      <a:pt x="6779" y="5067"/>
                      <a:pt x="7149" y="5013"/>
                      <a:pt x="7508" y="4906"/>
                    </a:cubicBezTo>
                    <a:cubicBezTo>
                      <a:pt x="7728" y="4840"/>
                      <a:pt x="7948" y="4759"/>
                      <a:pt x="8153" y="4657"/>
                    </a:cubicBezTo>
                    <a:cubicBezTo>
                      <a:pt x="8806" y="4356"/>
                      <a:pt x="9165" y="3652"/>
                      <a:pt x="9033" y="2948"/>
                    </a:cubicBezTo>
                    <a:cubicBezTo>
                      <a:pt x="9033" y="2919"/>
                      <a:pt x="9025" y="2890"/>
                      <a:pt x="9018" y="2860"/>
                    </a:cubicBezTo>
                    <a:cubicBezTo>
                      <a:pt x="8933" y="2578"/>
                      <a:pt x="8646" y="2466"/>
                      <a:pt x="8276" y="2466"/>
                    </a:cubicBezTo>
                    <a:cubicBezTo>
                      <a:pt x="7723" y="2466"/>
                      <a:pt x="6984" y="2717"/>
                      <a:pt x="6452" y="3029"/>
                    </a:cubicBezTo>
                    <a:cubicBezTo>
                      <a:pt x="6342" y="3095"/>
                      <a:pt x="6239" y="3183"/>
                      <a:pt x="6159" y="3278"/>
                    </a:cubicBezTo>
                    <a:cubicBezTo>
                      <a:pt x="6137" y="3300"/>
                      <a:pt x="6122" y="3322"/>
                      <a:pt x="6100" y="3344"/>
                    </a:cubicBezTo>
                    <a:cubicBezTo>
                      <a:pt x="5932" y="3509"/>
                      <a:pt x="5713" y="3590"/>
                      <a:pt x="5493" y="3590"/>
                    </a:cubicBezTo>
                    <a:cubicBezTo>
                      <a:pt x="5243" y="3590"/>
                      <a:pt x="4993" y="3485"/>
                      <a:pt x="4817" y="3278"/>
                    </a:cubicBezTo>
                    <a:cubicBezTo>
                      <a:pt x="4267" y="2655"/>
                      <a:pt x="3065" y="1665"/>
                      <a:pt x="1158" y="1035"/>
                    </a:cubicBezTo>
                    <a:cubicBezTo>
                      <a:pt x="704" y="873"/>
                      <a:pt x="359" y="485"/>
                      <a:pt x="257" y="16"/>
                    </a:cubicBezTo>
                    <a:lnTo>
                      <a:pt x="2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7"/>
              <p:cNvSpPr/>
              <p:nvPr/>
            </p:nvSpPr>
            <p:spPr>
              <a:xfrm>
                <a:off x="5529650" y="785725"/>
                <a:ext cx="26225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825" extrusionOk="0">
                    <a:moveTo>
                      <a:pt x="770" y="1"/>
                    </a:moveTo>
                    <a:cubicBezTo>
                      <a:pt x="756" y="1"/>
                      <a:pt x="741" y="2"/>
                      <a:pt x="726" y="3"/>
                    </a:cubicBezTo>
                    <a:cubicBezTo>
                      <a:pt x="653" y="18"/>
                      <a:pt x="587" y="62"/>
                      <a:pt x="543" y="128"/>
                    </a:cubicBezTo>
                    <a:cubicBezTo>
                      <a:pt x="506" y="194"/>
                      <a:pt x="492" y="260"/>
                      <a:pt x="492" y="333"/>
                    </a:cubicBezTo>
                    <a:cubicBezTo>
                      <a:pt x="440" y="289"/>
                      <a:pt x="382" y="267"/>
                      <a:pt x="323" y="253"/>
                    </a:cubicBezTo>
                    <a:cubicBezTo>
                      <a:pt x="309" y="250"/>
                      <a:pt x="295" y="249"/>
                      <a:pt x="281" y="249"/>
                    </a:cubicBezTo>
                    <a:cubicBezTo>
                      <a:pt x="215" y="249"/>
                      <a:pt x="150" y="276"/>
                      <a:pt x="96" y="319"/>
                    </a:cubicBezTo>
                    <a:cubicBezTo>
                      <a:pt x="44" y="363"/>
                      <a:pt x="8" y="429"/>
                      <a:pt x="8" y="495"/>
                    </a:cubicBezTo>
                    <a:cubicBezTo>
                      <a:pt x="0" y="656"/>
                      <a:pt x="162" y="795"/>
                      <a:pt x="184" y="810"/>
                    </a:cubicBezTo>
                    <a:cubicBezTo>
                      <a:pt x="191" y="817"/>
                      <a:pt x="206" y="825"/>
                      <a:pt x="220" y="825"/>
                    </a:cubicBezTo>
                    <a:cubicBezTo>
                      <a:pt x="235" y="825"/>
                      <a:pt x="250" y="817"/>
                      <a:pt x="257" y="803"/>
                    </a:cubicBezTo>
                    <a:cubicBezTo>
                      <a:pt x="279" y="781"/>
                      <a:pt x="279" y="744"/>
                      <a:pt x="250" y="729"/>
                    </a:cubicBezTo>
                    <a:cubicBezTo>
                      <a:pt x="184" y="671"/>
                      <a:pt x="132" y="590"/>
                      <a:pt x="118" y="495"/>
                    </a:cubicBezTo>
                    <a:cubicBezTo>
                      <a:pt x="118" y="458"/>
                      <a:pt x="140" y="429"/>
                      <a:pt x="169" y="407"/>
                    </a:cubicBezTo>
                    <a:cubicBezTo>
                      <a:pt x="200" y="376"/>
                      <a:pt x="240" y="361"/>
                      <a:pt x="279" y="361"/>
                    </a:cubicBezTo>
                    <a:cubicBezTo>
                      <a:pt x="286" y="361"/>
                      <a:pt x="294" y="361"/>
                      <a:pt x="301" y="363"/>
                    </a:cubicBezTo>
                    <a:cubicBezTo>
                      <a:pt x="389" y="392"/>
                      <a:pt x="462" y="443"/>
                      <a:pt x="514" y="517"/>
                    </a:cubicBezTo>
                    <a:cubicBezTo>
                      <a:pt x="526" y="534"/>
                      <a:pt x="543" y="541"/>
                      <a:pt x="560" y="541"/>
                    </a:cubicBezTo>
                    <a:cubicBezTo>
                      <a:pt x="593" y="541"/>
                      <a:pt x="626" y="512"/>
                      <a:pt x="616" y="473"/>
                    </a:cubicBezTo>
                    <a:cubicBezTo>
                      <a:pt x="594" y="377"/>
                      <a:pt x="602" y="275"/>
                      <a:pt x="638" y="187"/>
                    </a:cubicBezTo>
                    <a:cubicBezTo>
                      <a:pt x="668" y="150"/>
                      <a:pt x="704" y="121"/>
                      <a:pt x="748" y="113"/>
                    </a:cubicBezTo>
                    <a:cubicBezTo>
                      <a:pt x="756" y="112"/>
                      <a:pt x="763" y="111"/>
                      <a:pt x="770" y="111"/>
                    </a:cubicBezTo>
                    <a:cubicBezTo>
                      <a:pt x="792" y="111"/>
                      <a:pt x="814" y="119"/>
                      <a:pt x="836" y="135"/>
                    </a:cubicBezTo>
                    <a:cubicBezTo>
                      <a:pt x="895" y="194"/>
                      <a:pt x="924" y="275"/>
                      <a:pt x="932" y="363"/>
                    </a:cubicBezTo>
                    <a:cubicBezTo>
                      <a:pt x="932" y="392"/>
                      <a:pt x="961" y="414"/>
                      <a:pt x="990" y="414"/>
                    </a:cubicBezTo>
                    <a:cubicBezTo>
                      <a:pt x="1027" y="407"/>
                      <a:pt x="1049" y="385"/>
                      <a:pt x="1042" y="355"/>
                    </a:cubicBezTo>
                    <a:cubicBezTo>
                      <a:pt x="1042" y="333"/>
                      <a:pt x="1020" y="135"/>
                      <a:pt x="902" y="40"/>
                    </a:cubicBezTo>
                    <a:cubicBezTo>
                      <a:pt x="862" y="12"/>
                      <a:pt x="818" y="1"/>
                      <a:pt x="7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7"/>
              <p:cNvSpPr/>
              <p:nvPr/>
            </p:nvSpPr>
            <p:spPr>
              <a:xfrm>
                <a:off x="5481450" y="771600"/>
                <a:ext cx="26050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811" extrusionOk="0">
                    <a:moveTo>
                      <a:pt x="287" y="1"/>
                    </a:moveTo>
                    <a:cubicBezTo>
                      <a:pt x="241" y="1"/>
                      <a:pt x="194" y="16"/>
                      <a:pt x="154" y="41"/>
                    </a:cubicBezTo>
                    <a:cubicBezTo>
                      <a:pt x="22" y="128"/>
                      <a:pt x="0" y="341"/>
                      <a:pt x="0" y="370"/>
                    </a:cubicBezTo>
                    <a:cubicBezTo>
                      <a:pt x="0" y="400"/>
                      <a:pt x="22" y="422"/>
                      <a:pt x="51" y="429"/>
                    </a:cubicBezTo>
                    <a:cubicBezTo>
                      <a:pt x="81" y="429"/>
                      <a:pt x="110" y="407"/>
                      <a:pt x="110" y="378"/>
                    </a:cubicBezTo>
                    <a:cubicBezTo>
                      <a:pt x="117" y="282"/>
                      <a:pt x="154" y="202"/>
                      <a:pt x="220" y="128"/>
                    </a:cubicBezTo>
                    <a:cubicBezTo>
                      <a:pt x="238" y="119"/>
                      <a:pt x="259" y="113"/>
                      <a:pt x="281" y="113"/>
                    </a:cubicBezTo>
                    <a:cubicBezTo>
                      <a:pt x="295" y="113"/>
                      <a:pt x="309" y="116"/>
                      <a:pt x="323" y="121"/>
                    </a:cubicBezTo>
                    <a:cubicBezTo>
                      <a:pt x="367" y="128"/>
                      <a:pt x="411" y="158"/>
                      <a:pt x="433" y="202"/>
                    </a:cubicBezTo>
                    <a:cubicBezTo>
                      <a:pt x="469" y="290"/>
                      <a:pt x="469" y="385"/>
                      <a:pt x="433" y="466"/>
                    </a:cubicBezTo>
                    <a:cubicBezTo>
                      <a:pt x="425" y="495"/>
                      <a:pt x="433" y="524"/>
                      <a:pt x="462" y="539"/>
                    </a:cubicBezTo>
                    <a:cubicBezTo>
                      <a:pt x="470" y="542"/>
                      <a:pt x="479" y="543"/>
                      <a:pt x="488" y="543"/>
                    </a:cubicBezTo>
                    <a:cubicBezTo>
                      <a:pt x="504" y="543"/>
                      <a:pt x="519" y="538"/>
                      <a:pt x="528" y="524"/>
                    </a:cubicBezTo>
                    <a:cubicBezTo>
                      <a:pt x="594" y="451"/>
                      <a:pt x="682" y="400"/>
                      <a:pt x="777" y="378"/>
                    </a:cubicBezTo>
                    <a:cubicBezTo>
                      <a:pt x="783" y="377"/>
                      <a:pt x="789" y="376"/>
                      <a:pt x="795" y="376"/>
                    </a:cubicBezTo>
                    <a:cubicBezTo>
                      <a:pt x="833" y="376"/>
                      <a:pt x="870" y="396"/>
                      <a:pt x="902" y="422"/>
                    </a:cubicBezTo>
                    <a:cubicBezTo>
                      <a:pt x="924" y="444"/>
                      <a:pt x="939" y="473"/>
                      <a:pt x="939" y="502"/>
                    </a:cubicBezTo>
                    <a:cubicBezTo>
                      <a:pt x="917" y="583"/>
                      <a:pt x="873" y="664"/>
                      <a:pt x="807" y="715"/>
                    </a:cubicBezTo>
                    <a:cubicBezTo>
                      <a:pt x="785" y="737"/>
                      <a:pt x="785" y="774"/>
                      <a:pt x="807" y="796"/>
                    </a:cubicBezTo>
                    <a:cubicBezTo>
                      <a:pt x="814" y="803"/>
                      <a:pt x="829" y="810"/>
                      <a:pt x="851" y="810"/>
                    </a:cubicBezTo>
                    <a:cubicBezTo>
                      <a:pt x="858" y="810"/>
                      <a:pt x="865" y="803"/>
                      <a:pt x="873" y="796"/>
                    </a:cubicBezTo>
                    <a:cubicBezTo>
                      <a:pt x="961" y="722"/>
                      <a:pt x="1027" y="620"/>
                      <a:pt x="1041" y="502"/>
                    </a:cubicBezTo>
                    <a:cubicBezTo>
                      <a:pt x="1041" y="444"/>
                      <a:pt x="1012" y="385"/>
                      <a:pt x="968" y="341"/>
                    </a:cubicBezTo>
                    <a:cubicBezTo>
                      <a:pt x="922" y="295"/>
                      <a:pt x="852" y="267"/>
                      <a:pt x="785" y="267"/>
                    </a:cubicBezTo>
                    <a:cubicBezTo>
                      <a:pt x="778" y="267"/>
                      <a:pt x="770" y="267"/>
                      <a:pt x="763" y="268"/>
                    </a:cubicBezTo>
                    <a:cubicBezTo>
                      <a:pt x="689" y="275"/>
                      <a:pt x="623" y="297"/>
                      <a:pt x="565" y="341"/>
                    </a:cubicBezTo>
                    <a:cubicBezTo>
                      <a:pt x="572" y="275"/>
                      <a:pt x="557" y="216"/>
                      <a:pt x="535" y="158"/>
                    </a:cubicBezTo>
                    <a:cubicBezTo>
                      <a:pt x="499" y="85"/>
                      <a:pt x="425" y="33"/>
                      <a:pt x="352" y="11"/>
                    </a:cubicBezTo>
                    <a:cubicBezTo>
                      <a:pt x="331" y="4"/>
                      <a:pt x="309" y="1"/>
                      <a:pt x="2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7"/>
              <p:cNvSpPr/>
              <p:nvPr/>
            </p:nvSpPr>
            <p:spPr>
              <a:xfrm>
                <a:off x="5523775" y="754050"/>
                <a:ext cx="28250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11" extrusionOk="0">
                    <a:moveTo>
                      <a:pt x="297" y="1"/>
                    </a:moveTo>
                    <a:cubicBezTo>
                      <a:pt x="288" y="1"/>
                      <a:pt x="280" y="1"/>
                      <a:pt x="272" y="2"/>
                    </a:cubicBezTo>
                    <a:cubicBezTo>
                      <a:pt x="206" y="2"/>
                      <a:pt x="140" y="39"/>
                      <a:pt x="96" y="97"/>
                    </a:cubicBezTo>
                    <a:cubicBezTo>
                      <a:pt x="1" y="222"/>
                      <a:pt x="45" y="427"/>
                      <a:pt x="52" y="449"/>
                    </a:cubicBezTo>
                    <a:cubicBezTo>
                      <a:pt x="58" y="480"/>
                      <a:pt x="80" y="495"/>
                      <a:pt x="104" y="495"/>
                    </a:cubicBezTo>
                    <a:cubicBezTo>
                      <a:pt x="108" y="495"/>
                      <a:pt x="113" y="494"/>
                      <a:pt x="118" y="493"/>
                    </a:cubicBezTo>
                    <a:cubicBezTo>
                      <a:pt x="147" y="486"/>
                      <a:pt x="169" y="457"/>
                      <a:pt x="162" y="427"/>
                    </a:cubicBezTo>
                    <a:cubicBezTo>
                      <a:pt x="140" y="339"/>
                      <a:pt x="147" y="244"/>
                      <a:pt x="184" y="163"/>
                    </a:cubicBezTo>
                    <a:cubicBezTo>
                      <a:pt x="203" y="138"/>
                      <a:pt x="233" y="118"/>
                      <a:pt x="260" y="118"/>
                    </a:cubicBezTo>
                    <a:cubicBezTo>
                      <a:pt x="264" y="118"/>
                      <a:pt x="268" y="118"/>
                      <a:pt x="272" y="119"/>
                    </a:cubicBezTo>
                    <a:cubicBezTo>
                      <a:pt x="281" y="118"/>
                      <a:pt x="289" y="117"/>
                      <a:pt x="298" y="117"/>
                    </a:cubicBezTo>
                    <a:cubicBezTo>
                      <a:pt x="340" y="117"/>
                      <a:pt x="381" y="133"/>
                      <a:pt x="411" y="163"/>
                    </a:cubicBezTo>
                    <a:cubicBezTo>
                      <a:pt x="470" y="229"/>
                      <a:pt x="499" y="317"/>
                      <a:pt x="492" y="413"/>
                    </a:cubicBezTo>
                    <a:cubicBezTo>
                      <a:pt x="492" y="435"/>
                      <a:pt x="514" y="464"/>
                      <a:pt x="536" y="464"/>
                    </a:cubicBezTo>
                    <a:cubicBezTo>
                      <a:pt x="541" y="465"/>
                      <a:pt x="546" y="466"/>
                      <a:pt x="551" y="466"/>
                    </a:cubicBezTo>
                    <a:cubicBezTo>
                      <a:pt x="575" y="466"/>
                      <a:pt x="596" y="453"/>
                      <a:pt x="602" y="435"/>
                    </a:cubicBezTo>
                    <a:cubicBezTo>
                      <a:pt x="639" y="339"/>
                      <a:pt x="697" y="266"/>
                      <a:pt x="785" y="215"/>
                    </a:cubicBezTo>
                    <a:cubicBezTo>
                      <a:pt x="805" y="208"/>
                      <a:pt x="825" y="204"/>
                      <a:pt x="845" y="204"/>
                    </a:cubicBezTo>
                    <a:cubicBezTo>
                      <a:pt x="869" y="204"/>
                      <a:pt x="893" y="210"/>
                      <a:pt x="917" y="222"/>
                    </a:cubicBezTo>
                    <a:cubicBezTo>
                      <a:pt x="947" y="229"/>
                      <a:pt x="969" y="251"/>
                      <a:pt x="976" y="281"/>
                    </a:cubicBezTo>
                    <a:cubicBezTo>
                      <a:pt x="983" y="369"/>
                      <a:pt x="969" y="457"/>
                      <a:pt x="925" y="530"/>
                    </a:cubicBezTo>
                    <a:cubicBezTo>
                      <a:pt x="903" y="552"/>
                      <a:pt x="917" y="589"/>
                      <a:pt x="939" y="603"/>
                    </a:cubicBezTo>
                    <a:cubicBezTo>
                      <a:pt x="947" y="611"/>
                      <a:pt x="961" y="611"/>
                      <a:pt x="969" y="611"/>
                    </a:cubicBezTo>
                    <a:cubicBezTo>
                      <a:pt x="991" y="611"/>
                      <a:pt x="1013" y="603"/>
                      <a:pt x="1020" y="581"/>
                    </a:cubicBezTo>
                    <a:cubicBezTo>
                      <a:pt x="1035" y="559"/>
                      <a:pt x="1130" y="391"/>
                      <a:pt x="1086" y="244"/>
                    </a:cubicBezTo>
                    <a:cubicBezTo>
                      <a:pt x="1071" y="185"/>
                      <a:pt x="1027" y="141"/>
                      <a:pt x="969" y="119"/>
                    </a:cubicBezTo>
                    <a:cubicBezTo>
                      <a:pt x="934" y="100"/>
                      <a:pt x="895" y="91"/>
                      <a:pt x="855" y="91"/>
                    </a:cubicBezTo>
                    <a:cubicBezTo>
                      <a:pt x="820" y="91"/>
                      <a:pt x="783" y="98"/>
                      <a:pt x="749" y="112"/>
                    </a:cubicBezTo>
                    <a:cubicBezTo>
                      <a:pt x="683" y="141"/>
                      <a:pt x="624" y="185"/>
                      <a:pt x="587" y="244"/>
                    </a:cubicBezTo>
                    <a:cubicBezTo>
                      <a:pt x="573" y="178"/>
                      <a:pt x="536" y="127"/>
                      <a:pt x="492" y="83"/>
                    </a:cubicBezTo>
                    <a:cubicBezTo>
                      <a:pt x="439" y="30"/>
                      <a:pt x="369" y="1"/>
                      <a:pt x="2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7"/>
              <p:cNvSpPr/>
              <p:nvPr/>
            </p:nvSpPr>
            <p:spPr>
              <a:xfrm>
                <a:off x="5486750" y="737550"/>
                <a:ext cx="22950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918" h="611" extrusionOk="0">
                    <a:moveTo>
                      <a:pt x="240" y="1"/>
                    </a:moveTo>
                    <a:cubicBezTo>
                      <a:pt x="184" y="1"/>
                      <a:pt x="135" y="22"/>
                      <a:pt x="96" y="61"/>
                    </a:cubicBezTo>
                    <a:cubicBezTo>
                      <a:pt x="30" y="141"/>
                      <a:pt x="1" y="251"/>
                      <a:pt x="15" y="354"/>
                    </a:cubicBezTo>
                    <a:cubicBezTo>
                      <a:pt x="15" y="383"/>
                      <a:pt x="45" y="405"/>
                      <a:pt x="74" y="405"/>
                    </a:cubicBezTo>
                    <a:cubicBezTo>
                      <a:pt x="103" y="405"/>
                      <a:pt x="125" y="376"/>
                      <a:pt x="125" y="347"/>
                    </a:cubicBezTo>
                    <a:cubicBezTo>
                      <a:pt x="118" y="273"/>
                      <a:pt x="133" y="200"/>
                      <a:pt x="177" y="134"/>
                    </a:cubicBezTo>
                    <a:cubicBezTo>
                      <a:pt x="191" y="119"/>
                      <a:pt x="221" y="112"/>
                      <a:pt x="250" y="112"/>
                    </a:cubicBezTo>
                    <a:cubicBezTo>
                      <a:pt x="287" y="119"/>
                      <a:pt x="323" y="134"/>
                      <a:pt x="353" y="163"/>
                    </a:cubicBezTo>
                    <a:cubicBezTo>
                      <a:pt x="389" y="229"/>
                      <a:pt x="397" y="303"/>
                      <a:pt x="382" y="376"/>
                    </a:cubicBezTo>
                    <a:cubicBezTo>
                      <a:pt x="382" y="398"/>
                      <a:pt x="397" y="427"/>
                      <a:pt x="419" y="435"/>
                    </a:cubicBezTo>
                    <a:cubicBezTo>
                      <a:pt x="427" y="439"/>
                      <a:pt x="435" y="441"/>
                      <a:pt x="442" y="441"/>
                    </a:cubicBezTo>
                    <a:cubicBezTo>
                      <a:pt x="460" y="441"/>
                      <a:pt x="474" y="429"/>
                      <a:pt x="485" y="413"/>
                    </a:cubicBezTo>
                    <a:cubicBezTo>
                      <a:pt x="529" y="347"/>
                      <a:pt x="587" y="288"/>
                      <a:pt x="661" y="259"/>
                    </a:cubicBezTo>
                    <a:cubicBezTo>
                      <a:pt x="670" y="257"/>
                      <a:pt x="679" y="256"/>
                      <a:pt x="688" y="256"/>
                    </a:cubicBezTo>
                    <a:cubicBezTo>
                      <a:pt x="715" y="256"/>
                      <a:pt x="741" y="264"/>
                      <a:pt x="763" y="281"/>
                    </a:cubicBezTo>
                    <a:cubicBezTo>
                      <a:pt x="785" y="295"/>
                      <a:pt x="793" y="310"/>
                      <a:pt x="800" y="332"/>
                    </a:cubicBezTo>
                    <a:cubicBezTo>
                      <a:pt x="793" y="398"/>
                      <a:pt x="771" y="464"/>
                      <a:pt x="727" y="523"/>
                    </a:cubicBezTo>
                    <a:cubicBezTo>
                      <a:pt x="705" y="545"/>
                      <a:pt x="712" y="581"/>
                      <a:pt x="734" y="596"/>
                    </a:cubicBezTo>
                    <a:cubicBezTo>
                      <a:pt x="741" y="603"/>
                      <a:pt x="756" y="611"/>
                      <a:pt x="771" y="611"/>
                    </a:cubicBezTo>
                    <a:cubicBezTo>
                      <a:pt x="785" y="611"/>
                      <a:pt x="807" y="603"/>
                      <a:pt x="815" y="589"/>
                    </a:cubicBezTo>
                    <a:cubicBezTo>
                      <a:pt x="881" y="508"/>
                      <a:pt x="917" y="413"/>
                      <a:pt x="910" y="310"/>
                    </a:cubicBezTo>
                    <a:cubicBezTo>
                      <a:pt x="903" y="259"/>
                      <a:pt x="873" y="215"/>
                      <a:pt x="829" y="185"/>
                    </a:cubicBezTo>
                    <a:cubicBezTo>
                      <a:pt x="786" y="158"/>
                      <a:pt x="738" y="143"/>
                      <a:pt x="690" y="143"/>
                    </a:cubicBezTo>
                    <a:cubicBezTo>
                      <a:pt x="673" y="143"/>
                      <a:pt x="656" y="145"/>
                      <a:pt x="639" y="149"/>
                    </a:cubicBezTo>
                    <a:cubicBezTo>
                      <a:pt x="587" y="163"/>
                      <a:pt x="536" y="193"/>
                      <a:pt x="499" y="229"/>
                    </a:cubicBezTo>
                    <a:cubicBezTo>
                      <a:pt x="492" y="178"/>
                      <a:pt x="470" y="134"/>
                      <a:pt x="448" y="97"/>
                    </a:cubicBezTo>
                    <a:cubicBezTo>
                      <a:pt x="397" y="39"/>
                      <a:pt x="331" y="9"/>
                      <a:pt x="265" y="2"/>
                    </a:cubicBezTo>
                    <a:cubicBezTo>
                      <a:pt x="256" y="1"/>
                      <a:pt x="248" y="1"/>
                      <a:pt x="2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7"/>
              <p:cNvSpPr/>
              <p:nvPr/>
            </p:nvSpPr>
            <p:spPr>
              <a:xfrm>
                <a:off x="5409950" y="705125"/>
                <a:ext cx="27150" cy="18200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728" extrusionOk="0">
                    <a:moveTo>
                      <a:pt x="837" y="0"/>
                    </a:moveTo>
                    <a:cubicBezTo>
                      <a:pt x="830" y="0"/>
                      <a:pt x="822" y="0"/>
                      <a:pt x="815" y="1"/>
                    </a:cubicBezTo>
                    <a:cubicBezTo>
                      <a:pt x="734" y="1"/>
                      <a:pt x="661" y="31"/>
                      <a:pt x="617" y="89"/>
                    </a:cubicBezTo>
                    <a:cubicBezTo>
                      <a:pt x="565" y="148"/>
                      <a:pt x="543" y="214"/>
                      <a:pt x="529" y="280"/>
                    </a:cubicBezTo>
                    <a:cubicBezTo>
                      <a:pt x="492" y="236"/>
                      <a:pt x="433" y="199"/>
                      <a:pt x="375" y="177"/>
                    </a:cubicBezTo>
                    <a:cubicBezTo>
                      <a:pt x="350" y="171"/>
                      <a:pt x="325" y="167"/>
                      <a:pt x="300" y="167"/>
                    </a:cubicBezTo>
                    <a:cubicBezTo>
                      <a:pt x="245" y="167"/>
                      <a:pt x="191" y="184"/>
                      <a:pt x="140" y="214"/>
                    </a:cubicBezTo>
                    <a:cubicBezTo>
                      <a:pt x="81" y="243"/>
                      <a:pt x="37" y="302"/>
                      <a:pt x="23" y="375"/>
                    </a:cubicBezTo>
                    <a:cubicBezTo>
                      <a:pt x="1" y="529"/>
                      <a:pt x="140" y="691"/>
                      <a:pt x="155" y="713"/>
                    </a:cubicBezTo>
                    <a:cubicBezTo>
                      <a:pt x="162" y="720"/>
                      <a:pt x="177" y="727"/>
                      <a:pt x="191" y="727"/>
                    </a:cubicBezTo>
                    <a:cubicBezTo>
                      <a:pt x="206" y="727"/>
                      <a:pt x="221" y="727"/>
                      <a:pt x="228" y="720"/>
                    </a:cubicBezTo>
                    <a:cubicBezTo>
                      <a:pt x="250" y="698"/>
                      <a:pt x="257" y="661"/>
                      <a:pt x="235" y="639"/>
                    </a:cubicBezTo>
                    <a:cubicBezTo>
                      <a:pt x="169" y="573"/>
                      <a:pt x="133" y="485"/>
                      <a:pt x="133" y="390"/>
                    </a:cubicBezTo>
                    <a:cubicBezTo>
                      <a:pt x="140" y="353"/>
                      <a:pt x="162" y="324"/>
                      <a:pt x="199" y="309"/>
                    </a:cubicBezTo>
                    <a:cubicBezTo>
                      <a:pt x="223" y="290"/>
                      <a:pt x="257" y="280"/>
                      <a:pt x="291" y="280"/>
                    </a:cubicBezTo>
                    <a:cubicBezTo>
                      <a:pt x="307" y="280"/>
                      <a:pt x="323" y="282"/>
                      <a:pt x="338" y="287"/>
                    </a:cubicBezTo>
                    <a:cubicBezTo>
                      <a:pt x="419" y="324"/>
                      <a:pt x="485" y="390"/>
                      <a:pt x="521" y="471"/>
                    </a:cubicBezTo>
                    <a:cubicBezTo>
                      <a:pt x="533" y="494"/>
                      <a:pt x="554" y="505"/>
                      <a:pt x="575" y="505"/>
                    </a:cubicBezTo>
                    <a:cubicBezTo>
                      <a:pt x="606" y="505"/>
                      <a:pt x="636" y="481"/>
                      <a:pt x="631" y="441"/>
                    </a:cubicBezTo>
                    <a:cubicBezTo>
                      <a:pt x="617" y="346"/>
                      <a:pt x="646" y="251"/>
                      <a:pt x="697" y="170"/>
                    </a:cubicBezTo>
                    <a:cubicBezTo>
                      <a:pt x="727" y="133"/>
                      <a:pt x="771" y="111"/>
                      <a:pt x="815" y="111"/>
                    </a:cubicBezTo>
                    <a:cubicBezTo>
                      <a:pt x="820" y="110"/>
                      <a:pt x="825" y="109"/>
                      <a:pt x="830" y="109"/>
                    </a:cubicBezTo>
                    <a:cubicBezTo>
                      <a:pt x="854" y="109"/>
                      <a:pt x="877" y="123"/>
                      <a:pt x="895" y="141"/>
                    </a:cubicBezTo>
                    <a:cubicBezTo>
                      <a:pt x="947" y="214"/>
                      <a:pt x="969" y="295"/>
                      <a:pt x="961" y="383"/>
                    </a:cubicBezTo>
                    <a:cubicBezTo>
                      <a:pt x="954" y="412"/>
                      <a:pt x="983" y="441"/>
                      <a:pt x="1013" y="441"/>
                    </a:cubicBezTo>
                    <a:cubicBezTo>
                      <a:pt x="1042" y="441"/>
                      <a:pt x="1064" y="419"/>
                      <a:pt x="1071" y="390"/>
                    </a:cubicBezTo>
                    <a:cubicBezTo>
                      <a:pt x="1071" y="368"/>
                      <a:pt x="1086" y="163"/>
                      <a:pt x="976" y="60"/>
                    </a:cubicBezTo>
                    <a:cubicBezTo>
                      <a:pt x="938" y="22"/>
                      <a:pt x="888" y="0"/>
                      <a:pt x="8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7"/>
              <p:cNvSpPr/>
              <p:nvPr/>
            </p:nvSpPr>
            <p:spPr>
              <a:xfrm>
                <a:off x="5451575" y="721425"/>
                <a:ext cx="28600" cy="13075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523" extrusionOk="0">
                    <a:moveTo>
                      <a:pt x="307" y="1"/>
                    </a:moveTo>
                    <a:cubicBezTo>
                      <a:pt x="285" y="1"/>
                      <a:pt x="264" y="3"/>
                      <a:pt x="242" y="9"/>
                    </a:cubicBezTo>
                    <a:cubicBezTo>
                      <a:pt x="169" y="24"/>
                      <a:pt x="110" y="61"/>
                      <a:pt x="81" y="127"/>
                    </a:cubicBezTo>
                    <a:cubicBezTo>
                      <a:pt x="0" y="266"/>
                      <a:pt x="81" y="464"/>
                      <a:pt x="88" y="486"/>
                    </a:cubicBezTo>
                    <a:cubicBezTo>
                      <a:pt x="95" y="508"/>
                      <a:pt x="117" y="522"/>
                      <a:pt x="139" y="522"/>
                    </a:cubicBezTo>
                    <a:cubicBezTo>
                      <a:pt x="147" y="522"/>
                      <a:pt x="147" y="515"/>
                      <a:pt x="154" y="515"/>
                    </a:cubicBezTo>
                    <a:cubicBezTo>
                      <a:pt x="183" y="501"/>
                      <a:pt x="198" y="471"/>
                      <a:pt x="183" y="442"/>
                    </a:cubicBezTo>
                    <a:cubicBezTo>
                      <a:pt x="147" y="361"/>
                      <a:pt x="147" y="266"/>
                      <a:pt x="169" y="178"/>
                    </a:cubicBezTo>
                    <a:cubicBezTo>
                      <a:pt x="191" y="141"/>
                      <a:pt x="227" y="119"/>
                      <a:pt x="264" y="119"/>
                    </a:cubicBezTo>
                    <a:cubicBezTo>
                      <a:pt x="279" y="114"/>
                      <a:pt x="294" y="112"/>
                      <a:pt x="310" y="112"/>
                    </a:cubicBezTo>
                    <a:cubicBezTo>
                      <a:pt x="341" y="112"/>
                      <a:pt x="374" y="122"/>
                      <a:pt x="403" y="141"/>
                    </a:cubicBezTo>
                    <a:cubicBezTo>
                      <a:pt x="469" y="207"/>
                      <a:pt x="513" y="288"/>
                      <a:pt x="521" y="383"/>
                    </a:cubicBezTo>
                    <a:cubicBezTo>
                      <a:pt x="521" y="405"/>
                      <a:pt x="543" y="427"/>
                      <a:pt x="572" y="427"/>
                    </a:cubicBezTo>
                    <a:cubicBezTo>
                      <a:pt x="576" y="428"/>
                      <a:pt x="580" y="429"/>
                      <a:pt x="583" y="429"/>
                    </a:cubicBezTo>
                    <a:cubicBezTo>
                      <a:pt x="607" y="429"/>
                      <a:pt x="624" y="409"/>
                      <a:pt x="631" y="383"/>
                    </a:cubicBezTo>
                    <a:cubicBezTo>
                      <a:pt x="653" y="288"/>
                      <a:pt x="704" y="207"/>
                      <a:pt x="785" y="141"/>
                    </a:cubicBezTo>
                    <a:cubicBezTo>
                      <a:pt x="806" y="128"/>
                      <a:pt x="832" y="121"/>
                      <a:pt x="859" y="121"/>
                    </a:cubicBezTo>
                    <a:cubicBezTo>
                      <a:pt x="878" y="121"/>
                      <a:pt x="898" y="125"/>
                      <a:pt x="917" y="134"/>
                    </a:cubicBezTo>
                    <a:cubicBezTo>
                      <a:pt x="946" y="134"/>
                      <a:pt x="968" y="156"/>
                      <a:pt x="983" y="185"/>
                    </a:cubicBezTo>
                    <a:cubicBezTo>
                      <a:pt x="1005" y="266"/>
                      <a:pt x="997" y="354"/>
                      <a:pt x="961" y="435"/>
                    </a:cubicBezTo>
                    <a:cubicBezTo>
                      <a:pt x="946" y="464"/>
                      <a:pt x="961" y="493"/>
                      <a:pt x="990" y="508"/>
                    </a:cubicBezTo>
                    <a:cubicBezTo>
                      <a:pt x="995" y="509"/>
                      <a:pt x="1001" y="510"/>
                      <a:pt x="1006" y="510"/>
                    </a:cubicBezTo>
                    <a:cubicBezTo>
                      <a:pt x="1031" y="510"/>
                      <a:pt x="1057" y="497"/>
                      <a:pt x="1063" y="479"/>
                    </a:cubicBezTo>
                    <a:cubicBezTo>
                      <a:pt x="1071" y="457"/>
                      <a:pt x="1144" y="266"/>
                      <a:pt x="1078" y="134"/>
                    </a:cubicBezTo>
                    <a:cubicBezTo>
                      <a:pt x="1056" y="83"/>
                      <a:pt x="1005" y="39"/>
                      <a:pt x="946" y="24"/>
                    </a:cubicBezTo>
                    <a:cubicBezTo>
                      <a:pt x="918" y="16"/>
                      <a:pt x="890" y="12"/>
                      <a:pt x="861" y="12"/>
                    </a:cubicBezTo>
                    <a:cubicBezTo>
                      <a:pt x="814" y="12"/>
                      <a:pt x="767" y="23"/>
                      <a:pt x="726" y="46"/>
                    </a:cubicBezTo>
                    <a:cubicBezTo>
                      <a:pt x="667" y="90"/>
                      <a:pt x="616" y="141"/>
                      <a:pt x="587" y="200"/>
                    </a:cubicBezTo>
                    <a:cubicBezTo>
                      <a:pt x="557" y="141"/>
                      <a:pt x="521" y="90"/>
                      <a:pt x="469" y="53"/>
                    </a:cubicBezTo>
                    <a:cubicBezTo>
                      <a:pt x="421" y="21"/>
                      <a:pt x="365" y="1"/>
                      <a:pt x="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7"/>
              <p:cNvSpPr/>
              <p:nvPr/>
            </p:nvSpPr>
            <p:spPr>
              <a:xfrm>
                <a:off x="5423700" y="736000"/>
                <a:ext cx="26050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812" extrusionOk="0">
                    <a:moveTo>
                      <a:pt x="276" y="0"/>
                    </a:moveTo>
                    <a:cubicBezTo>
                      <a:pt x="234" y="0"/>
                      <a:pt x="191" y="12"/>
                      <a:pt x="155" y="35"/>
                    </a:cubicBezTo>
                    <a:cubicBezTo>
                      <a:pt x="23" y="130"/>
                      <a:pt x="1" y="343"/>
                      <a:pt x="1" y="365"/>
                    </a:cubicBezTo>
                    <a:cubicBezTo>
                      <a:pt x="1" y="400"/>
                      <a:pt x="27" y="418"/>
                      <a:pt x="54" y="418"/>
                    </a:cubicBezTo>
                    <a:cubicBezTo>
                      <a:pt x="79" y="418"/>
                      <a:pt x="104" y="403"/>
                      <a:pt x="111" y="372"/>
                    </a:cubicBezTo>
                    <a:cubicBezTo>
                      <a:pt x="118" y="284"/>
                      <a:pt x="155" y="196"/>
                      <a:pt x="221" y="130"/>
                    </a:cubicBezTo>
                    <a:cubicBezTo>
                      <a:pt x="240" y="116"/>
                      <a:pt x="262" y="108"/>
                      <a:pt x="285" y="108"/>
                    </a:cubicBezTo>
                    <a:cubicBezTo>
                      <a:pt x="297" y="108"/>
                      <a:pt x="310" y="110"/>
                      <a:pt x="323" y="115"/>
                    </a:cubicBezTo>
                    <a:cubicBezTo>
                      <a:pt x="375" y="130"/>
                      <a:pt x="411" y="159"/>
                      <a:pt x="441" y="203"/>
                    </a:cubicBezTo>
                    <a:cubicBezTo>
                      <a:pt x="470" y="291"/>
                      <a:pt x="470" y="379"/>
                      <a:pt x="441" y="467"/>
                    </a:cubicBezTo>
                    <a:cubicBezTo>
                      <a:pt x="426" y="489"/>
                      <a:pt x="441" y="519"/>
                      <a:pt x="463" y="533"/>
                    </a:cubicBezTo>
                    <a:cubicBezTo>
                      <a:pt x="471" y="539"/>
                      <a:pt x="480" y="541"/>
                      <a:pt x="490" y="541"/>
                    </a:cubicBezTo>
                    <a:cubicBezTo>
                      <a:pt x="506" y="541"/>
                      <a:pt x="522" y="535"/>
                      <a:pt x="536" y="526"/>
                    </a:cubicBezTo>
                    <a:cubicBezTo>
                      <a:pt x="595" y="445"/>
                      <a:pt x="683" y="394"/>
                      <a:pt x="778" y="372"/>
                    </a:cubicBezTo>
                    <a:cubicBezTo>
                      <a:pt x="822" y="372"/>
                      <a:pt x="873" y="387"/>
                      <a:pt x="902" y="423"/>
                    </a:cubicBezTo>
                    <a:cubicBezTo>
                      <a:pt x="924" y="445"/>
                      <a:pt x="939" y="467"/>
                      <a:pt x="939" y="497"/>
                    </a:cubicBezTo>
                    <a:cubicBezTo>
                      <a:pt x="917" y="585"/>
                      <a:pt x="873" y="658"/>
                      <a:pt x="807" y="717"/>
                    </a:cubicBezTo>
                    <a:cubicBezTo>
                      <a:pt x="785" y="731"/>
                      <a:pt x="778" y="768"/>
                      <a:pt x="800" y="790"/>
                    </a:cubicBezTo>
                    <a:cubicBezTo>
                      <a:pt x="814" y="805"/>
                      <a:pt x="829" y="812"/>
                      <a:pt x="844" y="812"/>
                    </a:cubicBezTo>
                    <a:cubicBezTo>
                      <a:pt x="851" y="812"/>
                      <a:pt x="866" y="805"/>
                      <a:pt x="873" y="797"/>
                    </a:cubicBezTo>
                    <a:cubicBezTo>
                      <a:pt x="895" y="783"/>
                      <a:pt x="1042" y="651"/>
                      <a:pt x="1042" y="504"/>
                    </a:cubicBezTo>
                    <a:cubicBezTo>
                      <a:pt x="1042" y="438"/>
                      <a:pt x="1020" y="379"/>
                      <a:pt x="976" y="343"/>
                    </a:cubicBezTo>
                    <a:cubicBezTo>
                      <a:pt x="917" y="291"/>
                      <a:pt x="844" y="262"/>
                      <a:pt x="763" y="262"/>
                    </a:cubicBezTo>
                    <a:cubicBezTo>
                      <a:pt x="697" y="269"/>
                      <a:pt x="631" y="299"/>
                      <a:pt x="573" y="335"/>
                    </a:cubicBezTo>
                    <a:cubicBezTo>
                      <a:pt x="573" y="277"/>
                      <a:pt x="565" y="211"/>
                      <a:pt x="536" y="152"/>
                    </a:cubicBezTo>
                    <a:cubicBezTo>
                      <a:pt x="499" y="79"/>
                      <a:pt x="433" y="27"/>
                      <a:pt x="353" y="13"/>
                    </a:cubicBezTo>
                    <a:cubicBezTo>
                      <a:pt x="328" y="5"/>
                      <a:pt x="302" y="0"/>
                      <a:pt x="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7"/>
              <p:cNvSpPr/>
              <p:nvPr/>
            </p:nvSpPr>
            <p:spPr>
              <a:xfrm>
                <a:off x="5568150" y="772050"/>
                <a:ext cx="80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32" extrusionOk="0">
                    <a:moveTo>
                      <a:pt x="221" y="1"/>
                    </a:moveTo>
                    <a:cubicBezTo>
                      <a:pt x="204" y="1"/>
                      <a:pt x="187" y="8"/>
                      <a:pt x="176" y="23"/>
                    </a:cubicBezTo>
                    <a:cubicBezTo>
                      <a:pt x="154" y="37"/>
                      <a:pt x="147" y="59"/>
                      <a:pt x="125" y="74"/>
                    </a:cubicBezTo>
                    <a:cubicBezTo>
                      <a:pt x="103" y="81"/>
                      <a:pt x="81" y="88"/>
                      <a:pt x="59" y="96"/>
                    </a:cubicBezTo>
                    <a:cubicBezTo>
                      <a:pt x="37" y="96"/>
                      <a:pt x="22" y="110"/>
                      <a:pt x="7" y="125"/>
                    </a:cubicBezTo>
                    <a:cubicBezTo>
                      <a:pt x="0" y="154"/>
                      <a:pt x="15" y="176"/>
                      <a:pt x="29" y="191"/>
                    </a:cubicBezTo>
                    <a:cubicBezTo>
                      <a:pt x="51" y="206"/>
                      <a:pt x="73" y="213"/>
                      <a:pt x="95" y="220"/>
                    </a:cubicBezTo>
                    <a:cubicBezTo>
                      <a:pt x="121" y="228"/>
                      <a:pt x="147" y="231"/>
                      <a:pt x="171" y="231"/>
                    </a:cubicBezTo>
                    <a:cubicBezTo>
                      <a:pt x="196" y="231"/>
                      <a:pt x="220" y="228"/>
                      <a:pt x="242" y="220"/>
                    </a:cubicBezTo>
                    <a:cubicBezTo>
                      <a:pt x="315" y="176"/>
                      <a:pt x="323" y="81"/>
                      <a:pt x="271" y="23"/>
                    </a:cubicBezTo>
                    <a:cubicBezTo>
                      <a:pt x="257" y="8"/>
                      <a:pt x="238" y="1"/>
                      <a:pt x="2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7"/>
              <p:cNvSpPr/>
              <p:nvPr/>
            </p:nvSpPr>
            <p:spPr>
              <a:xfrm>
                <a:off x="5461825" y="756875"/>
                <a:ext cx="1102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293" extrusionOk="0">
                    <a:moveTo>
                      <a:pt x="126" y="0"/>
                    </a:moveTo>
                    <a:cubicBezTo>
                      <a:pt x="119" y="0"/>
                      <a:pt x="112" y="2"/>
                      <a:pt x="103" y="6"/>
                    </a:cubicBezTo>
                    <a:cubicBezTo>
                      <a:pt x="30" y="50"/>
                      <a:pt x="1" y="146"/>
                      <a:pt x="45" y="226"/>
                    </a:cubicBezTo>
                    <a:cubicBezTo>
                      <a:pt x="68" y="267"/>
                      <a:pt x="110" y="289"/>
                      <a:pt x="156" y="289"/>
                    </a:cubicBezTo>
                    <a:cubicBezTo>
                      <a:pt x="167" y="289"/>
                      <a:pt x="179" y="288"/>
                      <a:pt x="191" y="285"/>
                    </a:cubicBezTo>
                    <a:cubicBezTo>
                      <a:pt x="221" y="278"/>
                      <a:pt x="265" y="278"/>
                      <a:pt x="301" y="278"/>
                    </a:cubicBezTo>
                    <a:cubicBezTo>
                      <a:pt x="316" y="278"/>
                      <a:pt x="338" y="285"/>
                      <a:pt x="360" y="292"/>
                    </a:cubicBezTo>
                    <a:cubicBezTo>
                      <a:pt x="375" y="292"/>
                      <a:pt x="397" y="292"/>
                      <a:pt x="411" y="278"/>
                    </a:cubicBezTo>
                    <a:cubicBezTo>
                      <a:pt x="441" y="248"/>
                      <a:pt x="441" y="212"/>
                      <a:pt x="411" y="182"/>
                    </a:cubicBezTo>
                    <a:cubicBezTo>
                      <a:pt x="389" y="160"/>
                      <a:pt x="360" y="146"/>
                      <a:pt x="331" y="138"/>
                    </a:cubicBezTo>
                    <a:cubicBezTo>
                      <a:pt x="279" y="124"/>
                      <a:pt x="228" y="94"/>
                      <a:pt x="199" y="58"/>
                    </a:cubicBezTo>
                    <a:cubicBezTo>
                      <a:pt x="175" y="34"/>
                      <a:pt x="156" y="0"/>
                      <a:pt x="1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7"/>
              <p:cNvSpPr/>
              <p:nvPr/>
            </p:nvSpPr>
            <p:spPr>
              <a:xfrm>
                <a:off x="5448275" y="708300"/>
                <a:ext cx="1010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234" extrusionOk="0">
                    <a:moveTo>
                      <a:pt x="174" y="1"/>
                    </a:moveTo>
                    <a:cubicBezTo>
                      <a:pt x="156" y="1"/>
                      <a:pt x="139" y="5"/>
                      <a:pt x="125" y="14"/>
                    </a:cubicBezTo>
                    <a:cubicBezTo>
                      <a:pt x="103" y="28"/>
                      <a:pt x="88" y="58"/>
                      <a:pt x="73" y="80"/>
                    </a:cubicBezTo>
                    <a:cubicBezTo>
                      <a:pt x="51" y="102"/>
                      <a:pt x="0" y="138"/>
                      <a:pt x="7" y="182"/>
                    </a:cubicBezTo>
                    <a:cubicBezTo>
                      <a:pt x="15" y="204"/>
                      <a:pt x="37" y="219"/>
                      <a:pt x="59" y="226"/>
                    </a:cubicBezTo>
                    <a:cubicBezTo>
                      <a:pt x="81" y="234"/>
                      <a:pt x="103" y="234"/>
                      <a:pt x="132" y="234"/>
                    </a:cubicBezTo>
                    <a:lnTo>
                      <a:pt x="301" y="226"/>
                    </a:lnTo>
                    <a:cubicBezTo>
                      <a:pt x="330" y="226"/>
                      <a:pt x="367" y="219"/>
                      <a:pt x="389" y="197"/>
                    </a:cubicBezTo>
                    <a:cubicBezTo>
                      <a:pt x="403" y="168"/>
                      <a:pt x="403" y="138"/>
                      <a:pt x="389" y="116"/>
                    </a:cubicBezTo>
                    <a:cubicBezTo>
                      <a:pt x="374" y="87"/>
                      <a:pt x="352" y="72"/>
                      <a:pt x="330" y="58"/>
                    </a:cubicBezTo>
                    <a:cubicBezTo>
                      <a:pt x="291" y="36"/>
                      <a:pt x="228" y="1"/>
                      <a:pt x="1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7"/>
              <p:cNvSpPr/>
              <p:nvPr/>
            </p:nvSpPr>
            <p:spPr>
              <a:xfrm>
                <a:off x="5234725" y="737175"/>
                <a:ext cx="240500" cy="129150"/>
              </a:xfrm>
              <a:custGeom>
                <a:avLst/>
                <a:gdLst/>
                <a:ahLst/>
                <a:cxnLst/>
                <a:rect l="l" t="t" r="r" b="b"/>
                <a:pathLst>
                  <a:path w="9620" h="5166" extrusionOk="0">
                    <a:moveTo>
                      <a:pt x="2657" y="1"/>
                    </a:moveTo>
                    <a:cubicBezTo>
                      <a:pt x="2433" y="1"/>
                      <a:pt x="2213" y="50"/>
                      <a:pt x="2010" y="149"/>
                    </a:cubicBezTo>
                    <a:cubicBezTo>
                      <a:pt x="1533" y="369"/>
                      <a:pt x="1100" y="662"/>
                      <a:pt x="726" y="1014"/>
                    </a:cubicBezTo>
                    <a:cubicBezTo>
                      <a:pt x="1" y="1725"/>
                      <a:pt x="169" y="2928"/>
                      <a:pt x="1064" y="3412"/>
                    </a:cubicBezTo>
                    <a:cubicBezTo>
                      <a:pt x="2567" y="4218"/>
                      <a:pt x="4084" y="4797"/>
                      <a:pt x="5624" y="5091"/>
                    </a:cubicBezTo>
                    <a:cubicBezTo>
                      <a:pt x="5875" y="5141"/>
                      <a:pt x="6128" y="5165"/>
                      <a:pt x="6380" y="5165"/>
                    </a:cubicBezTo>
                    <a:cubicBezTo>
                      <a:pt x="7278" y="5165"/>
                      <a:pt x="8156" y="4850"/>
                      <a:pt x="8821" y="4226"/>
                    </a:cubicBezTo>
                    <a:cubicBezTo>
                      <a:pt x="8865" y="4174"/>
                      <a:pt x="8909" y="4130"/>
                      <a:pt x="8953" y="4086"/>
                    </a:cubicBezTo>
                    <a:cubicBezTo>
                      <a:pt x="9620" y="3360"/>
                      <a:pt x="9422" y="2202"/>
                      <a:pt x="8557" y="1747"/>
                    </a:cubicBezTo>
                    <a:cubicBezTo>
                      <a:pt x="6922" y="882"/>
                      <a:pt x="5016" y="325"/>
                      <a:pt x="2882" y="17"/>
                    </a:cubicBezTo>
                    <a:cubicBezTo>
                      <a:pt x="2807" y="6"/>
                      <a:pt x="2732" y="1"/>
                      <a:pt x="26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7"/>
              <p:cNvSpPr/>
              <p:nvPr/>
            </p:nvSpPr>
            <p:spPr>
              <a:xfrm>
                <a:off x="5238575" y="780300"/>
                <a:ext cx="234450" cy="86225"/>
              </a:xfrm>
              <a:custGeom>
                <a:avLst/>
                <a:gdLst/>
                <a:ahLst/>
                <a:cxnLst/>
                <a:rect l="l" t="t" r="r" b="b"/>
                <a:pathLst>
                  <a:path w="9378" h="3449" extrusionOk="0">
                    <a:moveTo>
                      <a:pt x="162" y="0"/>
                    </a:moveTo>
                    <a:lnTo>
                      <a:pt x="162" y="0"/>
                    </a:lnTo>
                    <a:cubicBezTo>
                      <a:pt x="1" y="668"/>
                      <a:pt x="309" y="1357"/>
                      <a:pt x="910" y="1679"/>
                    </a:cubicBezTo>
                    <a:cubicBezTo>
                      <a:pt x="2435" y="2501"/>
                      <a:pt x="3974" y="3087"/>
                      <a:pt x="5536" y="3380"/>
                    </a:cubicBezTo>
                    <a:cubicBezTo>
                      <a:pt x="5766" y="3426"/>
                      <a:pt x="5998" y="3448"/>
                      <a:pt x="6229" y="3448"/>
                    </a:cubicBezTo>
                    <a:cubicBezTo>
                      <a:pt x="7080" y="3448"/>
                      <a:pt x="7914" y="3145"/>
                      <a:pt x="8571" y="2574"/>
                    </a:cubicBezTo>
                    <a:cubicBezTo>
                      <a:pt x="8652" y="2508"/>
                      <a:pt x="8725" y="2435"/>
                      <a:pt x="8799" y="2354"/>
                    </a:cubicBezTo>
                    <a:cubicBezTo>
                      <a:pt x="9378" y="1731"/>
                      <a:pt x="9319" y="756"/>
                      <a:pt x="8674" y="206"/>
                    </a:cubicBezTo>
                    <a:cubicBezTo>
                      <a:pt x="8674" y="206"/>
                      <a:pt x="8617" y="190"/>
                      <a:pt x="8503" y="190"/>
                    </a:cubicBezTo>
                    <a:cubicBezTo>
                      <a:pt x="8256" y="190"/>
                      <a:pt x="7741" y="262"/>
                      <a:pt x="6958" y="719"/>
                    </a:cubicBezTo>
                    <a:cubicBezTo>
                      <a:pt x="6658" y="880"/>
                      <a:pt x="6423" y="1144"/>
                      <a:pt x="6299" y="1467"/>
                    </a:cubicBezTo>
                    <a:cubicBezTo>
                      <a:pt x="6190" y="1757"/>
                      <a:pt x="5944" y="2105"/>
                      <a:pt x="5641" y="2105"/>
                    </a:cubicBezTo>
                    <a:cubicBezTo>
                      <a:pt x="5638" y="2105"/>
                      <a:pt x="5635" y="2105"/>
                      <a:pt x="5631" y="2105"/>
                    </a:cubicBezTo>
                    <a:cubicBezTo>
                      <a:pt x="5426" y="2097"/>
                      <a:pt x="5169" y="1980"/>
                      <a:pt x="4986" y="1877"/>
                    </a:cubicBezTo>
                    <a:cubicBezTo>
                      <a:pt x="3696" y="1122"/>
                      <a:pt x="2303" y="609"/>
                      <a:pt x="602" y="176"/>
                    </a:cubicBezTo>
                    <a:cubicBezTo>
                      <a:pt x="448" y="140"/>
                      <a:pt x="301" y="81"/>
                      <a:pt x="1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7"/>
              <p:cNvSpPr/>
              <p:nvPr/>
            </p:nvSpPr>
            <p:spPr>
              <a:xfrm>
                <a:off x="5282750" y="760175"/>
                <a:ext cx="244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513" extrusionOk="0">
                    <a:moveTo>
                      <a:pt x="749" y="1"/>
                    </a:moveTo>
                    <a:cubicBezTo>
                      <a:pt x="700" y="1"/>
                      <a:pt x="653" y="16"/>
                      <a:pt x="609" y="43"/>
                    </a:cubicBezTo>
                    <a:cubicBezTo>
                      <a:pt x="565" y="80"/>
                      <a:pt x="528" y="124"/>
                      <a:pt x="506" y="182"/>
                    </a:cubicBezTo>
                    <a:cubicBezTo>
                      <a:pt x="477" y="138"/>
                      <a:pt x="440" y="102"/>
                      <a:pt x="396" y="72"/>
                    </a:cubicBezTo>
                    <a:cubicBezTo>
                      <a:pt x="360" y="49"/>
                      <a:pt x="315" y="38"/>
                      <a:pt x="270" y="38"/>
                    </a:cubicBezTo>
                    <a:cubicBezTo>
                      <a:pt x="243" y="38"/>
                      <a:pt x="216" y="42"/>
                      <a:pt x="191" y="50"/>
                    </a:cubicBezTo>
                    <a:cubicBezTo>
                      <a:pt x="133" y="65"/>
                      <a:pt x="81" y="109"/>
                      <a:pt x="52" y="168"/>
                    </a:cubicBezTo>
                    <a:cubicBezTo>
                      <a:pt x="1" y="292"/>
                      <a:pt x="81" y="468"/>
                      <a:pt x="96" y="483"/>
                    </a:cubicBezTo>
                    <a:cubicBezTo>
                      <a:pt x="103" y="505"/>
                      <a:pt x="118" y="512"/>
                      <a:pt x="140" y="512"/>
                    </a:cubicBezTo>
                    <a:lnTo>
                      <a:pt x="169" y="512"/>
                    </a:lnTo>
                    <a:cubicBezTo>
                      <a:pt x="198" y="498"/>
                      <a:pt x="206" y="461"/>
                      <a:pt x="191" y="439"/>
                    </a:cubicBezTo>
                    <a:cubicBezTo>
                      <a:pt x="155" y="366"/>
                      <a:pt x="147" y="292"/>
                      <a:pt x="162" y="212"/>
                    </a:cubicBezTo>
                    <a:cubicBezTo>
                      <a:pt x="169" y="190"/>
                      <a:pt x="198" y="168"/>
                      <a:pt x="228" y="160"/>
                    </a:cubicBezTo>
                    <a:cubicBezTo>
                      <a:pt x="242" y="155"/>
                      <a:pt x="257" y="152"/>
                      <a:pt x="272" y="152"/>
                    </a:cubicBezTo>
                    <a:cubicBezTo>
                      <a:pt x="297" y="152"/>
                      <a:pt x="322" y="159"/>
                      <a:pt x="345" y="168"/>
                    </a:cubicBezTo>
                    <a:cubicBezTo>
                      <a:pt x="404" y="219"/>
                      <a:pt x="440" y="285"/>
                      <a:pt x="462" y="358"/>
                    </a:cubicBezTo>
                    <a:cubicBezTo>
                      <a:pt x="462" y="388"/>
                      <a:pt x="492" y="402"/>
                      <a:pt x="514" y="402"/>
                    </a:cubicBezTo>
                    <a:cubicBezTo>
                      <a:pt x="543" y="402"/>
                      <a:pt x="565" y="380"/>
                      <a:pt x="572" y="358"/>
                    </a:cubicBezTo>
                    <a:cubicBezTo>
                      <a:pt x="580" y="270"/>
                      <a:pt x="616" y="197"/>
                      <a:pt x="675" y="138"/>
                    </a:cubicBezTo>
                    <a:cubicBezTo>
                      <a:pt x="703" y="122"/>
                      <a:pt x="730" y="114"/>
                      <a:pt x="758" y="114"/>
                    </a:cubicBezTo>
                    <a:cubicBezTo>
                      <a:pt x="767" y="114"/>
                      <a:pt x="776" y="114"/>
                      <a:pt x="785" y="116"/>
                    </a:cubicBezTo>
                    <a:cubicBezTo>
                      <a:pt x="807" y="124"/>
                      <a:pt x="829" y="138"/>
                      <a:pt x="844" y="153"/>
                    </a:cubicBezTo>
                    <a:cubicBezTo>
                      <a:pt x="866" y="226"/>
                      <a:pt x="866" y="300"/>
                      <a:pt x="844" y="366"/>
                    </a:cubicBezTo>
                    <a:cubicBezTo>
                      <a:pt x="829" y="395"/>
                      <a:pt x="851" y="424"/>
                      <a:pt x="880" y="439"/>
                    </a:cubicBezTo>
                    <a:cubicBezTo>
                      <a:pt x="884" y="440"/>
                      <a:pt x="888" y="440"/>
                      <a:pt x="892" y="440"/>
                    </a:cubicBezTo>
                    <a:cubicBezTo>
                      <a:pt x="917" y="440"/>
                      <a:pt x="940" y="421"/>
                      <a:pt x="946" y="402"/>
                    </a:cubicBezTo>
                    <a:cubicBezTo>
                      <a:pt x="976" y="300"/>
                      <a:pt x="976" y="190"/>
                      <a:pt x="932" y="102"/>
                    </a:cubicBezTo>
                    <a:cubicBezTo>
                      <a:pt x="902" y="50"/>
                      <a:pt x="858" y="14"/>
                      <a:pt x="800" y="6"/>
                    </a:cubicBezTo>
                    <a:cubicBezTo>
                      <a:pt x="783" y="2"/>
                      <a:pt x="766" y="1"/>
                      <a:pt x="749" y="1"/>
                    </a:cubicBezTo>
                    <a:close/>
                  </a:path>
                </a:pathLst>
              </a:custGeom>
              <a:solidFill>
                <a:srgbClr val="E093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7"/>
              <p:cNvSpPr/>
              <p:nvPr/>
            </p:nvSpPr>
            <p:spPr>
              <a:xfrm>
                <a:off x="5330600" y="803650"/>
                <a:ext cx="28600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526" extrusionOk="0">
                    <a:moveTo>
                      <a:pt x="855" y="0"/>
                    </a:moveTo>
                    <a:cubicBezTo>
                      <a:pt x="806" y="0"/>
                      <a:pt x="761" y="13"/>
                      <a:pt x="719" y="42"/>
                    </a:cubicBezTo>
                    <a:cubicBezTo>
                      <a:pt x="660" y="78"/>
                      <a:pt x="609" y="137"/>
                      <a:pt x="579" y="203"/>
                    </a:cubicBezTo>
                    <a:cubicBezTo>
                      <a:pt x="550" y="144"/>
                      <a:pt x="513" y="93"/>
                      <a:pt x="462" y="49"/>
                    </a:cubicBezTo>
                    <a:cubicBezTo>
                      <a:pt x="416" y="19"/>
                      <a:pt x="360" y="2"/>
                      <a:pt x="306" y="2"/>
                    </a:cubicBezTo>
                    <a:cubicBezTo>
                      <a:pt x="282" y="2"/>
                      <a:pt x="257" y="5"/>
                      <a:pt x="235" y="12"/>
                    </a:cubicBezTo>
                    <a:cubicBezTo>
                      <a:pt x="161" y="27"/>
                      <a:pt x="103" y="71"/>
                      <a:pt x="73" y="137"/>
                    </a:cubicBezTo>
                    <a:cubicBezTo>
                      <a:pt x="0" y="276"/>
                      <a:pt x="81" y="474"/>
                      <a:pt x="95" y="496"/>
                    </a:cubicBezTo>
                    <a:cubicBezTo>
                      <a:pt x="103" y="511"/>
                      <a:pt x="117" y="525"/>
                      <a:pt x="147" y="525"/>
                    </a:cubicBezTo>
                    <a:lnTo>
                      <a:pt x="161" y="525"/>
                    </a:lnTo>
                    <a:cubicBezTo>
                      <a:pt x="191" y="511"/>
                      <a:pt x="205" y="481"/>
                      <a:pt x="191" y="452"/>
                    </a:cubicBezTo>
                    <a:cubicBezTo>
                      <a:pt x="154" y="372"/>
                      <a:pt x="147" y="276"/>
                      <a:pt x="169" y="188"/>
                    </a:cubicBezTo>
                    <a:cubicBezTo>
                      <a:pt x="191" y="152"/>
                      <a:pt x="220" y="130"/>
                      <a:pt x="257" y="122"/>
                    </a:cubicBezTo>
                    <a:cubicBezTo>
                      <a:pt x="271" y="117"/>
                      <a:pt x="288" y="115"/>
                      <a:pt x="304" y="115"/>
                    </a:cubicBezTo>
                    <a:cubicBezTo>
                      <a:pt x="337" y="115"/>
                      <a:pt x="372" y="125"/>
                      <a:pt x="396" y="144"/>
                    </a:cubicBezTo>
                    <a:cubicBezTo>
                      <a:pt x="462" y="210"/>
                      <a:pt x="506" y="291"/>
                      <a:pt x="521" y="379"/>
                    </a:cubicBezTo>
                    <a:cubicBezTo>
                      <a:pt x="528" y="408"/>
                      <a:pt x="550" y="423"/>
                      <a:pt x="572" y="430"/>
                    </a:cubicBezTo>
                    <a:cubicBezTo>
                      <a:pt x="601" y="423"/>
                      <a:pt x="623" y="408"/>
                      <a:pt x="631" y="379"/>
                    </a:cubicBezTo>
                    <a:cubicBezTo>
                      <a:pt x="645" y="284"/>
                      <a:pt x="697" y="196"/>
                      <a:pt x="777" y="137"/>
                    </a:cubicBezTo>
                    <a:cubicBezTo>
                      <a:pt x="805" y="120"/>
                      <a:pt x="841" y="112"/>
                      <a:pt x="875" y="112"/>
                    </a:cubicBezTo>
                    <a:cubicBezTo>
                      <a:pt x="887" y="112"/>
                      <a:pt x="898" y="113"/>
                      <a:pt x="909" y="115"/>
                    </a:cubicBezTo>
                    <a:cubicBezTo>
                      <a:pt x="939" y="122"/>
                      <a:pt x="961" y="144"/>
                      <a:pt x="975" y="166"/>
                    </a:cubicBezTo>
                    <a:cubicBezTo>
                      <a:pt x="997" y="254"/>
                      <a:pt x="997" y="342"/>
                      <a:pt x="961" y="423"/>
                    </a:cubicBezTo>
                    <a:cubicBezTo>
                      <a:pt x="947" y="464"/>
                      <a:pt x="982" y="494"/>
                      <a:pt x="1018" y="494"/>
                    </a:cubicBezTo>
                    <a:cubicBezTo>
                      <a:pt x="1039" y="494"/>
                      <a:pt x="1060" y="484"/>
                      <a:pt x="1071" y="459"/>
                    </a:cubicBezTo>
                    <a:cubicBezTo>
                      <a:pt x="1071" y="437"/>
                      <a:pt x="1144" y="247"/>
                      <a:pt x="1071" y="115"/>
                    </a:cubicBezTo>
                    <a:cubicBezTo>
                      <a:pt x="1049" y="64"/>
                      <a:pt x="997" y="27"/>
                      <a:pt x="939" y="12"/>
                    </a:cubicBezTo>
                    <a:cubicBezTo>
                      <a:pt x="910" y="4"/>
                      <a:pt x="882" y="0"/>
                      <a:pt x="8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7"/>
              <p:cNvSpPr/>
              <p:nvPr/>
            </p:nvSpPr>
            <p:spPr>
              <a:xfrm>
                <a:off x="5348000" y="765125"/>
                <a:ext cx="19650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52" extrusionOk="0">
                    <a:moveTo>
                      <a:pt x="233" y="1"/>
                    </a:moveTo>
                    <a:cubicBezTo>
                      <a:pt x="202" y="1"/>
                      <a:pt x="171" y="10"/>
                      <a:pt x="140" y="28"/>
                    </a:cubicBezTo>
                    <a:cubicBezTo>
                      <a:pt x="67" y="87"/>
                      <a:pt x="15" y="168"/>
                      <a:pt x="1" y="263"/>
                    </a:cubicBezTo>
                    <a:cubicBezTo>
                      <a:pt x="1" y="292"/>
                      <a:pt x="23" y="322"/>
                      <a:pt x="52" y="329"/>
                    </a:cubicBezTo>
                    <a:cubicBezTo>
                      <a:pt x="56" y="330"/>
                      <a:pt x="60" y="330"/>
                      <a:pt x="63" y="330"/>
                    </a:cubicBezTo>
                    <a:cubicBezTo>
                      <a:pt x="88" y="330"/>
                      <a:pt x="111" y="310"/>
                      <a:pt x="111" y="285"/>
                    </a:cubicBezTo>
                    <a:cubicBezTo>
                      <a:pt x="125" y="219"/>
                      <a:pt x="155" y="160"/>
                      <a:pt x="199" y="124"/>
                    </a:cubicBezTo>
                    <a:cubicBezTo>
                      <a:pt x="206" y="116"/>
                      <a:pt x="217" y="113"/>
                      <a:pt x="228" y="113"/>
                    </a:cubicBezTo>
                    <a:cubicBezTo>
                      <a:pt x="239" y="113"/>
                      <a:pt x="250" y="116"/>
                      <a:pt x="257" y="124"/>
                    </a:cubicBezTo>
                    <a:cubicBezTo>
                      <a:pt x="294" y="131"/>
                      <a:pt x="323" y="153"/>
                      <a:pt x="338" y="190"/>
                    </a:cubicBezTo>
                    <a:cubicBezTo>
                      <a:pt x="353" y="241"/>
                      <a:pt x="353" y="300"/>
                      <a:pt x="338" y="358"/>
                    </a:cubicBezTo>
                    <a:cubicBezTo>
                      <a:pt x="331" y="380"/>
                      <a:pt x="338" y="409"/>
                      <a:pt x="360" y="424"/>
                    </a:cubicBezTo>
                    <a:cubicBezTo>
                      <a:pt x="368" y="430"/>
                      <a:pt x="378" y="432"/>
                      <a:pt x="387" y="432"/>
                    </a:cubicBezTo>
                    <a:cubicBezTo>
                      <a:pt x="403" y="432"/>
                      <a:pt x="420" y="426"/>
                      <a:pt x="433" y="417"/>
                    </a:cubicBezTo>
                    <a:cubicBezTo>
                      <a:pt x="470" y="373"/>
                      <a:pt x="521" y="344"/>
                      <a:pt x="580" y="329"/>
                    </a:cubicBezTo>
                    <a:cubicBezTo>
                      <a:pt x="609" y="336"/>
                      <a:pt x="639" y="344"/>
                      <a:pt x="661" y="373"/>
                    </a:cubicBezTo>
                    <a:cubicBezTo>
                      <a:pt x="668" y="380"/>
                      <a:pt x="675" y="395"/>
                      <a:pt x="675" y="417"/>
                    </a:cubicBezTo>
                    <a:cubicBezTo>
                      <a:pt x="661" y="468"/>
                      <a:pt x="624" y="519"/>
                      <a:pt x="573" y="556"/>
                    </a:cubicBezTo>
                    <a:cubicBezTo>
                      <a:pt x="551" y="571"/>
                      <a:pt x="543" y="607"/>
                      <a:pt x="565" y="629"/>
                    </a:cubicBezTo>
                    <a:cubicBezTo>
                      <a:pt x="573" y="644"/>
                      <a:pt x="587" y="651"/>
                      <a:pt x="609" y="651"/>
                    </a:cubicBezTo>
                    <a:cubicBezTo>
                      <a:pt x="617" y="651"/>
                      <a:pt x="631" y="644"/>
                      <a:pt x="639" y="644"/>
                    </a:cubicBezTo>
                    <a:cubicBezTo>
                      <a:pt x="712" y="585"/>
                      <a:pt x="763" y="512"/>
                      <a:pt x="778" y="424"/>
                    </a:cubicBezTo>
                    <a:cubicBezTo>
                      <a:pt x="785" y="373"/>
                      <a:pt x="770" y="329"/>
                      <a:pt x="734" y="292"/>
                    </a:cubicBezTo>
                    <a:cubicBezTo>
                      <a:pt x="697" y="248"/>
                      <a:pt x="639" y="219"/>
                      <a:pt x="573" y="219"/>
                    </a:cubicBezTo>
                    <a:cubicBezTo>
                      <a:pt x="536" y="219"/>
                      <a:pt x="499" y="234"/>
                      <a:pt x="463" y="248"/>
                    </a:cubicBezTo>
                    <a:cubicBezTo>
                      <a:pt x="463" y="212"/>
                      <a:pt x="455" y="175"/>
                      <a:pt x="441" y="138"/>
                    </a:cubicBezTo>
                    <a:cubicBezTo>
                      <a:pt x="411" y="80"/>
                      <a:pt x="360" y="36"/>
                      <a:pt x="294" y="14"/>
                    </a:cubicBezTo>
                    <a:cubicBezTo>
                      <a:pt x="274" y="5"/>
                      <a:pt x="253" y="1"/>
                      <a:pt x="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7"/>
              <p:cNvSpPr/>
              <p:nvPr/>
            </p:nvSpPr>
            <p:spPr>
              <a:xfrm>
                <a:off x="5404275" y="782475"/>
                <a:ext cx="23300" cy="1255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502" extrusionOk="0">
                    <a:moveTo>
                      <a:pt x="239" y="0"/>
                    </a:moveTo>
                    <a:cubicBezTo>
                      <a:pt x="230" y="0"/>
                      <a:pt x="221" y="0"/>
                      <a:pt x="213" y="1"/>
                    </a:cubicBezTo>
                    <a:cubicBezTo>
                      <a:pt x="147" y="9"/>
                      <a:pt x="96" y="38"/>
                      <a:pt x="59" y="89"/>
                    </a:cubicBezTo>
                    <a:cubicBezTo>
                      <a:pt x="8" y="185"/>
                      <a:pt x="0" y="295"/>
                      <a:pt x="30" y="397"/>
                    </a:cubicBezTo>
                    <a:cubicBezTo>
                      <a:pt x="38" y="423"/>
                      <a:pt x="61" y="435"/>
                      <a:pt x="83" y="435"/>
                    </a:cubicBezTo>
                    <a:cubicBezTo>
                      <a:pt x="118" y="435"/>
                      <a:pt x="153" y="408"/>
                      <a:pt x="140" y="368"/>
                    </a:cubicBezTo>
                    <a:cubicBezTo>
                      <a:pt x="118" y="295"/>
                      <a:pt x="118" y="221"/>
                      <a:pt x="147" y="148"/>
                    </a:cubicBezTo>
                    <a:cubicBezTo>
                      <a:pt x="169" y="126"/>
                      <a:pt x="191" y="111"/>
                      <a:pt x="220" y="111"/>
                    </a:cubicBezTo>
                    <a:cubicBezTo>
                      <a:pt x="228" y="110"/>
                      <a:pt x="236" y="110"/>
                      <a:pt x="243" y="110"/>
                    </a:cubicBezTo>
                    <a:cubicBezTo>
                      <a:pt x="279" y="110"/>
                      <a:pt x="313" y="124"/>
                      <a:pt x="338" y="148"/>
                    </a:cubicBezTo>
                    <a:cubicBezTo>
                      <a:pt x="389" y="199"/>
                      <a:pt x="418" y="258"/>
                      <a:pt x="426" y="331"/>
                    </a:cubicBezTo>
                    <a:cubicBezTo>
                      <a:pt x="426" y="363"/>
                      <a:pt x="452" y="382"/>
                      <a:pt x="478" y="382"/>
                    </a:cubicBezTo>
                    <a:cubicBezTo>
                      <a:pt x="500" y="382"/>
                      <a:pt x="522" y="369"/>
                      <a:pt x="528" y="339"/>
                    </a:cubicBezTo>
                    <a:cubicBezTo>
                      <a:pt x="550" y="273"/>
                      <a:pt x="594" y="214"/>
                      <a:pt x="653" y="177"/>
                    </a:cubicBezTo>
                    <a:cubicBezTo>
                      <a:pt x="668" y="170"/>
                      <a:pt x="686" y="166"/>
                      <a:pt x="704" y="166"/>
                    </a:cubicBezTo>
                    <a:cubicBezTo>
                      <a:pt x="723" y="166"/>
                      <a:pt x="741" y="170"/>
                      <a:pt x="756" y="177"/>
                    </a:cubicBezTo>
                    <a:cubicBezTo>
                      <a:pt x="778" y="185"/>
                      <a:pt x="792" y="199"/>
                      <a:pt x="807" y="221"/>
                    </a:cubicBezTo>
                    <a:cubicBezTo>
                      <a:pt x="814" y="287"/>
                      <a:pt x="800" y="361"/>
                      <a:pt x="763" y="419"/>
                    </a:cubicBezTo>
                    <a:cubicBezTo>
                      <a:pt x="748" y="449"/>
                      <a:pt x="763" y="478"/>
                      <a:pt x="785" y="493"/>
                    </a:cubicBezTo>
                    <a:cubicBezTo>
                      <a:pt x="792" y="500"/>
                      <a:pt x="807" y="500"/>
                      <a:pt x="814" y="500"/>
                    </a:cubicBezTo>
                    <a:cubicBezTo>
                      <a:pt x="818" y="501"/>
                      <a:pt x="822" y="502"/>
                      <a:pt x="826" y="502"/>
                    </a:cubicBezTo>
                    <a:cubicBezTo>
                      <a:pt x="842" y="502"/>
                      <a:pt x="854" y="490"/>
                      <a:pt x="866" y="478"/>
                    </a:cubicBezTo>
                    <a:cubicBezTo>
                      <a:pt x="910" y="390"/>
                      <a:pt x="932" y="287"/>
                      <a:pt x="910" y="192"/>
                    </a:cubicBezTo>
                    <a:cubicBezTo>
                      <a:pt x="888" y="141"/>
                      <a:pt x="851" y="97"/>
                      <a:pt x="800" y="82"/>
                    </a:cubicBezTo>
                    <a:cubicBezTo>
                      <a:pt x="770" y="67"/>
                      <a:pt x="737" y="60"/>
                      <a:pt x="703" y="60"/>
                    </a:cubicBezTo>
                    <a:cubicBezTo>
                      <a:pt x="670" y="60"/>
                      <a:pt x="635" y="67"/>
                      <a:pt x="602" y="82"/>
                    </a:cubicBezTo>
                    <a:cubicBezTo>
                      <a:pt x="605" y="146"/>
                      <a:pt x="559" y="176"/>
                      <a:pt x="510" y="176"/>
                    </a:cubicBezTo>
                    <a:cubicBezTo>
                      <a:pt x="454" y="176"/>
                      <a:pt x="395" y="135"/>
                      <a:pt x="411" y="60"/>
                    </a:cubicBezTo>
                    <a:cubicBezTo>
                      <a:pt x="360" y="22"/>
                      <a:pt x="297" y="0"/>
                      <a:pt x="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7"/>
              <p:cNvSpPr/>
              <p:nvPr/>
            </p:nvSpPr>
            <p:spPr>
              <a:xfrm>
                <a:off x="5384650" y="779425"/>
                <a:ext cx="1322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529" h="322" extrusionOk="0">
                    <a:moveTo>
                      <a:pt x="389" y="0"/>
                    </a:moveTo>
                    <a:cubicBezTo>
                      <a:pt x="374" y="0"/>
                      <a:pt x="360" y="4"/>
                      <a:pt x="346" y="13"/>
                    </a:cubicBezTo>
                    <a:cubicBezTo>
                      <a:pt x="316" y="28"/>
                      <a:pt x="294" y="65"/>
                      <a:pt x="265" y="87"/>
                    </a:cubicBezTo>
                    <a:cubicBezTo>
                      <a:pt x="236" y="116"/>
                      <a:pt x="192" y="131"/>
                      <a:pt x="155" y="145"/>
                    </a:cubicBezTo>
                    <a:cubicBezTo>
                      <a:pt x="118" y="145"/>
                      <a:pt x="89" y="153"/>
                      <a:pt x="60" y="160"/>
                    </a:cubicBezTo>
                    <a:cubicBezTo>
                      <a:pt x="30" y="167"/>
                      <a:pt x="8" y="197"/>
                      <a:pt x="1" y="226"/>
                    </a:cubicBezTo>
                    <a:cubicBezTo>
                      <a:pt x="1" y="255"/>
                      <a:pt x="16" y="285"/>
                      <a:pt x="45" y="299"/>
                    </a:cubicBezTo>
                    <a:cubicBezTo>
                      <a:pt x="67" y="314"/>
                      <a:pt x="96" y="314"/>
                      <a:pt x="126" y="321"/>
                    </a:cubicBezTo>
                    <a:lnTo>
                      <a:pt x="302" y="321"/>
                    </a:lnTo>
                    <a:cubicBezTo>
                      <a:pt x="353" y="321"/>
                      <a:pt x="397" y="307"/>
                      <a:pt x="441" y="285"/>
                    </a:cubicBezTo>
                    <a:cubicBezTo>
                      <a:pt x="500" y="248"/>
                      <a:pt x="529" y="175"/>
                      <a:pt x="514" y="101"/>
                    </a:cubicBezTo>
                    <a:cubicBezTo>
                      <a:pt x="497" y="55"/>
                      <a:pt x="443" y="0"/>
                      <a:pt x="3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7"/>
              <p:cNvSpPr/>
              <p:nvPr/>
            </p:nvSpPr>
            <p:spPr>
              <a:xfrm>
                <a:off x="5313900" y="752175"/>
                <a:ext cx="90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80" extrusionOk="0">
                    <a:moveTo>
                      <a:pt x="103" y="1"/>
                    </a:moveTo>
                    <a:cubicBezTo>
                      <a:pt x="2" y="1"/>
                      <a:pt x="8" y="107"/>
                      <a:pt x="8" y="194"/>
                    </a:cubicBezTo>
                    <a:cubicBezTo>
                      <a:pt x="1" y="268"/>
                      <a:pt x="8" y="341"/>
                      <a:pt x="38" y="414"/>
                    </a:cubicBezTo>
                    <a:cubicBezTo>
                      <a:pt x="67" y="459"/>
                      <a:pt x="117" y="480"/>
                      <a:pt x="169" y="480"/>
                    </a:cubicBezTo>
                    <a:cubicBezTo>
                      <a:pt x="194" y="480"/>
                      <a:pt x="219" y="475"/>
                      <a:pt x="243" y="466"/>
                    </a:cubicBezTo>
                    <a:cubicBezTo>
                      <a:pt x="309" y="422"/>
                      <a:pt x="353" y="356"/>
                      <a:pt x="353" y="282"/>
                    </a:cubicBezTo>
                    <a:cubicBezTo>
                      <a:pt x="360" y="143"/>
                      <a:pt x="265" y="26"/>
                      <a:pt x="133" y="4"/>
                    </a:cubicBezTo>
                    <a:cubicBezTo>
                      <a:pt x="122" y="2"/>
                      <a:pt x="112" y="1"/>
                      <a:pt x="103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7"/>
              <p:cNvSpPr/>
              <p:nvPr/>
            </p:nvSpPr>
            <p:spPr>
              <a:xfrm>
                <a:off x="5317200" y="790375"/>
                <a:ext cx="12325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43" extrusionOk="0">
                    <a:moveTo>
                      <a:pt x="324" y="1"/>
                    </a:moveTo>
                    <a:cubicBezTo>
                      <a:pt x="302" y="8"/>
                      <a:pt x="280" y="15"/>
                      <a:pt x="258" y="37"/>
                    </a:cubicBezTo>
                    <a:cubicBezTo>
                      <a:pt x="221" y="52"/>
                      <a:pt x="192" y="52"/>
                      <a:pt x="155" y="52"/>
                    </a:cubicBezTo>
                    <a:cubicBezTo>
                      <a:pt x="140" y="52"/>
                      <a:pt x="125" y="51"/>
                      <a:pt x="110" y="51"/>
                    </a:cubicBezTo>
                    <a:cubicBezTo>
                      <a:pt x="80" y="51"/>
                      <a:pt x="52" y="54"/>
                      <a:pt x="38" y="74"/>
                    </a:cubicBezTo>
                    <a:cubicBezTo>
                      <a:pt x="1" y="111"/>
                      <a:pt x="8" y="162"/>
                      <a:pt x="45" y="191"/>
                    </a:cubicBezTo>
                    <a:cubicBezTo>
                      <a:pt x="74" y="213"/>
                      <a:pt x="118" y="235"/>
                      <a:pt x="162" y="235"/>
                    </a:cubicBezTo>
                    <a:cubicBezTo>
                      <a:pt x="221" y="243"/>
                      <a:pt x="280" y="243"/>
                      <a:pt x="331" y="243"/>
                    </a:cubicBezTo>
                    <a:cubicBezTo>
                      <a:pt x="367" y="243"/>
                      <a:pt x="397" y="243"/>
                      <a:pt x="426" y="228"/>
                    </a:cubicBezTo>
                    <a:cubicBezTo>
                      <a:pt x="470" y="199"/>
                      <a:pt x="492" y="133"/>
                      <a:pt x="463" y="81"/>
                    </a:cubicBezTo>
                    <a:cubicBezTo>
                      <a:pt x="433" y="30"/>
                      <a:pt x="382" y="1"/>
                      <a:pt x="324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7"/>
              <p:cNvSpPr/>
              <p:nvPr/>
            </p:nvSpPr>
            <p:spPr>
              <a:xfrm>
                <a:off x="5148400" y="782400"/>
                <a:ext cx="243250" cy="148450"/>
              </a:xfrm>
              <a:custGeom>
                <a:avLst/>
                <a:gdLst/>
                <a:ahLst/>
                <a:cxnLst/>
                <a:rect l="l" t="t" r="r" b="b"/>
                <a:pathLst>
                  <a:path w="9730" h="5938" extrusionOk="0">
                    <a:moveTo>
                      <a:pt x="2842" y="0"/>
                    </a:moveTo>
                    <a:cubicBezTo>
                      <a:pt x="2632" y="0"/>
                      <a:pt x="2421" y="24"/>
                      <a:pt x="2215" y="70"/>
                    </a:cubicBezTo>
                    <a:cubicBezTo>
                      <a:pt x="1841" y="158"/>
                      <a:pt x="1481" y="305"/>
                      <a:pt x="1151" y="496"/>
                    </a:cubicBezTo>
                    <a:cubicBezTo>
                      <a:pt x="110" y="1112"/>
                      <a:pt x="0" y="2578"/>
                      <a:pt x="946" y="3333"/>
                    </a:cubicBezTo>
                    <a:cubicBezTo>
                      <a:pt x="2273" y="4418"/>
                      <a:pt x="3798" y="5239"/>
                      <a:pt x="5433" y="5753"/>
                    </a:cubicBezTo>
                    <a:cubicBezTo>
                      <a:pt x="5819" y="5876"/>
                      <a:pt x="6217" y="5937"/>
                      <a:pt x="6615" y="5937"/>
                    </a:cubicBezTo>
                    <a:cubicBezTo>
                      <a:pt x="7118" y="5937"/>
                      <a:pt x="7620" y="5839"/>
                      <a:pt x="8095" y="5643"/>
                    </a:cubicBezTo>
                    <a:cubicBezTo>
                      <a:pt x="8300" y="5555"/>
                      <a:pt x="8505" y="5452"/>
                      <a:pt x="8696" y="5335"/>
                    </a:cubicBezTo>
                    <a:cubicBezTo>
                      <a:pt x="9678" y="4755"/>
                      <a:pt x="9730" y="3362"/>
                      <a:pt x="8806" y="2703"/>
                    </a:cubicBezTo>
                    <a:cubicBezTo>
                      <a:pt x="7259" y="1625"/>
                      <a:pt x="5572" y="774"/>
                      <a:pt x="3791" y="166"/>
                    </a:cubicBezTo>
                    <a:cubicBezTo>
                      <a:pt x="3485" y="55"/>
                      <a:pt x="3164" y="0"/>
                      <a:pt x="28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7"/>
              <p:cNvSpPr/>
              <p:nvPr/>
            </p:nvSpPr>
            <p:spPr>
              <a:xfrm>
                <a:off x="5152425" y="819900"/>
                <a:ext cx="235925" cy="111100"/>
              </a:xfrm>
              <a:custGeom>
                <a:avLst/>
                <a:gdLst/>
                <a:ahLst/>
                <a:cxnLst/>
                <a:rect l="l" t="t" r="r" b="b"/>
                <a:pathLst>
                  <a:path w="9437" h="4444" extrusionOk="0">
                    <a:moveTo>
                      <a:pt x="199" y="0"/>
                    </a:moveTo>
                    <a:lnTo>
                      <a:pt x="199" y="0"/>
                    </a:lnTo>
                    <a:cubicBezTo>
                      <a:pt x="1" y="675"/>
                      <a:pt x="228" y="1400"/>
                      <a:pt x="778" y="1833"/>
                    </a:cubicBezTo>
                    <a:cubicBezTo>
                      <a:pt x="2120" y="2926"/>
                      <a:pt x="3652" y="3754"/>
                      <a:pt x="5309" y="4267"/>
                    </a:cubicBezTo>
                    <a:cubicBezTo>
                      <a:pt x="5678" y="4385"/>
                      <a:pt x="6061" y="4443"/>
                      <a:pt x="6443" y="4443"/>
                    </a:cubicBezTo>
                    <a:cubicBezTo>
                      <a:pt x="6939" y="4443"/>
                      <a:pt x="7436" y="4345"/>
                      <a:pt x="7904" y="4150"/>
                    </a:cubicBezTo>
                    <a:cubicBezTo>
                      <a:pt x="8117" y="4062"/>
                      <a:pt x="8330" y="3959"/>
                      <a:pt x="8527" y="3842"/>
                    </a:cubicBezTo>
                    <a:cubicBezTo>
                      <a:pt x="9143" y="3475"/>
                      <a:pt x="9437" y="2735"/>
                      <a:pt x="9239" y="2046"/>
                    </a:cubicBezTo>
                    <a:cubicBezTo>
                      <a:pt x="9231" y="2016"/>
                      <a:pt x="9217" y="1987"/>
                      <a:pt x="9209" y="1958"/>
                    </a:cubicBezTo>
                    <a:cubicBezTo>
                      <a:pt x="9131" y="1761"/>
                      <a:pt x="8949" y="1681"/>
                      <a:pt x="8710" y="1681"/>
                    </a:cubicBezTo>
                    <a:cubicBezTo>
                      <a:pt x="8120" y="1681"/>
                      <a:pt x="7182" y="2170"/>
                      <a:pt x="6592" y="2603"/>
                    </a:cubicBezTo>
                    <a:cubicBezTo>
                      <a:pt x="6489" y="2676"/>
                      <a:pt x="6401" y="2764"/>
                      <a:pt x="6328" y="2867"/>
                    </a:cubicBezTo>
                    <a:cubicBezTo>
                      <a:pt x="6148" y="3137"/>
                      <a:pt x="5850" y="3291"/>
                      <a:pt x="5543" y="3291"/>
                    </a:cubicBezTo>
                    <a:cubicBezTo>
                      <a:pt x="5450" y="3291"/>
                      <a:pt x="5356" y="3277"/>
                      <a:pt x="5265" y="3248"/>
                    </a:cubicBezTo>
                    <a:lnTo>
                      <a:pt x="5258" y="3248"/>
                    </a:lnTo>
                    <a:cubicBezTo>
                      <a:pt x="3615" y="2735"/>
                      <a:pt x="2098" y="1914"/>
                      <a:pt x="763" y="829"/>
                    </a:cubicBezTo>
                    <a:cubicBezTo>
                      <a:pt x="499" y="616"/>
                      <a:pt x="301" y="330"/>
                      <a:pt x="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7"/>
              <p:cNvSpPr/>
              <p:nvPr/>
            </p:nvSpPr>
            <p:spPr>
              <a:xfrm>
                <a:off x="5180850" y="840825"/>
                <a:ext cx="23850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520" extrusionOk="0">
                    <a:moveTo>
                      <a:pt x="727" y="1"/>
                    </a:moveTo>
                    <a:cubicBezTo>
                      <a:pt x="676" y="1"/>
                      <a:pt x="625" y="17"/>
                      <a:pt x="587" y="50"/>
                    </a:cubicBezTo>
                    <a:cubicBezTo>
                      <a:pt x="535" y="87"/>
                      <a:pt x="499" y="131"/>
                      <a:pt x="477" y="182"/>
                    </a:cubicBezTo>
                    <a:cubicBezTo>
                      <a:pt x="455" y="138"/>
                      <a:pt x="418" y="102"/>
                      <a:pt x="374" y="72"/>
                    </a:cubicBezTo>
                    <a:cubicBezTo>
                      <a:pt x="336" y="51"/>
                      <a:pt x="295" y="39"/>
                      <a:pt x="254" y="39"/>
                    </a:cubicBezTo>
                    <a:cubicBezTo>
                      <a:pt x="225" y="39"/>
                      <a:pt x="196" y="45"/>
                      <a:pt x="169" y="58"/>
                    </a:cubicBezTo>
                    <a:cubicBezTo>
                      <a:pt x="103" y="72"/>
                      <a:pt x="51" y="109"/>
                      <a:pt x="29" y="168"/>
                    </a:cubicBezTo>
                    <a:cubicBezTo>
                      <a:pt x="0" y="278"/>
                      <a:pt x="15" y="388"/>
                      <a:pt x="66" y="483"/>
                    </a:cubicBezTo>
                    <a:cubicBezTo>
                      <a:pt x="81" y="505"/>
                      <a:pt x="95" y="519"/>
                      <a:pt x="117" y="519"/>
                    </a:cubicBezTo>
                    <a:cubicBezTo>
                      <a:pt x="125" y="519"/>
                      <a:pt x="139" y="519"/>
                      <a:pt x="147" y="512"/>
                    </a:cubicBezTo>
                    <a:cubicBezTo>
                      <a:pt x="176" y="498"/>
                      <a:pt x="183" y="468"/>
                      <a:pt x="169" y="439"/>
                    </a:cubicBezTo>
                    <a:cubicBezTo>
                      <a:pt x="132" y="373"/>
                      <a:pt x="117" y="292"/>
                      <a:pt x="132" y="219"/>
                    </a:cubicBezTo>
                    <a:cubicBezTo>
                      <a:pt x="147" y="190"/>
                      <a:pt x="169" y="168"/>
                      <a:pt x="198" y="168"/>
                    </a:cubicBezTo>
                    <a:cubicBezTo>
                      <a:pt x="218" y="161"/>
                      <a:pt x="238" y="157"/>
                      <a:pt x="257" y="157"/>
                    </a:cubicBezTo>
                    <a:cubicBezTo>
                      <a:pt x="280" y="157"/>
                      <a:pt x="302" y="163"/>
                      <a:pt x="323" y="175"/>
                    </a:cubicBezTo>
                    <a:cubicBezTo>
                      <a:pt x="381" y="219"/>
                      <a:pt x="418" y="285"/>
                      <a:pt x="433" y="366"/>
                    </a:cubicBezTo>
                    <a:cubicBezTo>
                      <a:pt x="440" y="388"/>
                      <a:pt x="462" y="410"/>
                      <a:pt x="491" y="410"/>
                    </a:cubicBezTo>
                    <a:cubicBezTo>
                      <a:pt x="521" y="402"/>
                      <a:pt x="543" y="388"/>
                      <a:pt x="543" y="358"/>
                    </a:cubicBezTo>
                    <a:cubicBezTo>
                      <a:pt x="550" y="278"/>
                      <a:pt x="594" y="197"/>
                      <a:pt x="653" y="146"/>
                    </a:cubicBezTo>
                    <a:cubicBezTo>
                      <a:pt x="675" y="129"/>
                      <a:pt x="705" y="121"/>
                      <a:pt x="734" y="121"/>
                    </a:cubicBezTo>
                    <a:cubicBezTo>
                      <a:pt x="744" y="121"/>
                      <a:pt x="753" y="122"/>
                      <a:pt x="763" y="124"/>
                    </a:cubicBezTo>
                    <a:cubicBezTo>
                      <a:pt x="785" y="124"/>
                      <a:pt x="807" y="138"/>
                      <a:pt x="814" y="160"/>
                    </a:cubicBezTo>
                    <a:cubicBezTo>
                      <a:pt x="843" y="226"/>
                      <a:pt x="843" y="300"/>
                      <a:pt x="814" y="373"/>
                    </a:cubicBezTo>
                    <a:cubicBezTo>
                      <a:pt x="807" y="402"/>
                      <a:pt x="821" y="432"/>
                      <a:pt x="851" y="439"/>
                    </a:cubicBezTo>
                    <a:cubicBezTo>
                      <a:pt x="856" y="440"/>
                      <a:pt x="861" y="441"/>
                      <a:pt x="866" y="441"/>
                    </a:cubicBezTo>
                    <a:cubicBezTo>
                      <a:pt x="892" y="441"/>
                      <a:pt x="918" y="426"/>
                      <a:pt x="924" y="402"/>
                    </a:cubicBezTo>
                    <a:cubicBezTo>
                      <a:pt x="953" y="300"/>
                      <a:pt x="953" y="197"/>
                      <a:pt x="909" y="102"/>
                    </a:cubicBezTo>
                    <a:cubicBezTo>
                      <a:pt x="880" y="50"/>
                      <a:pt x="836" y="21"/>
                      <a:pt x="777" y="6"/>
                    </a:cubicBezTo>
                    <a:cubicBezTo>
                      <a:pt x="761" y="3"/>
                      <a:pt x="744" y="1"/>
                      <a:pt x="7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7"/>
              <p:cNvSpPr/>
              <p:nvPr/>
            </p:nvSpPr>
            <p:spPr>
              <a:xfrm>
                <a:off x="5324350" y="851400"/>
                <a:ext cx="28250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12" extrusionOk="0">
                    <a:moveTo>
                      <a:pt x="297" y="0"/>
                    </a:moveTo>
                    <a:cubicBezTo>
                      <a:pt x="288" y="0"/>
                      <a:pt x="280" y="0"/>
                      <a:pt x="272" y="1"/>
                    </a:cubicBezTo>
                    <a:cubicBezTo>
                      <a:pt x="199" y="9"/>
                      <a:pt x="133" y="38"/>
                      <a:pt x="89" y="96"/>
                    </a:cubicBezTo>
                    <a:cubicBezTo>
                      <a:pt x="1" y="221"/>
                      <a:pt x="45" y="434"/>
                      <a:pt x="52" y="456"/>
                    </a:cubicBezTo>
                    <a:cubicBezTo>
                      <a:pt x="58" y="480"/>
                      <a:pt x="79" y="494"/>
                      <a:pt x="103" y="494"/>
                    </a:cubicBezTo>
                    <a:cubicBezTo>
                      <a:pt x="108" y="494"/>
                      <a:pt x="113" y="494"/>
                      <a:pt x="118" y="492"/>
                    </a:cubicBezTo>
                    <a:cubicBezTo>
                      <a:pt x="147" y="485"/>
                      <a:pt x="169" y="456"/>
                      <a:pt x="162" y="426"/>
                    </a:cubicBezTo>
                    <a:cubicBezTo>
                      <a:pt x="133" y="338"/>
                      <a:pt x="140" y="243"/>
                      <a:pt x="184" y="162"/>
                    </a:cubicBezTo>
                    <a:cubicBezTo>
                      <a:pt x="206" y="133"/>
                      <a:pt x="235" y="118"/>
                      <a:pt x="272" y="118"/>
                    </a:cubicBezTo>
                    <a:cubicBezTo>
                      <a:pt x="281" y="117"/>
                      <a:pt x="289" y="117"/>
                      <a:pt x="298" y="117"/>
                    </a:cubicBezTo>
                    <a:cubicBezTo>
                      <a:pt x="340" y="117"/>
                      <a:pt x="381" y="132"/>
                      <a:pt x="411" y="162"/>
                    </a:cubicBezTo>
                    <a:cubicBezTo>
                      <a:pt x="463" y="236"/>
                      <a:pt x="492" y="324"/>
                      <a:pt x="492" y="412"/>
                    </a:cubicBezTo>
                    <a:cubicBezTo>
                      <a:pt x="492" y="446"/>
                      <a:pt x="520" y="468"/>
                      <a:pt x="549" y="468"/>
                    </a:cubicBezTo>
                    <a:cubicBezTo>
                      <a:pt x="569" y="468"/>
                      <a:pt x="590" y="458"/>
                      <a:pt x="602" y="434"/>
                    </a:cubicBezTo>
                    <a:cubicBezTo>
                      <a:pt x="631" y="346"/>
                      <a:pt x="697" y="265"/>
                      <a:pt x="785" y="214"/>
                    </a:cubicBezTo>
                    <a:cubicBezTo>
                      <a:pt x="805" y="207"/>
                      <a:pt x="825" y="204"/>
                      <a:pt x="845" y="204"/>
                    </a:cubicBezTo>
                    <a:cubicBezTo>
                      <a:pt x="869" y="204"/>
                      <a:pt x="893" y="209"/>
                      <a:pt x="917" y="221"/>
                    </a:cubicBezTo>
                    <a:cubicBezTo>
                      <a:pt x="947" y="236"/>
                      <a:pt x="969" y="258"/>
                      <a:pt x="976" y="287"/>
                    </a:cubicBezTo>
                    <a:cubicBezTo>
                      <a:pt x="983" y="368"/>
                      <a:pt x="961" y="456"/>
                      <a:pt x="917" y="529"/>
                    </a:cubicBezTo>
                    <a:cubicBezTo>
                      <a:pt x="903" y="558"/>
                      <a:pt x="910" y="588"/>
                      <a:pt x="939" y="602"/>
                    </a:cubicBezTo>
                    <a:cubicBezTo>
                      <a:pt x="947" y="610"/>
                      <a:pt x="954" y="610"/>
                      <a:pt x="969" y="610"/>
                    </a:cubicBezTo>
                    <a:cubicBezTo>
                      <a:pt x="973" y="611"/>
                      <a:pt x="976" y="612"/>
                      <a:pt x="980" y="612"/>
                    </a:cubicBezTo>
                    <a:cubicBezTo>
                      <a:pt x="998" y="612"/>
                      <a:pt x="1014" y="598"/>
                      <a:pt x="1020" y="580"/>
                    </a:cubicBezTo>
                    <a:cubicBezTo>
                      <a:pt x="1035" y="566"/>
                      <a:pt x="1130" y="390"/>
                      <a:pt x="1086" y="250"/>
                    </a:cubicBezTo>
                    <a:cubicBezTo>
                      <a:pt x="1064" y="192"/>
                      <a:pt x="1020" y="140"/>
                      <a:pt x="969" y="118"/>
                    </a:cubicBezTo>
                    <a:cubicBezTo>
                      <a:pt x="930" y="99"/>
                      <a:pt x="889" y="90"/>
                      <a:pt x="849" y="90"/>
                    </a:cubicBezTo>
                    <a:cubicBezTo>
                      <a:pt x="812" y="90"/>
                      <a:pt x="776" y="97"/>
                      <a:pt x="741" y="111"/>
                    </a:cubicBezTo>
                    <a:cubicBezTo>
                      <a:pt x="683" y="140"/>
                      <a:pt x="624" y="184"/>
                      <a:pt x="580" y="243"/>
                    </a:cubicBezTo>
                    <a:cubicBezTo>
                      <a:pt x="565" y="184"/>
                      <a:pt x="536" y="126"/>
                      <a:pt x="492" y="82"/>
                    </a:cubicBezTo>
                    <a:cubicBezTo>
                      <a:pt x="439" y="29"/>
                      <a:pt x="369" y="0"/>
                      <a:pt x="2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7"/>
              <p:cNvSpPr/>
              <p:nvPr/>
            </p:nvSpPr>
            <p:spPr>
              <a:xfrm>
                <a:off x="5245350" y="877950"/>
                <a:ext cx="282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89" extrusionOk="0">
                    <a:moveTo>
                      <a:pt x="297" y="1"/>
                    </a:moveTo>
                    <a:cubicBezTo>
                      <a:pt x="286" y="1"/>
                      <a:pt x="276" y="1"/>
                      <a:pt x="265" y="2"/>
                    </a:cubicBezTo>
                    <a:cubicBezTo>
                      <a:pt x="199" y="2"/>
                      <a:pt x="133" y="39"/>
                      <a:pt x="89" y="98"/>
                    </a:cubicBezTo>
                    <a:cubicBezTo>
                      <a:pt x="1" y="222"/>
                      <a:pt x="52" y="428"/>
                      <a:pt x="60" y="457"/>
                    </a:cubicBezTo>
                    <a:cubicBezTo>
                      <a:pt x="62" y="479"/>
                      <a:pt x="82" y="489"/>
                      <a:pt x="104" y="489"/>
                    </a:cubicBezTo>
                    <a:cubicBezTo>
                      <a:pt x="140" y="489"/>
                      <a:pt x="180" y="464"/>
                      <a:pt x="162" y="428"/>
                    </a:cubicBezTo>
                    <a:cubicBezTo>
                      <a:pt x="140" y="340"/>
                      <a:pt x="147" y="244"/>
                      <a:pt x="184" y="156"/>
                    </a:cubicBezTo>
                    <a:cubicBezTo>
                      <a:pt x="206" y="127"/>
                      <a:pt x="235" y="112"/>
                      <a:pt x="272" y="112"/>
                    </a:cubicBezTo>
                    <a:cubicBezTo>
                      <a:pt x="281" y="111"/>
                      <a:pt x="289" y="110"/>
                      <a:pt x="298" y="110"/>
                    </a:cubicBezTo>
                    <a:cubicBezTo>
                      <a:pt x="340" y="110"/>
                      <a:pt x="381" y="126"/>
                      <a:pt x="411" y="156"/>
                    </a:cubicBezTo>
                    <a:cubicBezTo>
                      <a:pt x="470" y="222"/>
                      <a:pt x="499" y="310"/>
                      <a:pt x="499" y="406"/>
                    </a:cubicBezTo>
                    <a:cubicBezTo>
                      <a:pt x="499" y="428"/>
                      <a:pt x="514" y="457"/>
                      <a:pt x="543" y="457"/>
                    </a:cubicBezTo>
                    <a:cubicBezTo>
                      <a:pt x="548" y="458"/>
                      <a:pt x="553" y="459"/>
                      <a:pt x="558" y="459"/>
                    </a:cubicBezTo>
                    <a:cubicBezTo>
                      <a:pt x="580" y="459"/>
                      <a:pt x="597" y="445"/>
                      <a:pt x="609" y="420"/>
                    </a:cubicBezTo>
                    <a:cubicBezTo>
                      <a:pt x="639" y="332"/>
                      <a:pt x="705" y="252"/>
                      <a:pt x="793" y="200"/>
                    </a:cubicBezTo>
                    <a:cubicBezTo>
                      <a:pt x="811" y="193"/>
                      <a:pt x="833" y="189"/>
                      <a:pt x="856" y="189"/>
                    </a:cubicBezTo>
                    <a:cubicBezTo>
                      <a:pt x="879" y="189"/>
                      <a:pt x="903" y="193"/>
                      <a:pt x="925" y="200"/>
                    </a:cubicBezTo>
                    <a:cubicBezTo>
                      <a:pt x="954" y="208"/>
                      <a:pt x="976" y="230"/>
                      <a:pt x="983" y="259"/>
                    </a:cubicBezTo>
                    <a:cubicBezTo>
                      <a:pt x="998" y="347"/>
                      <a:pt x="976" y="435"/>
                      <a:pt x="932" y="508"/>
                    </a:cubicBezTo>
                    <a:cubicBezTo>
                      <a:pt x="917" y="538"/>
                      <a:pt x="925" y="567"/>
                      <a:pt x="954" y="582"/>
                    </a:cubicBezTo>
                    <a:cubicBezTo>
                      <a:pt x="961" y="589"/>
                      <a:pt x="969" y="589"/>
                      <a:pt x="983" y="589"/>
                    </a:cubicBezTo>
                    <a:cubicBezTo>
                      <a:pt x="998" y="589"/>
                      <a:pt x="1020" y="582"/>
                      <a:pt x="1027" y="567"/>
                    </a:cubicBezTo>
                    <a:cubicBezTo>
                      <a:pt x="1035" y="545"/>
                      <a:pt x="1130" y="369"/>
                      <a:pt x="1086" y="230"/>
                    </a:cubicBezTo>
                    <a:cubicBezTo>
                      <a:pt x="1064" y="171"/>
                      <a:pt x="1020" y="127"/>
                      <a:pt x="961" y="105"/>
                    </a:cubicBezTo>
                    <a:cubicBezTo>
                      <a:pt x="928" y="87"/>
                      <a:pt x="892" y="77"/>
                      <a:pt x="854" y="77"/>
                    </a:cubicBezTo>
                    <a:cubicBezTo>
                      <a:pt x="817" y="77"/>
                      <a:pt x="778" y="87"/>
                      <a:pt x="741" y="105"/>
                    </a:cubicBezTo>
                    <a:cubicBezTo>
                      <a:pt x="675" y="134"/>
                      <a:pt x="624" y="178"/>
                      <a:pt x="580" y="237"/>
                    </a:cubicBezTo>
                    <a:cubicBezTo>
                      <a:pt x="565" y="178"/>
                      <a:pt x="536" y="120"/>
                      <a:pt x="492" y="76"/>
                    </a:cubicBezTo>
                    <a:cubicBezTo>
                      <a:pt x="441" y="24"/>
                      <a:pt x="372" y="1"/>
                      <a:pt x="2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7"/>
              <p:cNvSpPr/>
              <p:nvPr/>
            </p:nvSpPr>
            <p:spPr>
              <a:xfrm>
                <a:off x="5201725" y="797950"/>
                <a:ext cx="28450" cy="13900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556" extrusionOk="0">
                    <a:moveTo>
                      <a:pt x="869" y="0"/>
                    </a:moveTo>
                    <a:cubicBezTo>
                      <a:pt x="812" y="0"/>
                      <a:pt x="754" y="17"/>
                      <a:pt x="705" y="50"/>
                    </a:cubicBezTo>
                    <a:cubicBezTo>
                      <a:pt x="646" y="86"/>
                      <a:pt x="602" y="145"/>
                      <a:pt x="573" y="211"/>
                    </a:cubicBezTo>
                    <a:cubicBezTo>
                      <a:pt x="551" y="152"/>
                      <a:pt x="507" y="108"/>
                      <a:pt x="455" y="72"/>
                    </a:cubicBezTo>
                    <a:cubicBezTo>
                      <a:pt x="408" y="43"/>
                      <a:pt x="358" y="27"/>
                      <a:pt x="306" y="27"/>
                    </a:cubicBezTo>
                    <a:cubicBezTo>
                      <a:pt x="278" y="27"/>
                      <a:pt x="249" y="32"/>
                      <a:pt x="221" y="42"/>
                    </a:cubicBezTo>
                    <a:cubicBezTo>
                      <a:pt x="155" y="57"/>
                      <a:pt x="96" y="101"/>
                      <a:pt x="67" y="167"/>
                    </a:cubicBezTo>
                    <a:cubicBezTo>
                      <a:pt x="1" y="306"/>
                      <a:pt x="89" y="504"/>
                      <a:pt x="104" y="526"/>
                    </a:cubicBezTo>
                    <a:cubicBezTo>
                      <a:pt x="111" y="541"/>
                      <a:pt x="126" y="556"/>
                      <a:pt x="148" y="556"/>
                    </a:cubicBezTo>
                    <a:cubicBezTo>
                      <a:pt x="155" y="556"/>
                      <a:pt x="162" y="556"/>
                      <a:pt x="170" y="548"/>
                    </a:cubicBezTo>
                    <a:cubicBezTo>
                      <a:pt x="199" y="541"/>
                      <a:pt x="214" y="504"/>
                      <a:pt x="199" y="475"/>
                    </a:cubicBezTo>
                    <a:cubicBezTo>
                      <a:pt x="155" y="394"/>
                      <a:pt x="140" y="299"/>
                      <a:pt x="162" y="211"/>
                    </a:cubicBezTo>
                    <a:cubicBezTo>
                      <a:pt x="177" y="182"/>
                      <a:pt x="214" y="152"/>
                      <a:pt x="250" y="145"/>
                    </a:cubicBezTo>
                    <a:cubicBezTo>
                      <a:pt x="265" y="140"/>
                      <a:pt x="280" y="138"/>
                      <a:pt x="296" y="138"/>
                    </a:cubicBezTo>
                    <a:cubicBezTo>
                      <a:pt x="328" y="138"/>
                      <a:pt x="360" y="147"/>
                      <a:pt x="389" y="167"/>
                    </a:cubicBezTo>
                    <a:cubicBezTo>
                      <a:pt x="463" y="218"/>
                      <a:pt x="507" y="299"/>
                      <a:pt x="521" y="394"/>
                    </a:cubicBezTo>
                    <a:cubicBezTo>
                      <a:pt x="529" y="416"/>
                      <a:pt x="551" y="438"/>
                      <a:pt x="573" y="438"/>
                    </a:cubicBezTo>
                    <a:cubicBezTo>
                      <a:pt x="602" y="438"/>
                      <a:pt x="624" y="416"/>
                      <a:pt x="631" y="387"/>
                    </a:cubicBezTo>
                    <a:cubicBezTo>
                      <a:pt x="646" y="292"/>
                      <a:pt x="690" y="204"/>
                      <a:pt x="763" y="138"/>
                    </a:cubicBezTo>
                    <a:cubicBezTo>
                      <a:pt x="793" y="118"/>
                      <a:pt x="822" y="108"/>
                      <a:pt x="851" y="108"/>
                    </a:cubicBezTo>
                    <a:cubicBezTo>
                      <a:pt x="866" y="108"/>
                      <a:pt x="881" y="111"/>
                      <a:pt x="895" y="116"/>
                    </a:cubicBezTo>
                    <a:cubicBezTo>
                      <a:pt x="925" y="123"/>
                      <a:pt x="954" y="138"/>
                      <a:pt x="969" y="160"/>
                    </a:cubicBezTo>
                    <a:cubicBezTo>
                      <a:pt x="998" y="240"/>
                      <a:pt x="998" y="336"/>
                      <a:pt x="969" y="416"/>
                    </a:cubicBezTo>
                    <a:cubicBezTo>
                      <a:pt x="960" y="456"/>
                      <a:pt x="991" y="483"/>
                      <a:pt x="1022" y="483"/>
                    </a:cubicBezTo>
                    <a:cubicBezTo>
                      <a:pt x="1043" y="483"/>
                      <a:pt x="1063" y="472"/>
                      <a:pt x="1071" y="446"/>
                    </a:cubicBezTo>
                    <a:cubicBezTo>
                      <a:pt x="1079" y="431"/>
                      <a:pt x="1137" y="233"/>
                      <a:pt x="1064" y="108"/>
                    </a:cubicBezTo>
                    <a:cubicBezTo>
                      <a:pt x="1035" y="57"/>
                      <a:pt x="983" y="20"/>
                      <a:pt x="925" y="6"/>
                    </a:cubicBezTo>
                    <a:cubicBezTo>
                      <a:pt x="906" y="2"/>
                      <a:pt x="888" y="0"/>
                      <a:pt x="8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7"/>
              <p:cNvSpPr/>
              <p:nvPr/>
            </p:nvSpPr>
            <p:spPr>
              <a:xfrm>
                <a:off x="5262600" y="823500"/>
                <a:ext cx="20350" cy="13450"/>
              </a:xfrm>
              <a:custGeom>
                <a:avLst/>
                <a:gdLst/>
                <a:ahLst/>
                <a:cxnLst/>
                <a:rect l="l" t="t" r="r" b="b"/>
                <a:pathLst>
                  <a:path w="814" h="538" extrusionOk="0">
                    <a:moveTo>
                      <a:pt x="207" y="1"/>
                    </a:moveTo>
                    <a:cubicBezTo>
                      <a:pt x="160" y="1"/>
                      <a:pt x="118" y="17"/>
                      <a:pt x="81" y="54"/>
                    </a:cubicBezTo>
                    <a:cubicBezTo>
                      <a:pt x="29" y="127"/>
                      <a:pt x="0" y="223"/>
                      <a:pt x="15" y="318"/>
                    </a:cubicBezTo>
                    <a:cubicBezTo>
                      <a:pt x="15" y="347"/>
                      <a:pt x="44" y="369"/>
                      <a:pt x="73" y="369"/>
                    </a:cubicBezTo>
                    <a:cubicBezTo>
                      <a:pt x="103" y="362"/>
                      <a:pt x="125" y="340"/>
                      <a:pt x="125" y="303"/>
                    </a:cubicBezTo>
                    <a:cubicBezTo>
                      <a:pt x="117" y="245"/>
                      <a:pt x="132" y="186"/>
                      <a:pt x="161" y="127"/>
                    </a:cubicBezTo>
                    <a:cubicBezTo>
                      <a:pt x="172" y="117"/>
                      <a:pt x="187" y="110"/>
                      <a:pt x="202" y="110"/>
                    </a:cubicBezTo>
                    <a:cubicBezTo>
                      <a:pt x="208" y="110"/>
                      <a:pt x="214" y="111"/>
                      <a:pt x="220" y="113"/>
                    </a:cubicBezTo>
                    <a:cubicBezTo>
                      <a:pt x="257" y="113"/>
                      <a:pt x="293" y="127"/>
                      <a:pt x="315" y="157"/>
                    </a:cubicBezTo>
                    <a:cubicBezTo>
                      <a:pt x="345" y="208"/>
                      <a:pt x="359" y="267"/>
                      <a:pt x="359" y="325"/>
                    </a:cubicBezTo>
                    <a:cubicBezTo>
                      <a:pt x="352" y="347"/>
                      <a:pt x="367" y="369"/>
                      <a:pt x="396" y="384"/>
                    </a:cubicBezTo>
                    <a:cubicBezTo>
                      <a:pt x="418" y="384"/>
                      <a:pt x="447" y="377"/>
                      <a:pt x="462" y="355"/>
                    </a:cubicBezTo>
                    <a:cubicBezTo>
                      <a:pt x="484" y="296"/>
                      <a:pt x="528" y="259"/>
                      <a:pt x="587" y="230"/>
                    </a:cubicBezTo>
                    <a:cubicBezTo>
                      <a:pt x="594" y="228"/>
                      <a:pt x="601" y="227"/>
                      <a:pt x="608" y="227"/>
                    </a:cubicBezTo>
                    <a:cubicBezTo>
                      <a:pt x="630" y="227"/>
                      <a:pt x="651" y="236"/>
                      <a:pt x="667" y="252"/>
                    </a:cubicBezTo>
                    <a:cubicBezTo>
                      <a:pt x="682" y="259"/>
                      <a:pt x="697" y="274"/>
                      <a:pt x="697" y="289"/>
                    </a:cubicBezTo>
                    <a:cubicBezTo>
                      <a:pt x="697" y="347"/>
                      <a:pt x="675" y="406"/>
                      <a:pt x="638" y="450"/>
                    </a:cubicBezTo>
                    <a:cubicBezTo>
                      <a:pt x="616" y="472"/>
                      <a:pt x="623" y="509"/>
                      <a:pt x="645" y="523"/>
                    </a:cubicBezTo>
                    <a:cubicBezTo>
                      <a:pt x="653" y="531"/>
                      <a:pt x="667" y="538"/>
                      <a:pt x="682" y="538"/>
                    </a:cubicBezTo>
                    <a:cubicBezTo>
                      <a:pt x="697" y="538"/>
                      <a:pt x="711" y="531"/>
                      <a:pt x="726" y="516"/>
                    </a:cubicBezTo>
                    <a:cubicBezTo>
                      <a:pt x="785" y="450"/>
                      <a:pt x="814" y="362"/>
                      <a:pt x="807" y="267"/>
                    </a:cubicBezTo>
                    <a:cubicBezTo>
                      <a:pt x="799" y="223"/>
                      <a:pt x="770" y="179"/>
                      <a:pt x="726" y="157"/>
                    </a:cubicBezTo>
                    <a:cubicBezTo>
                      <a:pt x="691" y="132"/>
                      <a:pt x="652" y="120"/>
                      <a:pt x="613" y="120"/>
                    </a:cubicBezTo>
                    <a:cubicBezTo>
                      <a:pt x="594" y="120"/>
                      <a:pt x="576" y="123"/>
                      <a:pt x="557" y="127"/>
                    </a:cubicBezTo>
                    <a:cubicBezTo>
                      <a:pt x="513" y="135"/>
                      <a:pt x="484" y="157"/>
                      <a:pt x="455" y="186"/>
                    </a:cubicBezTo>
                    <a:cubicBezTo>
                      <a:pt x="440" y="149"/>
                      <a:pt x="425" y="113"/>
                      <a:pt x="403" y="83"/>
                    </a:cubicBezTo>
                    <a:cubicBezTo>
                      <a:pt x="359" y="32"/>
                      <a:pt x="301" y="3"/>
                      <a:pt x="235" y="3"/>
                    </a:cubicBezTo>
                    <a:cubicBezTo>
                      <a:pt x="225" y="2"/>
                      <a:pt x="216" y="1"/>
                      <a:pt x="2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7"/>
              <p:cNvSpPr/>
              <p:nvPr/>
            </p:nvSpPr>
            <p:spPr>
              <a:xfrm>
                <a:off x="5302725" y="852975"/>
                <a:ext cx="1195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478" h="440" extrusionOk="0">
                    <a:moveTo>
                      <a:pt x="328" y="0"/>
                    </a:moveTo>
                    <a:cubicBezTo>
                      <a:pt x="222" y="0"/>
                      <a:pt x="139" y="79"/>
                      <a:pt x="67" y="158"/>
                    </a:cubicBezTo>
                    <a:cubicBezTo>
                      <a:pt x="30" y="195"/>
                      <a:pt x="8" y="239"/>
                      <a:pt x="1" y="290"/>
                    </a:cubicBezTo>
                    <a:cubicBezTo>
                      <a:pt x="1" y="341"/>
                      <a:pt x="23" y="385"/>
                      <a:pt x="67" y="415"/>
                    </a:cubicBezTo>
                    <a:cubicBezTo>
                      <a:pt x="92" y="432"/>
                      <a:pt x="121" y="439"/>
                      <a:pt x="149" y="439"/>
                    </a:cubicBezTo>
                    <a:cubicBezTo>
                      <a:pt x="168" y="439"/>
                      <a:pt x="188" y="435"/>
                      <a:pt x="206" y="429"/>
                    </a:cubicBezTo>
                    <a:cubicBezTo>
                      <a:pt x="243" y="407"/>
                      <a:pt x="272" y="385"/>
                      <a:pt x="294" y="349"/>
                    </a:cubicBezTo>
                    <a:lnTo>
                      <a:pt x="419" y="217"/>
                    </a:lnTo>
                    <a:cubicBezTo>
                      <a:pt x="448" y="187"/>
                      <a:pt x="470" y="151"/>
                      <a:pt x="477" y="107"/>
                    </a:cubicBezTo>
                    <a:cubicBezTo>
                      <a:pt x="470" y="63"/>
                      <a:pt x="441" y="26"/>
                      <a:pt x="397" y="12"/>
                    </a:cubicBezTo>
                    <a:cubicBezTo>
                      <a:pt x="373" y="4"/>
                      <a:pt x="350" y="0"/>
                      <a:pt x="3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7"/>
              <p:cNvSpPr/>
              <p:nvPr/>
            </p:nvSpPr>
            <p:spPr>
              <a:xfrm>
                <a:off x="5215575" y="825450"/>
                <a:ext cx="982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93" h="411" extrusionOk="0">
                    <a:moveTo>
                      <a:pt x="120" y="1"/>
                    </a:moveTo>
                    <a:cubicBezTo>
                      <a:pt x="60" y="1"/>
                      <a:pt x="1" y="20"/>
                      <a:pt x="19" y="79"/>
                    </a:cubicBezTo>
                    <a:cubicBezTo>
                      <a:pt x="33" y="123"/>
                      <a:pt x="70" y="159"/>
                      <a:pt x="92" y="203"/>
                    </a:cubicBezTo>
                    <a:cubicBezTo>
                      <a:pt x="107" y="255"/>
                      <a:pt x="129" y="306"/>
                      <a:pt x="165" y="350"/>
                    </a:cubicBezTo>
                    <a:cubicBezTo>
                      <a:pt x="191" y="388"/>
                      <a:pt x="239" y="410"/>
                      <a:pt x="285" y="410"/>
                    </a:cubicBezTo>
                    <a:cubicBezTo>
                      <a:pt x="292" y="410"/>
                      <a:pt x="298" y="410"/>
                      <a:pt x="305" y="409"/>
                    </a:cubicBezTo>
                    <a:cubicBezTo>
                      <a:pt x="356" y="379"/>
                      <a:pt x="393" y="321"/>
                      <a:pt x="378" y="262"/>
                    </a:cubicBezTo>
                    <a:cubicBezTo>
                      <a:pt x="371" y="203"/>
                      <a:pt x="341" y="152"/>
                      <a:pt x="305" y="108"/>
                    </a:cubicBezTo>
                    <a:cubicBezTo>
                      <a:pt x="283" y="71"/>
                      <a:pt x="253" y="42"/>
                      <a:pt x="217" y="20"/>
                    </a:cubicBezTo>
                    <a:cubicBezTo>
                      <a:pt x="197" y="9"/>
                      <a:pt x="158" y="1"/>
                      <a:pt x="1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7"/>
              <p:cNvSpPr/>
              <p:nvPr/>
            </p:nvSpPr>
            <p:spPr>
              <a:xfrm>
                <a:off x="5251600" y="855575"/>
                <a:ext cx="795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0" extrusionOk="0">
                    <a:moveTo>
                      <a:pt x="155" y="1"/>
                    </a:moveTo>
                    <a:cubicBezTo>
                      <a:pt x="133" y="1"/>
                      <a:pt x="112" y="6"/>
                      <a:pt x="95" y="17"/>
                    </a:cubicBezTo>
                    <a:cubicBezTo>
                      <a:pt x="24" y="75"/>
                      <a:pt x="1" y="260"/>
                      <a:pt x="118" y="260"/>
                    </a:cubicBezTo>
                    <a:cubicBezTo>
                      <a:pt x="120" y="260"/>
                      <a:pt x="122" y="260"/>
                      <a:pt x="125" y="259"/>
                    </a:cubicBezTo>
                    <a:cubicBezTo>
                      <a:pt x="147" y="259"/>
                      <a:pt x="176" y="252"/>
                      <a:pt x="198" y="237"/>
                    </a:cubicBezTo>
                    <a:cubicBezTo>
                      <a:pt x="242" y="215"/>
                      <a:pt x="293" y="186"/>
                      <a:pt x="301" y="135"/>
                    </a:cubicBezTo>
                    <a:cubicBezTo>
                      <a:pt x="318" y="61"/>
                      <a:pt x="230" y="1"/>
                      <a:pt x="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7"/>
              <p:cNvSpPr/>
              <p:nvPr/>
            </p:nvSpPr>
            <p:spPr>
              <a:xfrm>
                <a:off x="5242425" y="797625"/>
                <a:ext cx="7175" cy="480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92" extrusionOk="0">
                    <a:moveTo>
                      <a:pt x="102" y="0"/>
                    </a:moveTo>
                    <a:cubicBezTo>
                      <a:pt x="67" y="0"/>
                      <a:pt x="30" y="8"/>
                      <a:pt x="15" y="33"/>
                    </a:cubicBezTo>
                    <a:cubicBezTo>
                      <a:pt x="1" y="55"/>
                      <a:pt x="8" y="85"/>
                      <a:pt x="23" y="99"/>
                    </a:cubicBezTo>
                    <a:cubicBezTo>
                      <a:pt x="30" y="114"/>
                      <a:pt x="45" y="121"/>
                      <a:pt x="67" y="129"/>
                    </a:cubicBezTo>
                    <a:lnTo>
                      <a:pt x="177" y="180"/>
                    </a:lnTo>
                    <a:cubicBezTo>
                      <a:pt x="194" y="184"/>
                      <a:pt x="215" y="192"/>
                      <a:pt x="233" y="192"/>
                    </a:cubicBezTo>
                    <a:cubicBezTo>
                      <a:pt x="245" y="192"/>
                      <a:pt x="256" y="189"/>
                      <a:pt x="264" y="180"/>
                    </a:cubicBezTo>
                    <a:cubicBezTo>
                      <a:pt x="286" y="158"/>
                      <a:pt x="286" y="121"/>
                      <a:pt x="272" y="99"/>
                    </a:cubicBezTo>
                    <a:cubicBezTo>
                      <a:pt x="242" y="48"/>
                      <a:pt x="199" y="11"/>
                      <a:pt x="147" y="4"/>
                    </a:cubicBezTo>
                    <a:cubicBezTo>
                      <a:pt x="134" y="2"/>
                      <a:pt x="118" y="0"/>
                      <a:pt x="102" y="0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7"/>
              <p:cNvSpPr/>
              <p:nvPr/>
            </p:nvSpPr>
            <p:spPr>
              <a:xfrm>
                <a:off x="5228500" y="718600"/>
                <a:ext cx="140975" cy="106900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4276" extrusionOk="0">
                    <a:moveTo>
                      <a:pt x="2241" y="0"/>
                    </a:moveTo>
                    <a:cubicBezTo>
                      <a:pt x="1421" y="0"/>
                      <a:pt x="845" y="176"/>
                      <a:pt x="0" y="240"/>
                    </a:cubicBezTo>
                    <a:cubicBezTo>
                      <a:pt x="975" y="995"/>
                      <a:pt x="3366" y="3114"/>
                      <a:pt x="2200" y="4250"/>
                    </a:cubicBezTo>
                    <a:cubicBezTo>
                      <a:pt x="2268" y="4268"/>
                      <a:pt x="2362" y="4276"/>
                      <a:pt x="2471" y="4276"/>
                    </a:cubicBezTo>
                    <a:cubicBezTo>
                      <a:pt x="2901" y="4276"/>
                      <a:pt x="3583" y="4154"/>
                      <a:pt x="4003" y="4037"/>
                    </a:cubicBezTo>
                    <a:cubicBezTo>
                      <a:pt x="5169" y="3708"/>
                      <a:pt x="5638" y="2322"/>
                      <a:pt x="4920" y="1347"/>
                    </a:cubicBezTo>
                    <a:cubicBezTo>
                      <a:pt x="4693" y="1039"/>
                      <a:pt x="4414" y="767"/>
                      <a:pt x="4106" y="540"/>
                    </a:cubicBezTo>
                    <a:cubicBezTo>
                      <a:pt x="3666" y="232"/>
                      <a:pt x="3153" y="49"/>
                      <a:pt x="2618" y="12"/>
                    </a:cubicBezTo>
                    <a:cubicBezTo>
                      <a:pt x="2486" y="4"/>
                      <a:pt x="2361" y="0"/>
                      <a:pt x="2241" y="0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7"/>
              <p:cNvSpPr/>
              <p:nvPr/>
            </p:nvSpPr>
            <p:spPr>
              <a:xfrm>
                <a:off x="5205400" y="724175"/>
                <a:ext cx="161875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6475" h="4057" extrusionOk="0">
                    <a:moveTo>
                      <a:pt x="1067" y="1"/>
                    </a:moveTo>
                    <a:cubicBezTo>
                      <a:pt x="656" y="1"/>
                      <a:pt x="271" y="266"/>
                      <a:pt x="147" y="684"/>
                    </a:cubicBezTo>
                    <a:cubicBezTo>
                      <a:pt x="67" y="933"/>
                      <a:pt x="23" y="1190"/>
                      <a:pt x="8" y="1454"/>
                    </a:cubicBezTo>
                    <a:cubicBezTo>
                      <a:pt x="1" y="1710"/>
                      <a:pt x="96" y="1960"/>
                      <a:pt x="272" y="2150"/>
                    </a:cubicBezTo>
                    <a:cubicBezTo>
                      <a:pt x="983" y="2905"/>
                      <a:pt x="1833" y="3507"/>
                      <a:pt x="2779" y="3939"/>
                    </a:cubicBezTo>
                    <a:cubicBezTo>
                      <a:pt x="2882" y="3990"/>
                      <a:pt x="2999" y="4020"/>
                      <a:pt x="3124" y="4027"/>
                    </a:cubicBezTo>
                    <a:cubicBezTo>
                      <a:pt x="3196" y="4047"/>
                      <a:pt x="3296" y="4056"/>
                      <a:pt x="3413" y="4056"/>
                    </a:cubicBezTo>
                    <a:cubicBezTo>
                      <a:pt x="3844" y="4056"/>
                      <a:pt x="4513" y="3935"/>
                      <a:pt x="4927" y="3814"/>
                    </a:cubicBezTo>
                    <a:cubicBezTo>
                      <a:pt x="5947" y="3529"/>
                      <a:pt x="6474" y="2392"/>
                      <a:pt x="6027" y="1424"/>
                    </a:cubicBezTo>
                    <a:lnTo>
                      <a:pt x="6027" y="1424"/>
                    </a:lnTo>
                    <a:cubicBezTo>
                      <a:pt x="5844" y="1967"/>
                      <a:pt x="5404" y="2385"/>
                      <a:pt x="4854" y="2539"/>
                    </a:cubicBezTo>
                    <a:lnTo>
                      <a:pt x="4752" y="2561"/>
                    </a:lnTo>
                    <a:cubicBezTo>
                      <a:pt x="4706" y="2572"/>
                      <a:pt x="4661" y="2577"/>
                      <a:pt x="4616" y="2577"/>
                    </a:cubicBezTo>
                    <a:cubicBezTo>
                      <a:pt x="4421" y="2577"/>
                      <a:pt x="4237" y="2477"/>
                      <a:pt x="4136" y="2304"/>
                    </a:cubicBezTo>
                    <a:cubicBezTo>
                      <a:pt x="4121" y="2282"/>
                      <a:pt x="4106" y="2260"/>
                      <a:pt x="4084" y="2238"/>
                    </a:cubicBezTo>
                    <a:cubicBezTo>
                      <a:pt x="3314" y="1234"/>
                      <a:pt x="2442" y="493"/>
                      <a:pt x="1438" y="75"/>
                    </a:cubicBezTo>
                    <a:cubicBezTo>
                      <a:pt x="1316" y="25"/>
                      <a:pt x="1190" y="1"/>
                      <a:pt x="1067" y="1"/>
                    </a:cubicBezTo>
                    <a:close/>
                  </a:path>
                </a:pathLst>
              </a:custGeom>
              <a:solidFill>
                <a:srgbClr val="E093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45" name="Google Shape;1345;p37"/>
              <p:cNvSpPr/>
              <p:nvPr/>
            </p:nvSpPr>
            <p:spPr>
              <a:xfrm>
                <a:off x="5216775" y="735275"/>
                <a:ext cx="8432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91" extrusionOk="0">
                    <a:moveTo>
                      <a:pt x="851" y="1"/>
                    </a:moveTo>
                    <a:cubicBezTo>
                      <a:pt x="527" y="1"/>
                      <a:pt x="227" y="211"/>
                      <a:pt x="125" y="540"/>
                    </a:cubicBezTo>
                    <a:cubicBezTo>
                      <a:pt x="37" y="900"/>
                      <a:pt x="0" y="1266"/>
                      <a:pt x="29" y="1633"/>
                    </a:cubicBezTo>
                    <a:cubicBezTo>
                      <a:pt x="37" y="1809"/>
                      <a:pt x="44" y="1992"/>
                      <a:pt x="59" y="2168"/>
                    </a:cubicBezTo>
                    <a:cubicBezTo>
                      <a:pt x="73" y="2417"/>
                      <a:pt x="103" y="2762"/>
                      <a:pt x="323" y="2916"/>
                    </a:cubicBezTo>
                    <a:cubicBezTo>
                      <a:pt x="388" y="2965"/>
                      <a:pt x="468" y="2993"/>
                      <a:pt x="550" y="2993"/>
                    </a:cubicBezTo>
                    <a:cubicBezTo>
                      <a:pt x="580" y="2993"/>
                      <a:pt x="609" y="2990"/>
                      <a:pt x="638" y="2982"/>
                    </a:cubicBezTo>
                    <a:cubicBezTo>
                      <a:pt x="726" y="2953"/>
                      <a:pt x="814" y="2909"/>
                      <a:pt x="902" y="2865"/>
                    </a:cubicBezTo>
                    <a:cubicBezTo>
                      <a:pt x="952" y="2841"/>
                      <a:pt x="995" y="2831"/>
                      <a:pt x="1034" y="2831"/>
                    </a:cubicBezTo>
                    <a:cubicBezTo>
                      <a:pt x="1167" y="2831"/>
                      <a:pt x="1249" y="2949"/>
                      <a:pt x="1356" y="3063"/>
                    </a:cubicBezTo>
                    <a:cubicBezTo>
                      <a:pt x="1496" y="3209"/>
                      <a:pt x="1694" y="3238"/>
                      <a:pt x="1870" y="3290"/>
                    </a:cubicBezTo>
                    <a:cubicBezTo>
                      <a:pt x="2039" y="3331"/>
                      <a:pt x="2214" y="3390"/>
                      <a:pt x="2389" y="3390"/>
                    </a:cubicBezTo>
                    <a:cubicBezTo>
                      <a:pt x="2434" y="3390"/>
                      <a:pt x="2478" y="3387"/>
                      <a:pt x="2522" y="3378"/>
                    </a:cubicBezTo>
                    <a:cubicBezTo>
                      <a:pt x="2808" y="3319"/>
                      <a:pt x="3043" y="3121"/>
                      <a:pt x="3145" y="2857"/>
                    </a:cubicBezTo>
                    <a:cubicBezTo>
                      <a:pt x="3189" y="2755"/>
                      <a:pt x="3226" y="2659"/>
                      <a:pt x="3270" y="2557"/>
                    </a:cubicBezTo>
                    <a:cubicBezTo>
                      <a:pt x="3314" y="2461"/>
                      <a:pt x="3351" y="2366"/>
                      <a:pt x="3365" y="2263"/>
                    </a:cubicBezTo>
                    <a:cubicBezTo>
                      <a:pt x="3373" y="2073"/>
                      <a:pt x="3321" y="1889"/>
                      <a:pt x="3211" y="1743"/>
                    </a:cubicBezTo>
                    <a:cubicBezTo>
                      <a:pt x="2603" y="966"/>
                      <a:pt x="1928" y="379"/>
                      <a:pt x="1137" y="56"/>
                    </a:cubicBezTo>
                    <a:cubicBezTo>
                      <a:pt x="1042" y="18"/>
                      <a:pt x="946" y="1"/>
                      <a:pt x="8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7"/>
              <p:cNvSpPr/>
              <p:nvPr/>
            </p:nvSpPr>
            <p:spPr>
              <a:xfrm>
                <a:off x="5303525" y="755950"/>
                <a:ext cx="225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870" extrusionOk="0">
                    <a:moveTo>
                      <a:pt x="271" y="1"/>
                    </a:moveTo>
                    <a:cubicBezTo>
                      <a:pt x="248" y="1"/>
                      <a:pt x="225" y="5"/>
                      <a:pt x="203" y="14"/>
                    </a:cubicBezTo>
                    <a:cubicBezTo>
                      <a:pt x="108" y="65"/>
                      <a:pt x="42" y="153"/>
                      <a:pt x="5" y="256"/>
                    </a:cubicBezTo>
                    <a:cubicBezTo>
                      <a:pt x="1" y="290"/>
                      <a:pt x="27" y="311"/>
                      <a:pt x="55" y="311"/>
                    </a:cubicBezTo>
                    <a:cubicBezTo>
                      <a:pt x="69" y="311"/>
                      <a:pt x="83" y="305"/>
                      <a:pt x="93" y="293"/>
                    </a:cubicBezTo>
                    <a:cubicBezTo>
                      <a:pt x="115" y="249"/>
                      <a:pt x="167" y="139"/>
                      <a:pt x="240" y="109"/>
                    </a:cubicBezTo>
                    <a:cubicBezTo>
                      <a:pt x="248" y="104"/>
                      <a:pt x="258" y="101"/>
                      <a:pt x="268" y="101"/>
                    </a:cubicBezTo>
                    <a:cubicBezTo>
                      <a:pt x="283" y="101"/>
                      <a:pt x="300" y="108"/>
                      <a:pt x="313" y="117"/>
                    </a:cubicBezTo>
                    <a:cubicBezTo>
                      <a:pt x="357" y="131"/>
                      <a:pt x="387" y="161"/>
                      <a:pt x="394" y="205"/>
                    </a:cubicBezTo>
                    <a:cubicBezTo>
                      <a:pt x="409" y="293"/>
                      <a:pt x="394" y="381"/>
                      <a:pt x="350" y="461"/>
                    </a:cubicBezTo>
                    <a:cubicBezTo>
                      <a:pt x="335" y="483"/>
                      <a:pt x="343" y="513"/>
                      <a:pt x="357" y="527"/>
                    </a:cubicBezTo>
                    <a:cubicBezTo>
                      <a:pt x="368" y="535"/>
                      <a:pt x="381" y="538"/>
                      <a:pt x="393" y="538"/>
                    </a:cubicBezTo>
                    <a:cubicBezTo>
                      <a:pt x="405" y="538"/>
                      <a:pt x="416" y="535"/>
                      <a:pt x="423" y="527"/>
                    </a:cubicBezTo>
                    <a:cubicBezTo>
                      <a:pt x="489" y="469"/>
                      <a:pt x="570" y="439"/>
                      <a:pt x="651" y="439"/>
                    </a:cubicBezTo>
                    <a:cubicBezTo>
                      <a:pt x="695" y="447"/>
                      <a:pt x="739" y="469"/>
                      <a:pt x="761" y="513"/>
                    </a:cubicBezTo>
                    <a:cubicBezTo>
                      <a:pt x="783" y="535"/>
                      <a:pt x="790" y="571"/>
                      <a:pt x="783" y="601"/>
                    </a:cubicBezTo>
                    <a:cubicBezTo>
                      <a:pt x="761" y="681"/>
                      <a:pt x="651" y="747"/>
                      <a:pt x="607" y="769"/>
                    </a:cubicBezTo>
                    <a:cubicBezTo>
                      <a:pt x="585" y="784"/>
                      <a:pt x="570" y="813"/>
                      <a:pt x="585" y="835"/>
                    </a:cubicBezTo>
                    <a:cubicBezTo>
                      <a:pt x="592" y="850"/>
                      <a:pt x="607" y="864"/>
                      <a:pt x="621" y="864"/>
                    </a:cubicBezTo>
                    <a:cubicBezTo>
                      <a:pt x="629" y="868"/>
                      <a:pt x="634" y="870"/>
                      <a:pt x="640" y="870"/>
                    </a:cubicBezTo>
                    <a:cubicBezTo>
                      <a:pt x="645" y="870"/>
                      <a:pt x="651" y="868"/>
                      <a:pt x="658" y="864"/>
                    </a:cubicBezTo>
                    <a:cubicBezTo>
                      <a:pt x="680" y="857"/>
                      <a:pt x="856" y="769"/>
                      <a:pt x="885" y="630"/>
                    </a:cubicBezTo>
                    <a:cubicBezTo>
                      <a:pt x="900" y="571"/>
                      <a:pt x="885" y="505"/>
                      <a:pt x="849" y="454"/>
                    </a:cubicBezTo>
                    <a:cubicBezTo>
                      <a:pt x="805" y="388"/>
                      <a:pt x="739" y="351"/>
                      <a:pt x="665" y="337"/>
                    </a:cubicBezTo>
                    <a:cubicBezTo>
                      <a:pt x="607" y="337"/>
                      <a:pt x="548" y="344"/>
                      <a:pt x="497" y="366"/>
                    </a:cubicBezTo>
                    <a:cubicBezTo>
                      <a:pt x="511" y="307"/>
                      <a:pt x="511" y="241"/>
                      <a:pt x="497" y="175"/>
                    </a:cubicBezTo>
                    <a:cubicBezTo>
                      <a:pt x="475" y="109"/>
                      <a:pt x="431" y="51"/>
                      <a:pt x="365" y="21"/>
                    </a:cubicBezTo>
                    <a:cubicBezTo>
                      <a:pt x="335" y="9"/>
                      <a:pt x="302" y="1"/>
                      <a:pt x="2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7"/>
              <p:cNvSpPr/>
              <p:nvPr/>
            </p:nvSpPr>
            <p:spPr>
              <a:xfrm>
                <a:off x="5264975" y="723350"/>
                <a:ext cx="23125" cy="1147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459" extrusionOk="0">
                    <a:moveTo>
                      <a:pt x="698" y="1"/>
                    </a:moveTo>
                    <a:cubicBezTo>
                      <a:pt x="644" y="1"/>
                      <a:pt x="589" y="21"/>
                      <a:pt x="543" y="50"/>
                    </a:cubicBezTo>
                    <a:cubicBezTo>
                      <a:pt x="506" y="79"/>
                      <a:pt x="470" y="123"/>
                      <a:pt x="455" y="167"/>
                    </a:cubicBezTo>
                    <a:cubicBezTo>
                      <a:pt x="426" y="123"/>
                      <a:pt x="382" y="79"/>
                      <a:pt x="338" y="50"/>
                    </a:cubicBezTo>
                    <a:cubicBezTo>
                      <a:pt x="302" y="32"/>
                      <a:pt x="261" y="22"/>
                      <a:pt x="221" y="22"/>
                    </a:cubicBezTo>
                    <a:cubicBezTo>
                      <a:pt x="196" y="22"/>
                      <a:pt x="170" y="26"/>
                      <a:pt x="147" y="35"/>
                    </a:cubicBezTo>
                    <a:cubicBezTo>
                      <a:pt x="96" y="50"/>
                      <a:pt x="52" y="86"/>
                      <a:pt x="30" y="138"/>
                    </a:cubicBezTo>
                    <a:cubicBezTo>
                      <a:pt x="0" y="233"/>
                      <a:pt x="8" y="336"/>
                      <a:pt x="52" y="431"/>
                    </a:cubicBezTo>
                    <a:cubicBezTo>
                      <a:pt x="59" y="438"/>
                      <a:pt x="74" y="453"/>
                      <a:pt x="88" y="453"/>
                    </a:cubicBezTo>
                    <a:cubicBezTo>
                      <a:pt x="96" y="456"/>
                      <a:pt x="101" y="458"/>
                      <a:pt x="107" y="458"/>
                    </a:cubicBezTo>
                    <a:cubicBezTo>
                      <a:pt x="112" y="458"/>
                      <a:pt x="118" y="456"/>
                      <a:pt x="125" y="453"/>
                    </a:cubicBezTo>
                    <a:cubicBezTo>
                      <a:pt x="154" y="438"/>
                      <a:pt x="169" y="409"/>
                      <a:pt x="154" y="380"/>
                    </a:cubicBezTo>
                    <a:cubicBezTo>
                      <a:pt x="125" y="314"/>
                      <a:pt x="118" y="248"/>
                      <a:pt x="132" y="182"/>
                    </a:cubicBezTo>
                    <a:cubicBezTo>
                      <a:pt x="140" y="160"/>
                      <a:pt x="162" y="145"/>
                      <a:pt x="184" y="138"/>
                    </a:cubicBezTo>
                    <a:cubicBezTo>
                      <a:pt x="195" y="132"/>
                      <a:pt x="207" y="130"/>
                      <a:pt x="220" y="130"/>
                    </a:cubicBezTo>
                    <a:cubicBezTo>
                      <a:pt x="241" y="130"/>
                      <a:pt x="264" y="136"/>
                      <a:pt x="286" y="145"/>
                    </a:cubicBezTo>
                    <a:cubicBezTo>
                      <a:pt x="345" y="196"/>
                      <a:pt x="389" y="262"/>
                      <a:pt x="411" y="336"/>
                    </a:cubicBezTo>
                    <a:cubicBezTo>
                      <a:pt x="418" y="365"/>
                      <a:pt x="440" y="380"/>
                      <a:pt x="470" y="380"/>
                    </a:cubicBezTo>
                    <a:cubicBezTo>
                      <a:pt x="499" y="380"/>
                      <a:pt x="521" y="358"/>
                      <a:pt x="521" y="328"/>
                    </a:cubicBezTo>
                    <a:cubicBezTo>
                      <a:pt x="528" y="255"/>
                      <a:pt x="558" y="189"/>
                      <a:pt x="609" y="138"/>
                    </a:cubicBezTo>
                    <a:cubicBezTo>
                      <a:pt x="636" y="121"/>
                      <a:pt x="664" y="113"/>
                      <a:pt x="694" y="113"/>
                    </a:cubicBezTo>
                    <a:cubicBezTo>
                      <a:pt x="705" y="113"/>
                      <a:pt x="715" y="114"/>
                      <a:pt x="726" y="116"/>
                    </a:cubicBezTo>
                    <a:cubicBezTo>
                      <a:pt x="748" y="116"/>
                      <a:pt x="778" y="130"/>
                      <a:pt x="792" y="160"/>
                    </a:cubicBezTo>
                    <a:cubicBezTo>
                      <a:pt x="814" y="226"/>
                      <a:pt x="807" y="299"/>
                      <a:pt x="785" y="372"/>
                    </a:cubicBezTo>
                    <a:cubicBezTo>
                      <a:pt x="762" y="418"/>
                      <a:pt x="799" y="452"/>
                      <a:pt x="835" y="452"/>
                    </a:cubicBezTo>
                    <a:cubicBezTo>
                      <a:pt x="857" y="452"/>
                      <a:pt x="879" y="439"/>
                      <a:pt x="887" y="409"/>
                    </a:cubicBezTo>
                    <a:cubicBezTo>
                      <a:pt x="924" y="306"/>
                      <a:pt x="924" y="196"/>
                      <a:pt x="887" y="101"/>
                    </a:cubicBezTo>
                    <a:cubicBezTo>
                      <a:pt x="851" y="50"/>
                      <a:pt x="800" y="13"/>
                      <a:pt x="741" y="6"/>
                    </a:cubicBezTo>
                    <a:cubicBezTo>
                      <a:pt x="727" y="2"/>
                      <a:pt x="712" y="1"/>
                      <a:pt x="6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7"/>
              <p:cNvSpPr/>
              <p:nvPr/>
            </p:nvSpPr>
            <p:spPr>
              <a:xfrm>
                <a:off x="5334250" y="759100"/>
                <a:ext cx="7725" cy="62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48" extrusionOk="0">
                    <a:moveTo>
                      <a:pt x="118" y="0"/>
                    </a:moveTo>
                    <a:cubicBezTo>
                      <a:pt x="105" y="0"/>
                      <a:pt x="92" y="4"/>
                      <a:pt x="81" y="13"/>
                    </a:cubicBezTo>
                    <a:cubicBezTo>
                      <a:pt x="8" y="57"/>
                      <a:pt x="1" y="152"/>
                      <a:pt x="52" y="211"/>
                    </a:cubicBezTo>
                    <a:cubicBezTo>
                      <a:pt x="96" y="240"/>
                      <a:pt x="147" y="247"/>
                      <a:pt x="199" y="247"/>
                    </a:cubicBezTo>
                    <a:cubicBezTo>
                      <a:pt x="221" y="247"/>
                      <a:pt x="243" y="240"/>
                      <a:pt x="265" y="233"/>
                    </a:cubicBezTo>
                    <a:cubicBezTo>
                      <a:pt x="294" y="225"/>
                      <a:pt x="309" y="203"/>
                      <a:pt x="301" y="181"/>
                    </a:cubicBezTo>
                    <a:cubicBezTo>
                      <a:pt x="301" y="159"/>
                      <a:pt x="287" y="137"/>
                      <a:pt x="265" y="130"/>
                    </a:cubicBezTo>
                    <a:cubicBezTo>
                      <a:pt x="243" y="123"/>
                      <a:pt x="221" y="108"/>
                      <a:pt x="206" y="93"/>
                    </a:cubicBezTo>
                    <a:cubicBezTo>
                      <a:pt x="191" y="79"/>
                      <a:pt x="177" y="57"/>
                      <a:pt x="169" y="35"/>
                    </a:cubicBezTo>
                    <a:cubicBezTo>
                      <a:pt x="160" y="12"/>
                      <a:pt x="140" y="0"/>
                      <a:pt x="1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7"/>
              <p:cNvSpPr/>
              <p:nvPr/>
            </p:nvSpPr>
            <p:spPr>
              <a:xfrm>
                <a:off x="5314825" y="731200"/>
                <a:ext cx="6800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272" h="167" extrusionOk="0">
                    <a:moveTo>
                      <a:pt x="223" y="1"/>
                    </a:moveTo>
                    <a:cubicBezTo>
                      <a:pt x="208" y="1"/>
                      <a:pt x="192" y="11"/>
                      <a:pt x="177" y="22"/>
                    </a:cubicBezTo>
                    <a:cubicBezTo>
                      <a:pt x="155" y="38"/>
                      <a:pt x="133" y="46"/>
                      <a:pt x="111" y="46"/>
                    </a:cubicBezTo>
                    <a:cubicBezTo>
                      <a:pt x="103" y="46"/>
                      <a:pt x="96" y="45"/>
                      <a:pt x="89" y="44"/>
                    </a:cubicBezTo>
                    <a:cubicBezTo>
                      <a:pt x="67" y="44"/>
                      <a:pt x="45" y="51"/>
                      <a:pt x="30" y="66"/>
                    </a:cubicBezTo>
                    <a:cubicBezTo>
                      <a:pt x="8" y="73"/>
                      <a:pt x="1" y="102"/>
                      <a:pt x="15" y="117"/>
                    </a:cubicBezTo>
                    <a:cubicBezTo>
                      <a:pt x="23" y="124"/>
                      <a:pt x="37" y="131"/>
                      <a:pt x="45" y="131"/>
                    </a:cubicBezTo>
                    <a:lnTo>
                      <a:pt x="81" y="131"/>
                    </a:lnTo>
                    <a:cubicBezTo>
                      <a:pt x="103" y="139"/>
                      <a:pt x="125" y="146"/>
                      <a:pt x="147" y="153"/>
                    </a:cubicBezTo>
                    <a:cubicBezTo>
                      <a:pt x="160" y="163"/>
                      <a:pt x="173" y="167"/>
                      <a:pt x="187" y="167"/>
                    </a:cubicBezTo>
                    <a:cubicBezTo>
                      <a:pt x="206" y="167"/>
                      <a:pt x="225" y="159"/>
                      <a:pt x="243" y="146"/>
                    </a:cubicBezTo>
                    <a:cubicBezTo>
                      <a:pt x="272" y="110"/>
                      <a:pt x="272" y="44"/>
                      <a:pt x="243" y="7"/>
                    </a:cubicBezTo>
                    <a:cubicBezTo>
                      <a:pt x="236" y="3"/>
                      <a:pt x="230" y="1"/>
                      <a:pt x="2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7"/>
              <p:cNvSpPr/>
              <p:nvPr/>
            </p:nvSpPr>
            <p:spPr>
              <a:xfrm>
                <a:off x="5286775" y="741175"/>
                <a:ext cx="7550" cy="487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195" extrusionOk="0">
                    <a:moveTo>
                      <a:pt x="169" y="1"/>
                    </a:moveTo>
                    <a:cubicBezTo>
                      <a:pt x="138" y="1"/>
                      <a:pt x="106" y="7"/>
                      <a:pt x="81" y="11"/>
                    </a:cubicBezTo>
                    <a:cubicBezTo>
                      <a:pt x="59" y="18"/>
                      <a:pt x="37" y="26"/>
                      <a:pt x="23" y="40"/>
                    </a:cubicBezTo>
                    <a:cubicBezTo>
                      <a:pt x="8" y="55"/>
                      <a:pt x="1" y="77"/>
                      <a:pt x="8" y="99"/>
                    </a:cubicBezTo>
                    <a:cubicBezTo>
                      <a:pt x="23" y="121"/>
                      <a:pt x="45" y="136"/>
                      <a:pt x="67" y="143"/>
                    </a:cubicBezTo>
                    <a:lnTo>
                      <a:pt x="191" y="180"/>
                    </a:lnTo>
                    <a:cubicBezTo>
                      <a:pt x="206" y="187"/>
                      <a:pt x="228" y="194"/>
                      <a:pt x="243" y="194"/>
                    </a:cubicBezTo>
                    <a:cubicBezTo>
                      <a:pt x="265" y="194"/>
                      <a:pt x="279" y="180"/>
                      <a:pt x="287" y="165"/>
                    </a:cubicBezTo>
                    <a:cubicBezTo>
                      <a:pt x="301" y="136"/>
                      <a:pt x="279" y="106"/>
                      <a:pt x="265" y="77"/>
                    </a:cubicBezTo>
                    <a:cubicBezTo>
                      <a:pt x="257" y="55"/>
                      <a:pt x="250" y="40"/>
                      <a:pt x="235" y="18"/>
                    </a:cubicBezTo>
                    <a:cubicBezTo>
                      <a:pt x="219" y="5"/>
                      <a:pt x="195" y="1"/>
                      <a:pt x="1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7"/>
              <p:cNvSpPr/>
              <p:nvPr/>
            </p:nvSpPr>
            <p:spPr>
              <a:xfrm>
                <a:off x="5070500" y="491650"/>
                <a:ext cx="26225" cy="16352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6541" extrusionOk="0">
                    <a:moveTo>
                      <a:pt x="210" y="0"/>
                    </a:moveTo>
                    <a:cubicBezTo>
                      <a:pt x="150" y="0"/>
                      <a:pt x="125" y="23"/>
                      <a:pt x="0" y="94"/>
                    </a:cubicBezTo>
                    <a:lnTo>
                      <a:pt x="719" y="6480"/>
                    </a:lnTo>
                    <a:cubicBezTo>
                      <a:pt x="767" y="6521"/>
                      <a:pt x="816" y="6541"/>
                      <a:pt x="870" y="6541"/>
                    </a:cubicBezTo>
                    <a:cubicBezTo>
                      <a:pt x="924" y="6541"/>
                      <a:pt x="983" y="6521"/>
                      <a:pt x="1049" y="6480"/>
                    </a:cubicBezTo>
                    <a:lnTo>
                      <a:pt x="404" y="21"/>
                    </a:lnTo>
                    <a:cubicBezTo>
                      <a:pt x="301" y="9"/>
                      <a:pt x="248" y="0"/>
                      <a:pt x="2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7"/>
              <p:cNvSpPr/>
              <p:nvPr/>
            </p:nvSpPr>
            <p:spPr>
              <a:xfrm>
                <a:off x="5071225" y="500225"/>
                <a:ext cx="88750" cy="59775"/>
              </a:xfrm>
              <a:custGeom>
                <a:avLst/>
                <a:gdLst/>
                <a:ahLst/>
                <a:cxnLst/>
                <a:rect l="l" t="t" r="r" b="b"/>
                <a:pathLst>
                  <a:path w="3550" h="2391" extrusionOk="0">
                    <a:moveTo>
                      <a:pt x="1" y="0"/>
                    </a:moveTo>
                    <a:lnTo>
                      <a:pt x="272" y="2391"/>
                    </a:lnTo>
                    <a:lnTo>
                      <a:pt x="3549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7"/>
              <p:cNvSpPr/>
              <p:nvPr/>
            </p:nvSpPr>
            <p:spPr>
              <a:xfrm>
                <a:off x="4991500" y="705875"/>
                <a:ext cx="87275" cy="52075"/>
              </a:xfrm>
              <a:custGeom>
                <a:avLst/>
                <a:gdLst/>
                <a:ahLst/>
                <a:cxnLst/>
                <a:rect l="l" t="t" r="r" b="b"/>
                <a:pathLst>
                  <a:path w="3491" h="2083" extrusionOk="0">
                    <a:moveTo>
                      <a:pt x="52" y="1"/>
                    </a:moveTo>
                    <a:lnTo>
                      <a:pt x="0" y="74"/>
                    </a:lnTo>
                    <a:cubicBezTo>
                      <a:pt x="829" y="690"/>
                      <a:pt x="1709" y="1225"/>
                      <a:pt x="2625" y="1694"/>
                    </a:cubicBezTo>
                    <a:cubicBezTo>
                      <a:pt x="2896" y="1834"/>
                      <a:pt x="3168" y="1958"/>
                      <a:pt x="3446" y="2083"/>
                    </a:cubicBezTo>
                    <a:cubicBezTo>
                      <a:pt x="3454" y="2054"/>
                      <a:pt x="3476" y="2024"/>
                      <a:pt x="3490" y="1995"/>
                    </a:cubicBezTo>
                    <a:cubicBezTo>
                      <a:pt x="3212" y="1870"/>
                      <a:pt x="2940" y="1746"/>
                      <a:pt x="2662" y="1606"/>
                    </a:cubicBezTo>
                    <a:cubicBezTo>
                      <a:pt x="2031" y="1284"/>
                      <a:pt x="1415" y="925"/>
                      <a:pt x="822" y="536"/>
                    </a:cubicBezTo>
                    <a:cubicBezTo>
                      <a:pt x="565" y="367"/>
                      <a:pt x="308" y="184"/>
                      <a:pt x="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7"/>
              <p:cNvSpPr/>
              <p:nvPr/>
            </p:nvSpPr>
            <p:spPr>
              <a:xfrm>
                <a:off x="4980875" y="701650"/>
                <a:ext cx="77375" cy="57800"/>
              </a:xfrm>
              <a:custGeom>
                <a:avLst/>
                <a:gdLst/>
                <a:ahLst/>
                <a:cxnLst/>
                <a:rect l="l" t="t" r="r" b="b"/>
                <a:pathLst>
                  <a:path w="3095" h="2312" extrusionOk="0">
                    <a:moveTo>
                      <a:pt x="835" y="0"/>
                    </a:moveTo>
                    <a:cubicBezTo>
                      <a:pt x="687" y="0"/>
                      <a:pt x="553" y="58"/>
                      <a:pt x="455" y="206"/>
                    </a:cubicBezTo>
                    <a:cubicBezTo>
                      <a:pt x="0" y="881"/>
                      <a:pt x="1562" y="1489"/>
                      <a:pt x="1562" y="1489"/>
                    </a:cubicBezTo>
                    <a:cubicBezTo>
                      <a:pt x="1562" y="1489"/>
                      <a:pt x="924" y="1511"/>
                      <a:pt x="1078" y="2127"/>
                    </a:cubicBezTo>
                    <a:cubicBezTo>
                      <a:pt x="1112" y="2261"/>
                      <a:pt x="1252" y="2312"/>
                      <a:pt x="1444" y="2312"/>
                    </a:cubicBezTo>
                    <a:cubicBezTo>
                      <a:pt x="2029" y="2312"/>
                      <a:pt x="3094" y="1841"/>
                      <a:pt x="3094" y="1841"/>
                    </a:cubicBezTo>
                    <a:cubicBezTo>
                      <a:pt x="3094" y="1841"/>
                      <a:pt x="2999" y="162"/>
                      <a:pt x="2427" y="96"/>
                    </a:cubicBezTo>
                    <a:cubicBezTo>
                      <a:pt x="2404" y="94"/>
                      <a:pt x="2382" y="93"/>
                      <a:pt x="2361" y="93"/>
                    </a:cubicBezTo>
                    <a:cubicBezTo>
                      <a:pt x="1873" y="93"/>
                      <a:pt x="2075" y="727"/>
                      <a:pt x="2075" y="727"/>
                    </a:cubicBezTo>
                    <a:cubicBezTo>
                      <a:pt x="2075" y="727"/>
                      <a:pt x="1361" y="0"/>
                      <a:pt x="83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7"/>
              <p:cNvSpPr/>
              <p:nvPr/>
            </p:nvSpPr>
            <p:spPr>
              <a:xfrm>
                <a:off x="4991675" y="705875"/>
                <a:ext cx="6675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670" h="1695" extrusionOk="0">
                    <a:moveTo>
                      <a:pt x="45" y="1"/>
                    </a:moveTo>
                    <a:lnTo>
                      <a:pt x="45" y="8"/>
                    </a:lnTo>
                    <a:lnTo>
                      <a:pt x="1" y="74"/>
                    </a:lnTo>
                    <a:cubicBezTo>
                      <a:pt x="829" y="690"/>
                      <a:pt x="1709" y="1232"/>
                      <a:pt x="2625" y="1694"/>
                    </a:cubicBezTo>
                    <a:lnTo>
                      <a:pt x="2669" y="1672"/>
                    </a:lnTo>
                    <a:cubicBezTo>
                      <a:pt x="2669" y="1672"/>
                      <a:pt x="2662" y="1650"/>
                      <a:pt x="2662" y="1606"/>
                    </a:cubicBezTo>
                    <a:cubicBezTo>
                      <a:pt x="2024" y="1284"/>
                      <a:pt x="1408" y="925"/>
                      <a:pt x="815" y="536"/>
                    </a:cubicBezTo>
                    <a:cubicBezTo>
                      <a:pt x="558" y="367"/>
                      <a:pt x="301" y="184"/>
                      <a:pt x="4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7"/>
              <p:cNvSpPr/>
              <p:nvPr/>
            </p:nvSpPr>
            <p:spPr>
              <a:xfrm>
                <a:off x="5007250" y="703875"/>
                <a:ext cx="51000" cy="50050"/>
              </a:xfrm>
              <a:custGeom>
                <a:avLst/>
                <a:gdLst/>
                <a:ahLst/>
                <a:cxnLst/>
                <a:rect l="l" t="t" r="r" b="b"/>
                <a:pathLst>
                  <a:path w="2040" h="2002" extrusionOk="0">
                    <a:moveTo>
                      <a:pt x="1255" y="0"/>
                    </a:moveTo>
                    <a:cubicBezTo>
                      <a:pt x="1225" y="7"/>
                      <a:pt x="1196" y="15"/>
                      <a:pt x="1167" y="22"/>
                    </a:cubicBezTo>
                    <a:cubicBezTo>
                      <a:pt x="1335" y="616"/>
                      <a:pt x="1599" y="1181"/>
                      <a:pt x="1944" y="1701"/>
                    </a:cubicBezTo>
                    <a:cubicBezTo>
                      <a:pt x="1811" y="1691"/>
                      <a:pt x="1678" y="1686"/>
                      <a:pt x="1546" y="1686"/>
                    </a:cubicBezTo>
                    <a:cubicBezTo>
                      <a:pt x="1109" y="1686"/>
                      <a:pt x="678" y="1741"/>
                      <a:pt x="250" y="1848"/>
                    </a:cubicBezTo>
                    <a:cubicBezTo>
                      <a:pt x="170" y="1870"/>
                      <a:pt x="82" y="1892"/>
                      <a:pt x="1" y="1914"/>
                    </a:cubicBezTo>
                    <a:cubicBezTo>
                      <a:pt x="1" y="1943"/>
                      <a:pt x="8" y="1972"/>
                      <a:pt x="16" y="2002"/>
                    </a:cubicBezTo>
                    <a:cubicBezTo>
                      <a:pt x="554" y="1848"/>
                      <a:pt x="1113" y="1774"/>
                      <a:pt x="1673" y="1774"/>
                    </a:cubicBezTo>
                    <a:cubicBezTo>
                      <a:pt x="1700" y="1774"/>
                      <a:pt x="1727" y="1774"/>
                      <a:pt x="1753" y="1774"/>
                    </a:cubicBezTo>
                    <a:cubicBezTo>
                      <a:pt x="1819" y="1774"/>
                      <a:pt x="1885" y="1782"/>
                      <a:pt x="1944" y="1789"/>
                    </a:cubicBezTo>
                    <a:lnTo>
                      <a:pt x="2039" y="1752"/>
                    </a:lnTo>
                    <a:lnTo>
                      <a:pt x="2032" y="1664"/>
                    </a:lnTo>
                    <a:cubicBezTo>
                      <a:pt x="1687" y="1159"/>
                      <a:pt x="1423" y="594"/>
                      <a:pt x="12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7"/>
              <p:cNvSpPr/>
              <p:nvPr/>
            </p:nvSpPr>
            <p:spPr>
              <a:xfrm>
                <a:off x="5204475" y="626325"/>
                <a:ext cx="99575" cy="84175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367" extrusionOk="0">
                    <a:moveTo>
                      <a:pt x="3901" y="1"/>
                    </a:moveTo>
                    <a:cubicBezTo>
                      <a:pt x="3623" y="287"/>
                      <a:pt x="3337" y="573"/>
                      <a:pt x="3044" y="844"/>
                    </a:cubicBezTo>
                    <a:cubicBezTo>
                      <a:pt x="2384" y="1467"/>
                      <a:pt x="1680" y="2054"/>
                      <a:pt x="954" y="2596"/>
                    </a:cubicBezTo>
                    <a:cubicBezTo>
                      <a:pt x="639" y="2831"/>
                      <a:pt x="323" y="3051"/>
                      <a:pt x="1" y="3271"/>
                    </a:cubicBezTo>
                    <a:cubicBezTo>
                      <a:pt x="23" y="3300"/>
                      <a:pt x="52" y="3329"/>
                      <a:pt x="74" y="3366"/>
                    </a:cubicBezTo>
                    <a:cubicBezTo>
                      <a:pt x="397" y="3153"/>
                      <a:pt x="712" y="2926"/>
                      <a:pt x="1020" y="2699"/>
                    </a:cubicBezTo>
                    <a:cubicBezTo>
                      <a:pt x="2076" y="1907"/>
                      <a:pt x="3066" y="1035"/>
                      <a:pt x="3982" y="89"/>
                    </a:cubicBezTo>
                    <a:lnTo>
                      <a:pt x="39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7"/>
              <p:cNvSpPr/>
              <p:nvPr/>
            </p:nvSpPr>
            <p:spPr>
              <a:xfrm>
                <a:off x="5222625" y="622725"/>
                <a:ext cx="98450" cy="77150"/>
              </a:xfrm>
              <a:custGeom>
                <a:avLst/>
                <a:gdLst/>
                <a:ahLst/>
                <a:cxnLst/>
                <a:rect l="l" t="t" r="r" b="b"/>
                <a:pathLst>
                  <a:path w="3938" h="3086" extrusionOk="0">
                    <a:moveTo>
                      <a:pt x="2801" y="0"/>
                    </a:moveTo>
                    <a:cubicBezTo>
                      <a:pt x="2109" y="0"/>
                      <a:pt x="1284" y="1193"/>
                      <a:pt x="1284" y="1193"/>
                    </a:cubicBezTo>
                    <a:cubicBezTo>
                      <a:pt x="1284" y="1193"/>
                      <a:pt x="1391" y="445"/>
                      <a:pt x="899" y="445"/>
                    </a:cubicBezTo>
                    <a:cubicBezTo>
                      <a:pt x="844" y="445"/>
                      <a:pt x="782" y="454"/>
                      <a:pt x="712" y="475"/>
                    </a:cubicBezTo>
                    <a:cubicBezTo>
                      <a:pt x="1" y="680"/>
                      <a:pt x="235" y="2828"/>
                      <a:pt x="235" y="2828"/>
                    </a:cubicBezTo>
                    <a:cubicBezTo>
                      <a:pt x="235" y="2828"/>
                      <a:pt x="1278" y="3086"/>
                      <a:pt x="2046" y="3086"/>
                    </a:cubicBezTo>
                    <a:cubicBezTo>
                      <a:pt x="2479" y="3086"/>
                      <a:pt x="2824" y="3004"/>
                      <a:pt x="2845" y="2748"/>
                    </a:cubicBezTo>
                    <a:cubicBezTo>
                      <a:pt x="2897" y="2107"/>
                      <a:pt x="2404" y="2039"/>
                      <a:pt x="2192" y="2039"/>
                    </a:cubicBezTo>
                    <a:cubicBezTo>
                      <a:pt x="2134" y="2039"/>
                      <a:pt x="2098" y="2044"/>
                      <a:pt x="2098" y="2044"/>
                    </a:cubicBezTo>
                    <a:cubicBezTo>
                      <a:pt x="2098" y="2044"/>
                      <a:pt x="3938" y="944"/>
                      <a:pt x="3219" y="189"/>
                    </a:cubicBezTo>
                    <a:cubicBezTo>
                      <a:pt x="3092" y="55"/>
                      <a:pt x="2950" y="0"/>
                      <a:pt x="28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7"/>
              <p:cNvSpPr/>
              <p:nvPr/>
            </p:nvSpPr>
            <p:spPr>
              <a:xfrm>
                <a:off x="5228325" y="626325"/>
                <a:ext cx="75725" cy="67475"/>
              </a:xfrm>
              <a:custGeom>
                <a:avLst/>
                <a:gdLst/>
                <a:ahLst/>
                <a:cxnLst/>
                <a:rect l="l" t="t" r="r" b="b"/>
                <a:pathLst>
                  <a:path w="3029" h="2699" extrusionOk="0">
                    <a:moveTo>
                      <a:pt x="2940" y="1"/>
                    </a:moveTo>
                    <a:cubicBezTo>
                      <a:pt x="2669" y="294"/>
                      <a:pt x="2383" y="573"/>
                      <a:pt x="2090" y="844"/>
                    </a:cubicBezTo>
                    <a:cubicBezTo>
                      <a:pt x="1430" y="1467"/>
                      <a:pt x="726" y="2054"/>
                      <a:pt x="0" y="2596"/>
                    </a:cubicBezTo>
                    <a:cubicBezTo>
                      <a:pt x="0" y="2655"/>
                      <a:pt x="0" y="2684"/>
                      <a:pt x="0" y="2684"/>
                    </a:cubicBezTo>
                    <a:lnTo>
                      <a:pt x="66" y="2699"/>
                    </a:lnTo>
                    <a:cubicBezTo>
                      <a:pt x="1122" y="1914"/>
                      <a:pt x="2112" y="1042"/>
                      <a:pt x="3028" y="89"/>
                    </a:cubicBezTo>
                    <a:lnTo>
                      <a:pt x="3021" y="81"/>
                    </a:lnTo>
                    <a:lnTo>
                      <a:pt x="2947" y="8"/>
                    </a:lnTo>
                    <a:lnTo>
                      <a:pt x="29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7"/>
              <p:cNvSpPr/>
              <p:nvPr/>
            </p:nvSpPr>
            <p:spPr>
              <a:xfrm>
                <a:off x="5228125" y="633900"/>
                <a:ext cx="65650" cy="602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2411" extrusionOk="0">
                    <a:moveTo>
                      <a:pt x="676" y="0"/>
                    </a:moveTo>
                    <a:cubicBezTo>
                      <a:pt x="655" y="0"/>
                      <a:pt x="635" y="2"/>
                      <a:pt x="617" y="6"/>
                    </a:cubicBezTo>
                    <a:cubicBezTo>
                      <a:pt x="529" y="790"/>
                      <a:pt x="323" y="1553"/>
                      <a:pt x="1" y="2271"/>
                    </a:cubicBezTo>
                    <a:cubicBezTo>
                      <a:pt x="8" y="2337"/>
                      <a:pt x="8" y="2381"/>
                      <a:pt x="8" y="2381"/>
                    </a:cubicBezTo>
                    <a:lnTo>
                      <a:pt x="140" y="2411"/>
                    </a:lnTo>
                    <a:cubicBezTo>
                      <a:pt x="213" y="2389"/>
                      <a:pt x="294" y="2367"/>
                      <a:pt x="375" y="2352"/>
                    </a:cubicBezTo>
                    <a:cubicBezTo>
                      <a:pt x="826" y="2253"/>
                      <a:pt x="1283" y="2215"/>
                      <a:pt x="1743" y="2215"/>
                    </a:cubicBezTo>
                    <a:cubicBezTo>
                      <a:pt x="2036" y="2215"/>
                      <a:pt x="2331" y="2231"/>
                      <a:pt x="2625" y="2257"/>
                    </a:cubicBezTo>
                    <a:cubicBezTo>
                      <a:pt x="2625" y="2220"/>
                      <a:pt x="2625" y="2176"/>
                      <a:pt x="2625" y="2139"/>
                    </a:cubicBezTo>
                    <a:cubicBezTo>
                      <a:pt x="2515" y="2132"/>
                      <a:pt x="2405" y="2117"/>
                      <a:pt x="2288" y="2110"/>
                    </a:cubicBezTo>
                    <a:cubicBezTo>
                      <a:pt x="2120" y="2098"/>
                      <a:pt x="1952" y="2092"/>
                      <a:pt x="1783" y="2092"/>
                    </a:cubicBezTo>
                    <a:cubicBezTo>
                      <a:pt x="1224" y="2092"/>
                      <a:pt x="666" y="2158"/>
                      <a:pt x="125" y="2293"/>
                    </a:cubicBezTo>
                    <a:cubicBezTo>
                      <a:pt x="448" y="1567"/>
                      <a:pt x="653" y="790"/>
                      <a:pt x="741" y="6"/>
                    </a:cubicBezTo>
                    <a:cubicBezTo>
                      <a:pt x="719" y="2"/>
                      <a:pt x="697" y="0"/>
                      <a:pt x="6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 descr="A cartoon chef holding a cookie&#10;&#10;AI-generated content may be incorrect.">
            <a:extLst>
              <a:ext uri="{FF2B5EF4-FFF2-40B4-BE49-F238E27FC236}">
                <a16:creationId xmlns:a16="http://schemas.microsoft.com/office/drawing/2014/main" id="{665B79DD-F99C-5AD9-8398-D07F9A586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3764" r="15870" b="27598"/>
          <a:stretch>
            <a:fillRect/>
          </a:stretch>
        </p:blipFill>
        <p:spPr>
          <a:xfrm>
            <a:off x="3375200" y="476544"/>
            <a:ext cx="2698399" cy="241111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46567BF-73F2-171C-EEBC-FF5D21CBE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429" y="3352952"/>
            <a:ext cx="1401942" cy="8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53"/>
          <p:cNvSpPr/>
          <p:nvPr/>
        </p:nvSpPr>
        <p:spPr>
          <a:xfrm rot="1800018">
            <a:off x="1542249" y="1171720"/>
            <a:ext cx="1069876" cy="632330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5" name="Google Shape;2395;p53"/>
          <p:cNvSpPr/>
          <p:nvPr/>
        </p:nvSpPr>
        <p:spPr>
          <a:xfrm rot="-442153">
            <a:off x="4037111" y="1171722"/>
            <a:ext cx="1069878" cy="63233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6" name="Google Shape;2396;p53"/>
          <p:cNvSpPr/>
          <p:nvPr/>
        </p:nvSpPr>
        <p:spPr>
          <a:xfrm rot="-8718501">
            <a:off x="6532031" y="1171726"/>
            <a:ext cx="1069863" cy="632322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7" name="Google Shape;2397;p53"/>
          <p:cNvSpPr/>
          <p:nvPr/>
        </p:nvSpPr>
        <p:spPr>
          <a:xfrm rot="8999982" flipH="1">
            <a:off x="1542249" y="3006338"/>
            <a:ext cx="1069876" cy="632330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8" name="Google Shape;2398;p53"/>
          <p:cNvSpPr/>
          <p:nvPr/>
        </p:nvSpPr>
        <p:spPr>
          <a:xfrm rot="442153" flipH="1">
            <a:off x="4037111" y="3006338"/>
            <a:ext cx="1069878" cy="63233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9" name="Google Shape;2399;p53"/>
          <p:cNvSpPr/>
          <p:nvPr/>
        </p:nvSpPr>
        <p:spPr>
          <a:xfrm rot="-7235691">
            <a:off x="6532035" y="3006345"/>
            <a:ext cx="1069855" cy="632317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0" name="Google Shape;2400;p53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OUR TEAM MEMBERS</a:t>
            </a:r>
            <a:endParaRPr dirty="0"/>
          </a:p>
        </p:txBody>
      </p:sp>
      <p:sp>
        <p:nvSpPr>
          <p:cNvPr id="2401" name="Google Shape;2401;p53"/>
          <p:cNvSpPr txBox="1">
            <a:spLocks noGrp="1"/>
          </p:cNvSpPr>
          <p:nvPr>
            <p:ph type="subTitle" idx="3"/>
          </p:nvPr>
        </p:nvSpPr>
        <p:spPr>
          <a:xfrm>
            <a:off x="795777" y="2020094"/>
            <a:ext cx="2532646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/>
              <a:t>J</a:t>
            </a:r>
            <a:r>
              <a:rPr lang="en-IN" sz="2000" dirty="0"/>
              <a:t>a</a:t>
            </a:r>
            <a:r>
              <a:rPr lang="es" sz="2000" dirty="0"/>
              <a:t>spreet kaur chahal</a:t>
            </a:r>
            <a:endParaRPr sz="2000" dirty="0"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402" name="Google Shape;2402;p53"/>
          <p:cNvSpPr txBox="1">
            <a:spLocks noGrp="1"/>
          </p:cNvSpPr>
          <p:nvPr>
            <p:ph type="subTitle" idx="1"/>
          </p:nvPr>
        </p:nvSpPr>
        <p:spPr>
          <a:xfrm>
            <a:off x="3452800" y="1996060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000" dirty="0"/>
              <a:t>Rashi </a:t>
            </a:r>
            <a:r>
              <a:rPr lang="en-US" sz="2000" dirty="0" err="1"/>
              <a:t>Shivhare</a:t>
            </a:r>
            <a:endParaRPr lang="en-US" sz="2000" dirty="0"/>
          </a:p>
        </p:txBody>
      </p:sp>
      <p:sp>
        <p:nvSpPr>
          <p:cNvPr id="2403" name="Google Shape;2403;p53"/>
          <p:cNvSpPr txBox="1">
            <a:spLocks noGrp="1"/>
          </p:cNvSpPr>
          <p:nvPr>
            <p:ph type="subTitle" idx="2"/>
          </p:nvPr>
        </p:nvSpPr>
        <p:spPr>
          <a:xfrm>
            <a:off x="3617496" y="2481730"/>
            <a:ext cx="1908907" cy="415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" sz="1400" dirty="0"/>
              <a:t>(30122348)</a:t>
            </a:r>
          </a:p>
        </p:txBody>
      </p:sp>
      <p:sp>
        <p:nvSpPr>
          <p:cNvPr id="2404" name="Google Shape;2404;p53"/>
          <p:cNvSpPr txBox="1">
            <a:spLocks noGrp="1"/>
          </p:cNvSpPr>
          <p:nvPr>
            <p:ph type="subTitle" idx="4"/>
          </p:nvPr>
        </p:nvSpPr>
        <p:spPr>
          <a:xfrm>
            <a:off x="1191849" y="2510034"/>
            <a:ext cx="1740502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" sz="1400" dirty="0"/>
              <a:t>(30122361)</a:t>
            </a:r>
          </a:p>
        </p:txBody>
      </p:sp>
      <p:sp>
        <p:nvSpPr>
          <p:cNvPr id="2405" name="Google Shape;2405;p53"/>
          <p:cNvSpPr txBox="1">
            <a:spLocks noGrp="1"/>
          </p:cNvSpPr>
          <p:nvPr>
            <p:ph type="subTitle" idx="5"/>
          </p:nvPr>
        </p:nvSpPr>
        <p:spPr>
          <a:xfrm>
            <a:off x="5993419" y="2004421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000" dirty="0"/>
              <a:t>Garima </a:t>
            </a:r>
          </a:p>
          <a:p>
            <a:pPr marL="0" lvl="0" indent="0"/>
            <a:r>
              <a:rPr lang="en-US" sz="2000" dirty="0"/>
              <a:t>Rai</a:t>
            </a:r>
          </a:p>
        </p:txBody>
      </p:sp>
      <p:sp>
        <p:nvSpPr>
          <p:cNvPr id="2406" name="Google Shape;2406;p53"/>
          <p:cNvSpPr txBox="1">
            <a:spLocks noGrp="1"/>
          </p:cNvSpPr>
          <p:nvPr>
            <p:ph type="subTitle" idx="6"/>
          </p:nvPr>
        </p:nvSpPr>
        <p:spPr>
          <a:xfrm>
            <a:off x="6045717" y="2452160"/>
            <a:ext cx="2238300" cy="415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" sz="1400" dirty="0"/>
              <a:t>(30122331)</a:t>
            </a:r>
          </a:p>
        </p:txBody>
      </p:sp>
      <p:sp>
        <p:nvSpPr>
          <p:cNvPr id="2407" name="Google Shape;2407;p53"/>
          <p:cNvSpPr txBox="1">
            <a:spLocks noGrp="1"/>
          </p:cNvSpPr>
          <p:nvPr>
            <p:ph type="subTitle" idx="7"/>
          </p:nvPr>
        </p:nvSpPr>
        <p:spPr>
          <a:xfrm>
            <a:off x="3476090" y="3874309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000" dirty="0"/>
              <a:t>M</a:t>
            </a:r>
            <a:r>
              <a:rPr lang="en-IN" sz="2000" dirty="0"/>
              <a:t>ANAS YADAV</a:t>
            </a:r>
          </a:p>
        </p:txBody>
      </p:sp>
      <p:sp>
        <p:nvSpPr>
          <p:cNvPr id="2408" name="Google Shape;2408;p53"/>
          <p:cNvSpPr txBox="1">
            <a:spLocks noGrp="1"/>
          </p:cNvSpPr>
          <p:nvPr>
            <p:ph type="subTitle" idx="8"/>
          </p:nvPr>
        </p:nvSpPr>
        <p:spPr>
          <a:xfrm>
            <a:off x="3507570" y="4290457"/>
            <a:ext cx="2238300" cy="3736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" sz="1400" dirty="0"/>
              <a:t>(30122347)</a:t>
            </a:r>
          </a:p>
        </p:txBody>
      </p:sp>
      <p:sp>
        <p:nvSpPr>
          <p:cNvPr id="2409" name="Google Shape;2409;p53"/>
          <p:cNvSpPr txBox="1">
            <a:spLocks noGrp="1"/>
          </p:cNvSpPr>
          <p:nvPr>
            <p:ph type="subTitle" idx="9"/>
          </p:nvPr>
        </p:nvSpPr>
        <p:spPr>
          <a:xfrm>
            <a:off x="957987" y="3839065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000" dirty="0"/>
              <a:t>RIMI</a:t>
            </a:r>
          </a:p>
          <a:p>
            <a:pPr marL="0" lvl="0" indent="0"/>
            <a:r>
              <a:rPr lang="en-US" sz="2000" dirty="0"/>
              <a:t>MAZUMDER</a:t>
            </a:r>
          </a:p>
        </p:txBody>
      </p:sp>
      <p:sp>
        <p:nvSpPr>
          <p:cNvPr id="2410" name="Google Shape;2410;p53"/>
          <p:cNvSpPr txBox="1">
            <a:spLocks noGrp="1"/>
          </p:cNvSpPr>
          <p:nvPr>
            <p:ph type="subTitle" idx="13"/>
          </p:nvPr>
        </p:nvSpPr>
        <p:spPr>
          <a:xfrm>
            <a:off x="957987" y="4290457"/>
            <a:ext cx="2238300" cy="3736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" sz="1400" dirty="0"/>
              <a:t>(30122353)</a:t>
            </a:r>
          </a:p>
        </p:txBody>
      </p:sp>
      <p:sp>
        <p:nvSpPr>
          <p:cNvPr id="2411" name="Google Shape;2411;p53"/>
          <p:cNvSpPr txBox="1">
            <a:spLocks noGrp="1"/>
          </p:cNvSpPr>
          <p:nvPr>
            <p:ph type="subTitle" idx="14"/>
          </p:nvPr>
        </p:nvSpPr>
        <p:spPr>
          <a:xfrm>
            <a:off x="5968658" y="3819529"/>
            <a:ext cx="22383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sz="2000" dirty="0"/>
              <a:t>Rachana </a:t>
            </a:r>
          </a:p>
          <a:p>
            <a:pPr marL="0" lvl="0" indent="0"/>
            <a:r>
              <a:rPr lang="en-IN" sz="2000" dirty="0" err="1"/>
              <a:t>KUlthe</a:t>
            </a:r>
            <a:endParaRPr lang="en-IN" sz="2000" dirty="0"/>
          </a:p>
        </p:txBody>
      </p:sp>
      <p:sp>
        <p:nvSpPr>
          <p:cNvPr id="2412" name="Google Shape;2412;p53"/>
          <p:cNvSpPr txBox="1">
            <a:spLocks noGrp="1"/>
          </p:cNvSpPr>
          <p:nvPr>
            <p:ph type="subTitle" idx="15"/>
          </p:nvPr>
        </p:nvSpPr>
        <p:spPr>
          <a:xfrm>
            <a:off x="5982348" y="4246867"/>
            <a:ext cx="2238300" cy="420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" sz="1400" dirty="0"/>
              <a:t>(30122349)</a:t>
            </a:r>
          </a:p>
        </p:txBody>
      </p:sp>
      <p:grpSp>
        <p:nvGrpSpPr>
          <p:cNvPr id="2419" name="Google Shape;2419;p53"/>
          <p:cNvGrpSpPr/>
          <p:nvPr/>
        </p:nvGrpSpPr>
        <p:grpSpPr>
          <a:xfrm>
            <a:off x="1883923" y="1313067"/>
            <a:ext cx="357226" cy="357226"/>
            <a:chOff x="-55987225" y="3198925"/>
            <a:chExt cx="317450" cy="317450"/>
          </a:xfrm>
        </p:grpSpPr>
        <p:sp>
          <p:nvSpPr>
            <p:cNvPr id="2420" name="Google Shape;2420;p53"/>
            <p:cNvSpPr/>
            <p:nvPr/>
          </p:nvSpPr>
          <p:spPr>
            <a:xfrm>
              <a:off x="-55987225" y="3261925"/>
              <a:ext cx="173300" cy="198500"/>
            </a:xfrm>
            <a:custGeom>
              <a:avLst/>
              <a:gdLst/>
              <a:ahLst/>
              <a:cxnLst/>
              <a:rect l="l" t="t" r="r" b="b"/>
              <a:pathLst>
                <a:path w="6932" h="7940" extrusionOk="0">
                  <a:moveTo>
                    <a:pt x="4821" y="1954"/>
                  </a:moveTo>
                  <a:cubicBezTo>
                    <a:pt x="5042" y="1954"/>
                    <a:pt x="5199" y="2112"/>
                    <a:pt x="5199" y="2332"/>
                  </a:cubicBezTo>
                  <a:cubicBezTo>
                    <a:pt x="5199" y="2521"/>
                    <a:pt x="5042" y="2679"/>
                    <a:pt x="4821" y="2679"/>
                  </a:cubicBezTo>
                  <a:cubicBezTo>
                    <a:pt x="4632" y="2679"/>
                    <a:pt x="4475" y="2521"/>
                    <a:pt x="4475" y="2332"/>
                  </a:cubicBezTo>
                  <a:cubicBezTo>
                    <a:pt x="4475" y="2175"/>
                    <a:pt x="4632" y="1954"/>
                    <a:pt x="4821" y="1954"/>
                  </a:cubicBezTo>
                  <a:close/>
                  <a:moveTo>
                    <a:pt x="1041" y="4380"/>
                  </a:moveTo>
                  <a:cubicBezTo>
                    <a:pt x="1324" y="4726"/>
                    <a:pt x="1765" y="4947"/>
                    <a:pt x="2269" y="4947"/>
                  </a:cubicBezTo>
                  <a:cubicBezTo>
                    <a:pt x="2238" y="5388"/>
                    <a:pt x="1891" y="5703"/>
                    <a:pt x="1482" y="5703"/>
                  </a:cubicBezTo>
                  <a:cubicBezTo>
                    <a:pt x="1104" y="5703"/>
                    <a:pt x="726" y="5357"/>
                    <a:pt x="726" y="4947"/>
                  </a:cubicBezTo>
                  <a:cubicBezTo>
                    <a:pt x="726" y="4726"/>
                    <a:pt x="852" y="4474"/>
                    <a:pt x="1041" y="4380"/>
                  </a:cubicBezTo>
                  <a:close/>
                  <a:moveTo>
                    <a:pt x="5262" y="1"/>
                  </a:moveTo>
                  <a:cubicBezTo>
                    <a:pt x="4916" y="473"/>
                    <a:pt x="4412" y="820"/>
                    <a:pt x="3845" y="1009"/>
                  </a:cubicBezTo>
                  <a:cubicBezTo>
                    <a:pt x="3466" y="1166"/>
                    <a:pt x="3057" y="1229"/>
                    <a:pt x="2679" y="1229"/>
                  </a:cubicBezTo>
                  <a:cubicBezTo>
                    <a:pt x="2553" y="1229"/>
                    <a:pt x="2427" y="1229"/>
                    <a:pt x="2301" y="1166"/>
                  </a:cubicBezTo>
                  <a:cubicBezTo>
                    <a:pt x="2301" y="1292"/>
                    <a:pt x="2269" y="1450"/>
                    <a:pt x="2269" y="1576"/>
                  </a:cubicBezTo>
                  <a:lnTo>
                    <a:pt x="2269" y="1923"/>
                  </a:lnTo>
                  <a:cubicBezTo>
                    <a:pt x="1450" y="1923"/>
                    <a:pt x="726" y="2584"/>
                    <a:pt x="726" y="3435"/>
                  </a:cubicBezTo>
                  <a:lnTo>
                    <a:pt x="726" y="3624"/>
                  </a:lnTo>
                  <a:cubicBezTo>
                    <a:pt x="253" y="3907"/>
                    <a:pt x="1" y="4380"/>
                    <a:pt x="1" y="4915"/>
                  </a:cubicBezTo>
                  <a:cubicBezTo>
                    <a:pt x="1" y="5735"/>
                    <a:pt x="663" y="6428"/>
                    <a:pt x="1482" y="6428"/>
                  </a:cubicBezTo>
                  <a:cubicBezTo>
                    <a:pt x="1507" y="6429"/>
                    <a:pt x="1533" y="6430"/>
                    <a:pt x="1558" y="6430"/>
                  </a:cubicBezTo>
                  <a:cubicBezTo>
                    <a:pt x="2033" y="6430"/>
                    <a:pt x="2473" y="6156"/>
                    <a:pt x="2742" y="5798"/>
                  </a:cubicBezTo>
                  <a:cubicBezTo>
                    <a:pt x="3466" y="7089"/>
                    <a:pt x="4790" y="7940"/>
                    <a:pt x="6365" y="7940"/>
                  </a:cubicBezTo>
                  <a:cubicBezTo>
                    <a:pt x="6554" y="7940"/>
                    <a:pt x="6775" y="7940"/>
                    <a:pt x="6932" y="7908"/>
                  </a:cubicBezTo>
                  <a:cubicBezTo>
                    <a:pt x="6806" y="7562"/>
                    <a:pt x="6712" y="7184"/>
                    <a:pt x="6712" y="6837"/>
                  </a:cubicBezTo>
                  <a:lnTo>
                    <a:pt x="6712" y="5672"/>
                  </a:lnTo>
                  <a:cubicBezTo>
                    <a:pt x="6617" y="5703"/>
                    <a:pt x="6491" y="5703"/>
                    <a:pt x="6365" y="5703"/>
                  </a:cubicBezTo>
                  <a:cubicBezTo>
                    <a:pt x="5861" y="5703"/>
                    <a:pt x="5388" y="5514"/>
                    <a:pt x="5073" y="5168"/>
                  </a:cubicBezTo>
                  <a:cubicBezTo>
                    <a:pt x="4916" y="5010"/>
                    <a:pt x="4916" y="4758"/>
                    <a:pt x="5073" y="4632"/>
                  </a:cubicBezTo>
                  <a:cubicBezTo>
                    <a:pt x="5152" y="4553"/>
                    <a:pt x="5247" y="4514"/>
                    <a:pt x="5337" y="4514"/>
                  </a:cubicBezTo>
                  <a:cubicBezTo>
                    <a:pt x="5428" y="4514"/>
                    <a:pt x="5514" y="4553"/>
                    <a:pt x="5577" y="4632"/>
                  </a:cubicBezTo>
                  <a:cubicBezTo>
                    <a:pt x="5792" y="4847"/>
                    <a:pt x="6080" y="4959"/>
                    <a:pt x="6371" y="4959"/>
                  </a:cubicBezTo>
                  <a:cubicBezTo>
                    <a:pt x="6507" y="4959"/>
                    <a:pt x="6644" y="4934"/>
                    <a:pt x="6775" y="4884"/>
                  </a:cubicBezTo>
                  <a:lnTo>
                    <a:pt x="6775" y="1923"/>
                  </a:lnTo>
                  <a:cubicBezTo>
                    <a:pt x="5892" y="1765"/>
                    <a:pt x="5262" y="977"/>
                    <a:pt x="5262" y="127"/>
                  </a:cubicBezTo>
                  <a:lnTo>
                    <a:pt x="5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53"/>
            <p:cNvSpPr/>
            <p:nvPr/>
          </p:nvSpPr>
          <p:spPr>
            <a:xfrm>
              <a:off x="-55837575" y="3198925"/>
              <a:ext cx="167800" cy="298525"/>
            </a:xfrm>
            <a:custGeom>
              <a:avLst/>
              <a:gdLst/>
              <a:ahLst/>
              <a:cxnLst/>
              <a:rect l="l" t="t" r="r" b="b"/>
              <a:pathLst>
                <a:path w="6712" h="11941" extrusionOk="0">
                  <a:moveTo>
                    <a:pt x="5672" y="6900"/>
                  </a:moveTo>
                  <a:cubicBezTo>
                    <a:pt x="5861" y="6994"/>
                    <a:pt x="5987" y="7246"/>
                    <a:pt x="5987" y="7467"/>
                  </a:cubicBezTo>
                  <a:cubicBezTo>
                    <a:pt x="5987" y="7908"/>
                    <a:pt x="5672" y="8223"/>
                    <a:pt x="5231" y="8223"/>
                  </a:cubicBezTo>
                  <a:cubicBezTo>
                    <a:pt x="4821" y="8223"/>
                    <a:pt x="4443" y="7877"/>
                    <a:pt x="4443" y="7467"/>
                  </a:cubicBezTo>
                  <a:cubicBezTo>
                    <a:pt x="4916" y="7467"/>
                    <a:pt x="5388" y="7246"/>
                    <a:pt x="5672" y="6900"/>
                  </a:cubicBezTo>
                  <a:close/>
                  <a:moveTo>
                    <a:pt x="1" y="0"/>
                  </a:moveTo>
                  <a:lnTo>
                    <a:pt x="1" y="2584"/>
                  </a:lnTo>
                  <a:cubicBezTo>
                    <a:pt x="1" y="3214"/>
                    <a:pt x="505" y="3686"/>
                    <a:pt x="1104" y="3686"/>
                  </a:cubicBezTo>
                  <a:cubicBezTo>
                    <a:pt x="1293" y="3686"/>
                    <a:pt x="1450" y="3844"/>
                    <a:pt x="1450" y="4064"/>
                  </a:cubicBezTo>
                  <a:lnTo>
                    <a:pt x="1450" y="9294"/>
                  </a:lnTo>
                  <a:cubicBezTo>
                    <a:pt x="1450" y="10743"/>
                    <a:pt x="2647" y="11941"/>
                    <a:pt x="4065" y="11941"/>
                  </a:cubicBezTo>
                  <a:lnTo>
                    <a:pt x="4412" y="11941"/>
                  </a:lnTo>
                  <a:lnTo>
                    <a:pt x="4412" y="8790"/>
                  </a:lnTo>
                  <a:cubicBezTo>
                    <a:pt x="4632" y="8885"/>
                    <a:pt x="4916" y="8979"/>
                    <a:pt x="5199" y="8979"/>
                  </a:cubicBezTo>
                  <a:cubicBezTo>
                    <a:pt x="6018" y="8979"/>
                    <a:pt x="6680" y="8318"/>
                    <a:pt x="6680" y="7467"/>
                  </a:cubicBezTo>
                  <a:cubicBezTo>
                    <a:pt x="6711" y="6931"/>
                    <a:pt x="6396" y="6459"/>
                    <a:pt x="5987" y="6175"/>
                  </a:cubicBezTo>
                  <a:lnTo>
                    <a:pt x="5987" y="5986"/>
                  </a:lnTo>
                  <a:cubicBezTo>
                    <a:pt x="5987" y="5167"/>
                    <a:pt x="5262" y="4474"/>
                    <a:pt x="4443" y="4474"/>
                  </a:cubicBezTo>
                  <a:lnTo>
                    <a:pt x="4443" y="4127"/>
                  </a:lnTo>
                  <a:cubicBezTo>
                    <a:pt x="4443" y="1891"/>
                    <a:pt x="2584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53"/>
            <p:cNvSpPr/>
            <p:nvPr/>
          </p:nvSpPr>
          <p:spPr>
            <a:xfrm>
              <a:off x="-55931300" y="3435200"/>
              <a:ext cx="194575" cy="81175"/>
            </a:xfrm>
            <a:custGeom>
              <a:avLst/>
              <a:gdLst/>
              <a:ahLst/>
              <a:cxnLst/>
              <a:rect l="l" t="t" r="r" b="b"/>
              <a:pathLst>
                <a:path w="7783" h="3247" extrusionOk="0">
                  <a:moveTo>
                    <a:pt x="347" y="1"/>
                  </a:moveTo>
                  <a:cubicBezTo>
                    <a:pt x="221" y="64"/>
                    <a:pt x="127" y="127"/>
                    <a:pt x="1" y="158"/>
                  </a:cubicBezTo>
                  <a:lnTo>
                    <a:pt x="1" y="2899"/>
                  </a:lnTo>
                  <a:cubicBezTo>
                    <a:pt x="1" y="3088"/>
                    <a:pt x="158" y="3246"/>
                    <a:pt x="347" y="3246"/>
                  </a:cubicBezTo>
                  <a:lnTo>
                    <a:pt x="7627" y="3246"/>
                  </a:lnTo>
                  <a:cubicBezTo>
                    <a:pt x="6551" y="3216"/>
                    <a:pt x="5551" y="2574"/>
                    <a:pt x="5010" y="1702"/>
                  </a:cubicBezTo>
                  <a:cubicBezTo>
                    <a:pt x="4727" y="1734"/>
                    <a:pt x="4411" y="1765"/>
                    <a:pt x="4096" y="1765"/>
                  </a:cubicBezTo>
                  <a:cubicBezTo>
                    <a:pt x="2584" y="1765"/>
                    <a:pt x="1229" y="1040"/>
                    <a:pt x="347" y="1"/>
                  </a:cubicBezTo>
                  <a:close/>
                  <a:moveTo>
                    <a:pt x="7627" y="3246"/>
                  </a:moveTo>
                  <a:cubicBezTo>
                    <a:pt x="7653" y="3246"/>
                    <a:pt x="7679" y="3247"/>
                    <a:pt x="7705" y="3247"/>
                  </a:cubicBezTo>
                  <a:cubicBezTo>
                    <a:pt x="7731" y="3247"/>
                    <a:pt x="7757" y="3246"/>
                    <a:pt x="7783" y="3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53"/>
            <p:cNvSpPr/>
            <p:nvPr/>
          </p:nvSpPr>
          <p:spPr>
            <a:xfrm>
              <a:off x="-55927350" y="3202850"/>
              <a:ext cx="70900" cy="71200"/>
            </a:xfrm>
            <a:custGeom>
              <a:avLst/>
              <a:gdLst/>
              <a:ahLst/>
              <a:cxnLst/>
              <a:rect l="l" t="t" r="r" b="b"/>
              <a:pathLst>
                <a:path w="2836" h="2848" extrusionOk="0">
                  <a:moveTo>
                    <a:pt x="2836" y="1"/>
                  </a:moveTo>
                  <a:cubicBezTo>
                    <a:pt x="1450" y="379"/>
                    <a:pt x="378" y="1482"/>
                    <a:pt x="0" y="2836"/>
                  </a:cubicBezTo>
                  <a:cubicBezTo>
                    <a:pt x="85" y="2843"/>
                    <a:pt x="170" y="2847"/>
                    <a:pt x="255" y="2847"/>
                  </a:cubicBezTo>
                  <a:cubicBezTo>
                    <a:pt x="548" y="2847"/>
                    <a:pt x="841" y="2801"/>
                    <a:pt x="1135" y="2679"/>
                  </a:cubicBezTo>
                  <a:cubicBezTo>
                    <a:pt x="2111" y="2332"/>
                    <a:pt x="2804" y="1324"/>
                    <a:pt x="2836" y="284"/>
                  </a:cubicBezTo>
                  <a:lnTo>
                    <a:pt x="2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4" name="Google Shape;2424;p53"/>
          <p:cNvGrpSpPr/>
          <p:nvPr/>
        </p:nvGrpSpPr>
        <p:grpSpPr>
          <a:xfrm>
            <a:off x="4437895" y="3147308"/>
            <a:ext cx="357226" cy="357367"/>
            <a:chOff x="-55987225" y="3591025"/>
            <a:chExt cx="317450" cy="317575"/>
          </a:xfrm>
        </p:grpSpPr>
        <p:sp>
          <p:nvSpPr>
            <p:cNvPr id="2425" name="Google Shape;2425;p53"/>
            <p:cNvSpPr/>
            <p:nvPr/>
          </p:nvSpPr>
          <p:spPr>
            <a:xfrm>
              <a:off x="-55950200" y="3740025"/>
              <a:ext cx="204800" cy="168575"/>
            </a:xfrm>
            <a:custGeom>
              <a:avLst/>
              <a:gdLst/>
              <a:ahLst/>
              <a:cxnLst/>
              <a:rect l="l" t="t" r="r" b="b"/>
              <a:pathLst>
                <a:path w="8192" h="6743" extrusionOk="0">
                  <a:moveTo>
                    <a:pt x="2647" y="756"/>
                  </a:moveTo>
                  <a:cubicBezTo>
                    <a:pt x="2836" y="756"/>
                    <a:pt x="2994" y="914"/>
                    <a:pt x="2994" y="1103"/>
                  </a:cubicBezTo>
                  <a:cubicBezTo>
                    <a:pt x="2994" y="1323"/>
                    <a:pt x="2836" y="1449"/>
                    <a:pt x="2647" y="1449"/>
                  </a:cubicBezTo>
                  <a:cubicBezTo>
                    <a:pt x="2458" y="1449"/>
                    <a:pt x="2301" y="1323"/>
                    <a:pt x="2301" y="1103"/>
                  </a:cubicBezTo>
                  <a:cubicBezTo>
                    <a:pt x="2238" y="914"/>
                    <a:pt x="2395" y="756"/>
                    <a:pt x="2647" y="756"/>
                  </a:cubicBezTo>
                  <a:close/>
                  <a:moveTo>
                    <a:pt x="5609" y="756"/>
                  </a:moveTo>
                  <a:cubicBezTo>
                    <a:pt x="5798" y="756"/>
                    <a:pt x="5955" y="914"/>
                    <a:pt x="5955" y="1103"/>
                  </a:cubicBezTo>
                  <a:cubicBezTo>
                    <a:pt x="5955" y="1323"/>
                    <a:pt x="5798" y="1449"/>
                    <a:pt x="5609" y="1449"/>
                  </a:cubicBezTo>
                  <a:cubicBezTo>
                    <a:pt x="5388" y="1449"/>
                    <a:pt x="5262" y="1323"/>
                    <a:pt x="5262" y="1103"/>
                  </a:cubicBezTo>
                  <a:cubicBezTo>
                    <a:pt x="5231" y="914"/>
                    <a:pt x="5388" y="756"/>
                    <a:pt x="5609" y="756"/>
                  </a:cubicBezTo>
                  <a:close/>
                  <a:moveTo>
                    <a:pt x="5160" y="3316"/>
                  </a:moveTo>
                  <a:cubicBezTo>
                    <a:pt x="5254" y="3316"/>
                    <a:pt x="5341" y="3355"/>
                    <a:pt x="5388" y="3434"/>
                  </a:cubicBezTo>
                  <a:cubicBezTo>
                    <a:pt x="5546" y="3592"/>
                    <a:pt x="5546" y="3812"/>
                    <a:pt x="5388" y="3938"/>
                  </a:cubicBezTo>
                  <a:cubicBezTo>
                    <a:pt x="5041" y="4285"/>
                    <a:pt x="4569" y="4505"/>
                    <a:pt x="4065" y="4505"/>
                  </a:cubicBezTo>
                  <a:cubicBezTo>
                    <a:pt x="3561" y="4505"/>
                    <a:pt x="3088" y="4285"/>
                    <a:pt x="2773" y="3938"/>
                  </a:cubicBezTo>
                  <a:cubicBezTo>
                    <a:pt x="2616" y="3781"/>
                    <a:pt x="2616" y="3560"/>
                    <a:pt x="2773" y="3434"/>
                  </a:cubicBezTo>
                  <a:cubicBezTo>
                    <a:pt x="2868" y="3355"/>
                    <a:pt x="2970" y="3316"/>
                    <a:pt x="3065" y="3316"/>
                  </a:cubicBezTo>
                  <a:cubicBezTo>
                    <a:pt x="3159" y="3316"/>
                    <a:pt x="3246" y="3355"/>
                    <a:pt x="3309" y="3434"/>
                  </a:cubicBezTo>
                  <a:cubicBezTo>
                    <a:pt x="3529" y="3655"/>
                    <a:pt x="3813" y="3765"/>
                    <a:pt x="4096" y="3765"/>
                  </a:cubicBezTo>
                  <a:cubicBezTo>
                    <a:pt x="4380" y="3765"/>
                    <a:pt x="4663" y="3655"/>
                    <a:pt x="4884" y="3434"/>
                  </a:cubicBezTo>
                  <a:cubicBezTo>
                    <a:pt x="4963" y="3355"/>
                    <a:pt x="5065" y="3316"/>
                    <a:pt x="5160" y="3316"/>
                  </a:cubicBezTo>
                  <a:close/>
                  <a:moveTo>
                    <a:pt x="1" y="0"/>
                  </a:moveTo>
                  <a:lnTo>
                    <a:pt x="1" y="2615"/>
                  </a:lnTo>
                  <a:cubicBezTo>
                    <a:pt x="1" y="4852"/>
                    <a:pt x="1859" y="6742"/>
                    <a:pt x="4096" y="6742"/>
                  </a:cubicBezTo>
                  <a:cubicBezTo>
                    <a:pt x="6333" y="6742"/>
                    <a:pt x="8192" y="4883"/>
                    <a:pt x="8192" y="2615"/>
                  </a:cubicBezTo>
                  <a:lnTo>
                    <a:pt x="8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53"/>
            <p:cNvSpPr/>
            <p:nvPr/>
          </p:nvSpPr>
          <p:spPr>
            <a:xfrm>
              <a:off x="-55967525" y="3591025"/>
              <a:ext cx="297750" cy="131700"/>
            </a:xfrm>
            <a:custGeom>
              <a:avLst/>
              <a:gdLst/>
              <a:ahLst/>
              <a:cxnLst/>
              <a:rect l="l" t="t" r="r" b="b"/>
              <a:pathLst>
                <a:path w="11910" h="5268" extrusionOk="0">
                  <a:moveTo>
                    <a:pt x="4810" y="0"/>
                  </a:moveTo>
                  <a:cubicBezTo>
                    <a:pt x="4730" y="0"/>
                    <a:pt x="4650" y="2"/>
                    <a:pt x="4569" y="6"/>
                  </a:cubicBezTo>
                  <a:cubicBezTo>
                    <a:pt x="1954" y="163"/>
                    <a:pt x="1" y="2463"/>
                    <a:pt x="1" y="5047"/>
                  </a:cubicBezTo>
                  <a:cubicBezTo>
                    <a:pt x="1" y="5173"/>
                    <a:pt x="64" y="5267"/>
                    <a:pt x="190" y="5267"/>
                  </a:cubicBezTo>
                  <a:lnTo>
                    <a:pt x="2994" y="5267"/>
                  </a:lnTo>
                  <a:lnTo>
                    <a:pt x="2994" y="4920"/>
                  </a:lnTo>
                  <a:cubicBezTo>
                    <a:pt x="2994" y="4259"/>
                    <a:pt x="3498" y="3818"/>
                    <a:pt x="4096" y="3818"/>
                  </a:cubicBezTo>
                  <a:lnTo>
                    <a:pt x="5577" y="3818"/>
                  </a:lnTo>
                  <a:cubicBezTo>
                    <a:pt x="6207" y="3818"/>
                    <a:pt x="6680" y="4322"/>
                    <a:pt x="6680" y="4920"/>
                  </a:cubicBezTo>
                  <a:lnTo>
                    <a:pt x="6680" y="5267"/>
                  </a:lnTo>
                  <a:lnTo>
                    <a:pt x="11563" y="5267"/>
                  </a:lnTo>
                  <a:cubicBezTo>
                    <a:pt x="11752" y="5267"/>
                    <a:pt x="11909" y="5110"/>
                    <a:pt x="11909" y="4920"/>
                  </a:cubicBezTo>
                  <a:cubicBezTo>
                    <a:pt x="11909" y="4637"/>
                    <a:pt x="11752" y="4479"/>
                    <a:pt x="11563" y="4479"/>
                  </a:cubicBezTo>
                  <a:lnTo>
                    <a:pt x="9673" y="4479"/>
                  </a:lnTo>
                  <a:cubicBezTo>
                    <a:pt x="9489" y="1943"/>
                    <a:pt x="7380" y="0"/>
                    <a:pt x="4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53"/>
            <p:cNvSpPr/>
            <p:nvPr/>
          </p:nvSpPr>
          <p:spPr>
            <a:xfrm>
              <a:off x="-55875375" y="3703000"/>
              <a:ext cx="55950" cy="17350"/>
            </a:xfrm>
            <a:custGeom>
              <a:avLst/>
              <a:gdLst/>
              <a:ahLst/>
              <a:cxnLst/>
              <a:rect l="l" t="t" r="r" b="b"/>
              <a:pathLst>
                <a:path w="223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4"/>
                  </a:lnTo>
                  <a:lnTo>
                    <a:pt x="2238" y="694"/>
                  </a:lnTo>
                  <a:lnTo>
                    <a:pt x="2238" y="347"/>
                  </a:lnTo>
                  <a:cubicBezTo>
                    <a:pt x="2238" y="158"/>
                    <a:pt x="2080" y="0"/>
                    <a:pt x="18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53"/>
            <p:cNvSpPr/>
            <p:nvPr/>
          </p:nvSpPr>
          <p:spPr>
            <a:xfrm>
              <a:off x="-55987225" y="3746325"/>
              <a:ext cx="18150" cy="63825"/>
            </a:xfrm>
            <a:custGeom>
              <a:avLst/>
              <a:gdLst/>
              <a:ahLst/>
              <a:cxnLst/>
              <a:rect l="l" t="t" r="r" b="b"/>
              <a:pathLst>
                <a:path w="726" h="2553" extrusionOk="0">
                  <a:moveTo>
                    <a:pt x="726" y="0"/>
                  </a:moveTo>
                  <a:cubicBezTo>
                    <a:pt x="253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26" y="2552"/>
                  </a:cubicBezTo>
                  <a:lnTo>
                    <a:pt x="7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53"/>
            <p:cNvSpPr/>
            <p:nvPr/>
          </p:nvSpPr>
          <p:spPr>
            <a:xfrm>
              <a:off x="-55725725" y="37455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269"/>
                    <a:pt x="757" y="1796"/>
                    <a:pt x="757" y="1229"/>
                  </a:cubicBezTo>
                  <a:cubicBezTo>
                    <a:pt x="757" y="725"/>
                    <a:pt x="442" y="253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0" name="Google Shape;2430;p53"/>
          <p:cNvGrpSpPr/>
          <p:nvPr/>
        </p:nvGrpSpPr>
        <p:grpSpPr>
          <a:xfrm>
            <a:off x="6908308" y="3175815"/>
            <a:ext cx="358999" cy="358999"/>
            <a:chOff x="-55988800" y="3982600"/>
            <a:chExt cx="319025" cy="319025"/>
          </a:xfrm>
        </p:grpSpPr>
        <p:sp>
          <p:nvSpPr>
            <p:cNvPr id="2431" name="Google Shape;2431;p53"/>
            <p:cNvSpPr/>
            <p:nvPr/>
          </p:nvSpPr>
          <p:spPr>
            <a:xfrm>
              <a:off x="-55791875" y="3982600"/>
              <a:ext cx="102400" cy="102425"/>
            </a:xfrm>
            <a:custGeom>
              <a:avLst/>
              <a:gdLst/>
              <a:ahLst/>
              <a:cxnLst/>
              <a:rect l="l" t="t" r="r" b="b"/>
              <a:pathLst>
                <a:path w="4096" h="4097" extrusionOk="0">
                  <a:moveTo>
                    <a:pt x="1859" y="1"/>
                  </a:moveTo>
                  <a:cubicBezTo>
                    <a:pt x="1071" y="1"/>
                    <a:pt x="410" y="379"/>
                    <a:pt x="0" y="977"/>
                  </a:cubicBezTo>
                  <a:cubicBezTo>
                    <a:pt x="1512" y="1450"/>
                    <a:pt x="2647" y="2647"/>
                    <a:pt x="3119" y="4096"/>
                  </a:cubicBezTo>
                  <a:cubicBezTo>
                    <a:pt x="3718" y="3687"/>
                    <a:pt x="4096" y="3025"/>
                    <a:pt x="4096" y="2237"/>
                  </a:cubicBezTo>
                  <a:cubicBezTo>
                    <a:pt x="4096" y="1009"/>
                    <a:pt x="3119" y="1"/>
                    <a:pt x="1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53"/>
            <p:cNvSpPr/>
            <p:nvPr/>
          </p:nvSpPr>
          <p:spPr>
            <a:xfrm>
              <a:off x="-55969100" y="3982600"/>
              <a:ext cx="102400" cy="102425"/>
            </a:xfrm>
            <a:custGeom>
              <a:avLst/>
              <a:gdLst/>
              <a:ahLst/>
              <a:cxnLst/>
              <a:rect l="l" t="t" r="r" b="b"/>
              <a:pathLst>
                <a:path w="4096" h="4097" extrusionOk="0">
                  <a:moveTo>
                    <a:pt x="2269" y="1"/>
                  </a:moveTo>
                  <a:cubicBezTo>
                    <a:pt x="1040" y="1"/>
                    <a:pt x="1" y="977"/>
                    <a:pt x="1" y="2237"/>
                  </a:cubicBezTo>
                  <a:cubicBezTo>
                    <a:pt x="1" y="2994"/>
                    <a:pt x="410" y="3687"/>
                    <a:pt x="1009" y="4096"/>
                  </a:cubicBezTo>
                  <a:cubicBezTo>
                    <a:pt x="1481" y="2647"/>
                    <a:pt x="2647" y="1450"/>
                    <a:pt x="4096" y="977"/>
                  </a:cubicBezTo>
                  <a:cubicBezTo>
                    <a:pt x="3718" y="379"/>
                    <a:pt x="3057" y="1"/>
                    <a:pt x="22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53"/>
            <p:cNvSpPr/>
            <p:nvPr/>
          </p:nvSpPr>
          <p:spPr>
            <a:xfrm>
              <a:off x="-55819450" y="40212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32" y="0"/>
                  </a:moveTo>
                  <a:lnTo>
                    <a:pt x="32" y="1103"/>
                  </a:lnTo>
                  <a:cubicBezTo>
                    <a:pt x="1" y="2521"/>
                    <a:pt x="1198" y="3686"/>
                    <a:pt x="2615" y="3686"/>
                  </a:cubicBezTo>
                  <a:lnTo>
                    <a:pt x="3718" y="3686"/>
                  </a:lnTo>
                  <a:cubicBezTo>
                    <a:pt x="3529" y="1733"/>
                    <a:pt x="1985" y="158"/>
                    <a:pt x="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53"/>
            <p:cNvSpPr/>
            <p:nvPr/>
          </p:nvSpPr>
          <p:spPr>
            <a:xfrm>
              <a:off x="-55930500" y="40212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3718" y="0"/>
                  </a:moveTo>
                  <a:cubicBezTo>
                    <a:pt x="1733" y="158"/>
                    <a:pt x="158" y="1733"/>
                    <a:pt x="0" y="3686"/>
                  </a:cubicBezTo>
                  <a:lnTo>
                    <a:pt x="1103" y="3686"/>
                  </a:lnTo>
                  <a:cubicBezTo>
                    <a:pt x="2552" y="3686"/>
                    <a:pt x="3718" y="2521"/>
                    <a:pt x="3718" y="1103"/>
                  </a:cubicBezTo>
                  <a:lnTo>
                    <a:pt x="37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53"/>
            <p:cNvSpPr/>
            <p:nvPr/>
          </p:nvSpPr>
          <p:spPr>
            <a:xfrm>
              <a:off x="-55988800" y="4086575"/>
              <a:ext cx="319025" cy="215050"/>
            </a:xfrm>
            <a:custGeom>
              <a:avLst/>
              <a:gdLst/>
              <a:ahLst/>
              <a:cxnLst/>
              <a:rect l="l" t="t" r="r" b="b"/>
              <a:pathLst>
                <a:path w="12761" h="8602" extrusionOk="0">
                  <a:moveTo>
                    <a:pt x="4884" y="2584"/>
                  </a:moveTo>
                  <a:cubicBezTo>
                    <a:pt x="5105" y="2584"/>
                    <a:pt x="5262" y="2741"/>
                    <a:pt x="5262" y="2930"/>
                  </a:cubicBezTo>
                  <a:cubicBezTo>
                    <a:pt x="5262" y="3119"/>
                    <a:pt x="5105" y="3277"/>
                    <a:pt x="4884" y="3277"/>
                  </a:cubicBezTo>
                  <a:cubicBezTo>
                    <a:pt x="4695" y="3277"/>
                    <a:pt x="4538" y="3151"/>
                    <a:pt x="4538" y="2930"/>
                  </a:cubicBezTo>
                  <a:cubicBezTo>
                    <a:pt x="4538" y="2741"/>
                    <a:pt x="4695" y="2584"/>
                    <a:pt x="4884" y="2584"/>
                  </a:cubicBezTo>
                  <a:close/>
                  <a:moveTo>
                    <a:pt x="7877" y="2615"/>
                  </a:moveTo>
                  <a:cubicBezTo>
                    <a:pt x="8098" y="2615"/>
                    <a:pt x="8255" y="2773"/>
                    <a:pt x="8255" y="2962"/>
                  </a:cubicBezTo>
                  <a:cubicBezTo>
                    <a:pt x="8287" y="3151"/>
                    <a:pt x="8129" y="3308"/>
                    <a:pt x="7877" y="3308"/>
                  </a:cubicBezTo>
                  <a:cubicBezTo>
                    <a:pt x="7688" y="3308"/>
                    <a:pt x="7531" y="3151"/>
                    <a:pt x="7531" y="2962"/>
                  </a:cubicBezTo>
                  <a:cubicBezTo>
                    <a:pt x="7531" y="2773"/>
                    <a:pt x="7688" y="2615"/>
                    <a:pt x="7877" y="2615"/>
                  </a:cubicBezTo>
                  <a:close/>
                  <a:moveTo>
                    <a:pt x="1104" y="4222"/>
                  </a:moveTo>
                  <a:cubicBezTo>
                    <a:pt x="1387" y="4568"/>
                    <a:pt x="1828" y="4820"/>
                    <a:pt x="2332" y="4820"/>
                  </a:cubicBezTo>
                  <a:cubicBezTo>
                    <a:pt x="2301" y="5199"/>
                    <a:pt x="1954" y="5577"/>
                    <a:pt x="1545" y="5577"/>
                  </a:cubicBezTo>
                  <a:cubicBezTo>
                    <a:pt x="1167" y="5577"/>
                    <a:pt x="789" y="5199"/>
                    <a:pt x="789" y="4820"/>
                  </a:cubicBezTo>
                  <a:cubicBezTo>
                    <a:pt x="789" y="4568"/>
                    <a:pt x="915" y="4348"/>
                    <a:pt x="1104" y="4222"/>
                  </a:cubicBezTo>
                  <a:close/>
                  <a:moveTo>
                    <a:pt x="11721" y="4222"/>
                  </a:moveTo>
                  <a:cubicBezTo>
                    <a:pt x="11910" y="4348"/>
                    <a:pt x="12036" y="4568"/>
                    <a:pt x="12036" y="4820"/>
                  </a:cubicBezTo>
                  <a:cubicBezTo>
                    <a:pt x="12036" y="5199"/>
                    <a:pt x="11721" y="5577"/>
                    <a:pt x="11280" y="5577"/>
                  </a:cubicBezTo>
                  <a:cubicBezTo>
                    <a:pt x="10870" y="5577"/>
                    <a:pt x="10492" y="5199"/>
                    <a:pt x="10492" y="4820"/>
                  </a:cubicBezTo>
                  <a:cubicBezTo>
                    <a:pt x="10965" y="4820"/>
                    <a:pt x="11437" y="4568"/>
                    <a:pt x="11721" y="4222"/>
                  </a:cubicBezTo>
                  <a:close/>
                  <a:moveTo>
                    <a:pt x="7460" y="5143"/>
                  </a:moveTo>
                  <a:cubicBezTo>
                    <a:pt x="7554" y="5143"/>
                    <a:pt x="7641" y="5183"/>
                    <a:pt x="7688" y="5262"/>
                  </a:cubicBezTo>
                  <a:cubicBezTo>
                    <a:pt x="7877" y="5356"/>
                    <a:pt x="7877" y="5608"/>
                    <a:pt x="7720" y="5766"/>
                  </a:cubicBezTo>
                  <a:cubicBezTo>
                    <a:pt x="7373" y="6112"/>
                    <a:pt x="6901" y="6301"/>
                    <a:pt x="6396" y="6301"/>
                  </a:cubicBezTo>
                  <a:cubicBezTo>
                    <a:pt x="5892" y="6301"/>
                    <a:pt x="5420" y="6112"/>
                    <a:pt x="5105" y="5766"/>
                  </a:cubicBezTo>
                  <a:cubicBezTo>
                    <a:pt x="4947" y="5608"/>
                    <a:pt x="4947" y="5356"/>
                    <a:pt x="5105" y="5262"/>
                  </a:cubicBezTo>
                  <a:cubicBezTo>
                    <a:pt x="5184" y="5183"/>
                    <a:pt x="5278" y="5143"/>
                    <a:pt x="5369" y="5143"/>
                  </a:cubicBezTo>
                  <a:cubicBezTo>
                    <a:pt x="5459" y="5143"/>
                    <a:pt x="5546" y="5183"/>
                    <a:pt x="5609" y="5262"/>
                  </a:cubicBezTo>
                  <a:cubicBezTo>
                    <a:pt x="5829" y="5466"/>
                    <a:pt x="6113" y="5569"/>
                    <a:pt x="6396" y="5569"/>
                  </a:cubicBezTo>
                  <a:cubicBezTo>
                    <a:pt x="6680" y="5569"/>
                    <a:pt x="6964" y="5466"/>
                    <a:pt x="7184" y="5262"/>
                  </a:cubicBezTo>
                  <a:cubicBezTo>
                    <a:pt x="7263" y="5183"/>
                    <a:pt x="7365" y="5143"/>
                    <a:pt x="7460" y="5143"/>
                  </a:cubicBezTo>
                  <a:close/>
                  <a:moveTo>
                    <a:pt x="6396" y="0"/>
                  </a:moveTo>
                  <a:cubicBezTo>
                    <a:pt x="5829" y="1071"/>
                    <a:pt x="4695" y="1828"/>
                    <a:pt x="3403" y="1828"/>
                  </a:cubicBezTo>
                  <a:lnTo>
                    <a:pt x="2301" y="1828"/>
                  </a:lnTo>
                  <a:cubicBezTo>
                    <a:pt x="1482" y="1828"/>
                    <a:pt x="757" y="2489"/>
                    <a:pt x="757" y="3308"/>
                  </a:cubicBezTo>
                  <a:lnTo>
                    <a:pt x="757" y="3529"/>
                  </a:lnTo>
                  <a:cubicBezTo>
                    <a:pt x="284" y="3781"/>
                    <a:pt x="1" y="4253"/>
                    <a:pt x="1" y="4820"/>
                  </a:cubicBezTo>
                  <a:cubicBezTo>
                    <a:pt x="1" y="5640"/>
                    <a:pt x="694" y="6301"/>
                    <a:pt x="1513" y="6301"/>
                  </a:cubicBezTo>
                  <a:cubicBezTo>
                    <a:pt x="1891" y="6301"/>
                    <a:pt x="2301" y="6144"/>
                    <a:pt x="2521" y="5923"/>
                  </a:cubicBezTo>
                  <a:cubicBezTo>
                    <a:pt x="3120" y="7467"/>
                    <a:pt x="4632" y="8601"/>
                    <a:pt x="6365" y="8601"/>
                  </a:cubicBezTo>
                  <a:cubicBezTo>
                    <a:pt x="8098" y="8601"/>
                    <a:pt x="9578" y="7467"/>
                    <a:pt x="10177" y="5923"/>
                  </a:cubicBezTo>
                  <a:cubicBezTo>
                    <a:pt x="10461" y="6144"/>
                    <a:pt x="10807" y="6301"/>
                    <a:pt x="11185" y="6301"/>
                  </a:cubicBezTo>
                  <a:cubicBezTo>
                    <a:pt x="12036" y="6301"/>
                    <a:pt x="12697" y="5640"/>
                    <a:pt x="12697" y="4820"/>
                  </a:cubicBezTo>
                  <a:cubicBezTo>
                    <a:pt x="12760" y="4253"/>
                    <a:pt x="12445" y="3749"/>
                    <a:pt x="12036" y="3529"/>
                  </a:cubicBezTo>
                  <a:lnTo>
                    <a:pt x="12036" y="3308"/>
                  </a:lnTo>
                  <a:cubicBezTo>
                    <a:pt x="12036" y="2489"/>
                    <a:pt x="11311" y="1828"/>
                    <a:pt x="10492" y="1828"/>
                  </a:cubicBezTo>
                  <a:lnTo>
                    <a:pt x="9389" y="1828"/>
                  </a:lnTo>
                  <a:cubicBezTo>
                    <a:pt x="8098" y="1828"/>
                    <a:pt x="6932" y="1071"/>
                    <a:pt x="63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6" name="Google Shape;2436;p53"/>
          <p:cNvGrpSpPr/>
          <p:nvPr/>
        </p:nvGrpSpPr>
        <p:grpSpPr>
          <a:xfrm>
            <a:off x="1883050" y="3144800"/>
            <a:ext cx="358099" cy="358099"/>
            <a:chOff x="-57568775" y="3198925"/>
            <a:chExt cx="318225" cy="318225"/>
          </a:xfrm>
        </p:grpSpPr>
        <p:sp>
          <p:nvSpPr>
            <p:cNvPr id="2437" name="Google Shape;2437;p53"/>
            <p:cNvSpPr/>
            <p:nvPr/>
          </p:nvSpPr>
          <p:spPr>
            <a:xfrm>
              <a:off x="-57530950" y="337377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84"/>
                    <a:pt x="0" y="725"/>
                    <a:pt x="0" y="1261"/>
                  </a:cubicBezTo>
                  <a:lnTo>
                    <a:pt x="0" y="1324"/>
                  </a:lnTo>
                  <a:cubicBezTo>
                    <a:pt x="0" y="1859"/>
                    <a:pt x="315" y="2332"/>
                    <a:pt x="725" y="2584"/>
                  </a:cubicBezTo>
                  <a:lnTo>
                    <a:pt x="725" y="157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53"/>
            <p:cNvSpPr/>
            <p:nvPr/>
          </p:nvSpPr>
          <p:spPr>
            <a:xfrm>
              <a:off x="-57568775" y="3406850"/>
              <a:ext cx="99275" cy="110300"/>
            </a:xfrm>
            <a:custGeom>
              <a:avLst/>
              <a:gdLst/>
              <a:ahLst/>
              <a:cxnLst/>
              <a:rect l="l" t="t" r="r" b="b"/>
              <a:pathLst>
                <a:path w="3971" h="4412" extrusionOk="0">
                  <a:moveTo>
                    <a:pt x="757" y="1"/>
                  </a:moveTo>
                  <a:cubicBezTo>
                    <a:pt x="285" y="473"/>
                    <a:pt x="1" y="1103"/>
                    <a:pt x="1" y="1796"/>
                  </a:cubicBezTo>
                  <a:cubicBezTo>
                    <a:pt x="1" y="3246"/>
                    <a:pt x="1198" y="4411"/>
                    <a:pt x="2616" y="4411"/>
                  </a:cubicBezTo>
                  <a:cubicBezTo>
                    <a:pt x="3120" y="4411"/>
                    <a:pt x="3561" y="4254"/>
                    <a:pt x="3971" y="4002"/>
                  </a:cubicBezTo>
                  <a:cubicBezTo>
                    <a:pt x="3435" y="3561"/>
                    <a:pt x="2994" y="2962"/>
                    <a:pt x="2710" y="2363"/>
                  </a:cubicBezTo>
                  <a:lnTo>
                    <a:pt x="1891" y="1891"/>
                  </a:lnTo>
                  <a:cubicBezTo>
                    <a:pt x="1230" y="1481"/>
                    <a:pt x="789" y="788"/>
                    <a:pt x="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53"/>
            <p:cNvSpPr/>
            <p:nvPr/>
          </p:nvSpPr>
          <p:spPr>
            <a:xfrm>
              <a:off x="-57494725" y="3254850"/>
              <a:ext cx="207175" cy="262300"/>
            </a:xfrm>
            <a:custGeom>
              <a:avLst/>
              <a:gdLst/>
              <a:ahLst/>
              <a:cxnLst/>
              <a:rect l="l" t="t" r="r" b="b"/>
              <a:pathLst>
                <a:path w="8287" h="10492" extrusionOk="0">
                  <a:moveTo>
                    <a:pt x="2647" y="5293"/>
                  </a:moveTo>
                  <a:cubicBezTo>
                    <a:pt x="2836" y="5293"/>
                    <a:pt x="2993" y="5451"/>
                    <a:pt x="2993" y="5640"/>
                  </a:cubicBezTo>
                  <a:cubicBezTo>
                    <a:pt x="2993" y="5829"/>
                    <a:pt x="2836" y="5986"/>
                    <a:pt x="2647" y="5986"/>
                  </a:cubicBezTo>
                  <a:cubicBezTo>
                    <a:pt x="2628" y="5989"/>
                    <a:pt x="2609" y="5990"/>
                    <a:pt x="2592" y="5990"/>
                  </a:cubicBezTo>
                  <a:cubicBezTo>
                    <a:pt x="2400" y="5990"/>
                    <a:pt x="2269" y="5841"/>
                    <a:pt x="2269" y="5640"/>
                  </a:cubicBezTo>
                  <a:cubicBezTo>
                    <a:pt x="2269" y="5451"/>
                    <a:pt x="2426" y="5293"/>
                    <a:pt x="2647" y="5293"/>
                  </a:cubicBezTo>
                  <a:close/>
                  <a:moveTo>
                    <a:pt x="5640" y="5324"/>
                  </a:moveTo>
                  <a:cubicBezTo>
                    <a:pt x="5829" y="5324"/>
                    <a:pt x="5986" y="5482"/>
                    <a:pt x="5986" y="5671"/>
                  </a:cubicBezTo>
                  <a:cubicBezTo>
                    <a:pt x="6018" y="5860"/>
                    <a:pt x="5860" y="6018"/>
                    <a:pt x="5640" y="6018"/>
                  </a:cubicBezTo>
                  <a:cubicBezTo>
                    <a:pt x="5419" y="6018"/>
                    <a:pt x="5262" y="5860"/>
                    <a:pt x="5262" y="5671"/>
                  </a:cubicBezTo>
                  <a:cubicBezTo>
                    <a:pt x="5262" y="5482"/>
                    <a:pt x="5419" y="5324"/>
                    <a:pt x="5640" y="5324"/>
                  </a:cubicBezTo>
                  <a:close/>
                  <a:moveTo>
                    <a:pt x="5191" y="7845"/>
                  </a:moveTo>
                  <a:cubicBezTo>
                    <a:pt x="5285" y="7845"/>
                    <a:pt x="5372" y="7876"/>
                    <a:pt x="5419" y="7939"/>
                  </a:cubicBezTo>
                  <a:cubicBezTo>
                    <a:pt x="5640" y="8065"/>
                    <a:pt x="5640" y="8317"/>
                    <a:pt x="5482" y="8475"/>
                  </a:cubicBezTo>
                  <a:cubicBezTo>
                    <a:pt x="5104" y="8822"/>
                    <a:pt x="4632" y="9011"/>
                    <a:pt x="4128" y="9011"/>
                  </a:cubicBezTo>
                  <a:cubicBezTo>
                    <a:pt x="3624" y="9011"/>
                    <a:pt x="3151" y="8822"/>
                    <a:pt x="2836" y="8475"/>
                  </a:cubicBezTo>
                  <a:cubicBezTo>
                    <a:pt x="2678" y="8317"/>
                    <a:pt x="2678" y="8065"/>
                    <a:pt x="2836" y="7939"/>
                  </a:cubicBezTo>
                  <a:cubicBezTo>
                    <a:pt x="2915" y="7876"/>
                    <a:pt x="3009" y="7845"/>
                    <a:pt x="3100" y="7845"/>
                  </a:cubicBezTo>
                  <a:cubicBezTo>
                    <a:pt x="3190" y="7845"/>
                    <a:pt x="3277" y="7876"/>
                    <a:pt x="3340" y="7939"/>
                  </a:cubicBezTo>
                  <a:cubicBezTo>
                    <a:pt x="3561" y="8160"/>
                    <a:pt x="3844" y="8270"/>
                    <a:pt x="4128" y="8270"/>
                  </a:cubicBezTo>
                  <a:cubicBezTo>
                    <a:pt x="4411" y="8270"/>
                    <a:pt x="4695" y="8160"/>
                    <a:pt x="4915" y="7939"/>
                  </a:cubicBezTo>
                  <a:cubicBezTo>
                    <a:pt x="4994" y="7876"/>
                    <a:pt x="5096" y="7845"/>
                    <a:pt x="5191" y="7845"/>
                  </a:cubicBezTo>
                  <a:close/>
                  <a:moveTo>
                    <a:pt x="1796" y="0"/>
                  </a:moveTo>
                  <a:cubicBezTo>
                    <a:pt x="1670" y="126"/>
                    <a:pt x="1135" y="504"/>
                    <a:pt x="1072" y="630"/>
                  </a:cubicBezTo>
                  <a:cubicBezTo>
                    <a:pt x="442" y="1260"/>
                    <a:pt x="0" y="2363"/>
                    <a:pt x="0" y="3403"/>
                  </a:cubicBezTo>
                  <a:lnTo>
                    <a:pt x="0" y="6396"/>
                  </a:lnTo>
                  <a:cubicBezTo>
                    <a:pt x="0" y="8632"/>
                    <a:pt x="1859" y="10491"/>
                    <a:pt x="4128" y="10491"/>
                  </a:cubicBezTo>
                  <a:cubicBezTo>
                    <a:pt x="6427" y="10491"/>
                    <a:pt x="8286" y="8632"/>
                    <a:pt x="8286" y="6396"/>
                  </a:cubicBezTo>
                  <a:lnTo>
                    <a:pt x="8286" y="4505"/>
                  </a:lnTo>
                  <a:cubicBezTo>
                    <a:pt x="8157" y="4513"/>
                    <a:pt x="8028" y="4517"/>
                    <a:pt x="7899" y="4517"/>
                  </a:cubicBezTo>
                  <a:cubicBezTo>
                    <a:pt x="6396" y="4517"/>
                    <a:pt x="4939" y="4009"/>
                    <a:pt x="3750" y="2993"/>
                  </a:cubicBezTo>
                  <a:cubicBezTo>
                    <a:pt x="2804" y="2206"/>
                    <a:pt x="2174" y="1103"/>
                    <a:pt x="17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53"/>
            <p:cNvSpPr/>
            <p:nvPr/>
          </p:nvSpPr>
          <p:spPr>
            <a:xfrm>
              <a:off x="-57269475" y="3372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301"/>
                    <a:pt x="757" y="1828"/>
                    <a:pt x="757" y="1261"/>
                  </a:cubicBezTo>
                  <a:cubicBezTo>
                    <a:pt x="757" y="757"/>
                    <a:pt x="473" y="28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53"/>
            <p:cNvSpPr/>
            <p:nvPr/>
          </p:nvSpPr>
          <p:spPr>
            <a:xfrm>
              <a:off x="-57436450" y="3198925"/>
              <a:ext cx="185900" cy="154400"/>
            </a:xfrm>
            <a:custGeom>
              <a:avLst/>
              <a:gdLst/>
              <a:ahLst/>
              <a:cxnLst/>
              <a:rect l="l" t="t" r="r" b="b"/>
              <a:pathLst>
                <a:path w="7436" h="6176" extrusionOk="0">
                  <a:moveTo>
                    <a:pt x="1828" y="0"/>
                  </a:moveTo>
                  <a:cubicBezTo>
                    <a:pt x="1198" y="0"/>
                    <a:pt x="568" y="126"/>
                    <a:pt x="1" y="315"/>
                  </a:cubicBezTo>
                  <a:cubicBezTo>
                    <a:pt x="1" y="977"/>
                    <a:pt x="127" y="1639"/>
                    <a:pt x="316" y="2237"/>
                  </a:cubicBezTo>
                  <a:cubicBezTo>
                    <a:pt x="631" y="3151"/>
                    <a:pt x="1167" y="3970"/>
                    <a:pt x="1923" y="4600"/>
                  </a:cubicBezTo>
                  <a:cubicBezTo>
                    <a:pt x="2710" y="5262"/>
                    <a:pt x="3655" y="5734"/>
                    <a:pt x="4632" y="5892"/>
                  </a:cubicBezTo>
                  <a:cubicBezTo>
                    <a:pt x="5073" y="5976"/>
                    <a:pt x="5262" y="5976"/>
                    <a:pt x="5507" y="5976"/>
                  </a:cubicBezTo>
                  <a:lnTo>
                    <a:pt x="5507" y="5976"/>
                  </a:lnTo>
                  <a:cubicBezTo>
                    <a:pt x="5630" y="5976"/>
                    <a:pt x="5766" y="5976"/>
                    <a:pt x="5955" y="5986"/>
                  </a:cubicBezTo>
                  <a:lnTo>
                    <a:pt x="6680" y="5986"/>
                  </a:lnTo>
                  <a:cubicBezTo>
                    <a:pt x="6963" y="5986"/>
                    <a:pt x="7215" y="6049"/>
                    <a:pt x="7436" y="6175"/>
                  </a:cubicBezTo>
                  <a:lnTo>
                    <a:pt x="7436" y="5671"/>
                  </a:lnTo>
                  <a:lnTo>
                    <a:pt x="7436" y="5640"/>
                  </a:lnTo>
                  <a:cubicBezTo>
                    <a:pt x="7436" y="2552"/>
                    <a:pt x="4916" y="0"/>
                    <a:pt x="18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53"/>
            <p:cNvSpPr/>
            <p:nvPr/>
          </p:nvSpPr>
          <p:spPr>
            <a:xfrm>
              <a:off x="-57532525" y="3215450"/>
              <a:ext cx="77975" cy="148900"/>
            </a:xfrm>
            <a:custGeom>
              <a:avLst/>
              <a:gdLst/>
              <a:ahLst/>
              <a:cxnLst/>
              <a:rect l="l" t="t" r="r" b="b"/>
              <a:pathLst>
                <a:path w="3119" h="5956" extrusionOk="0">
                  <a:moveTo>
                    <a:pt x="3056" y="1"/>
                  </a:moveTo>
                  <a:cubicBezTo>
                    <a:pt x="1260" y="946"/>
                    <a:pt x="0" y="2836"/>
                    <a:pt x="0" y="5010"/>
                  </a:cubicBezTo>
                  <a:lnTo>
                    <a:pt x="0" y="5199"/>
                  </a:lnTo>
                  <a:lnTo>
                    <a:pt x="0" y="5955"/>
                  </a:lnTo>
                  <a:lnTo>
                    <a:pt x="63" y="5955"/>
                  </a:lnTo>
                  <a:cubicBezTo>
                    <a:pt x="158" y="5829"/>
                    <a:pt x="284" y="5766"/>
                    <a:pt x="410" y="5672"/>
                  </a:cubicBezTo>
                  <a:lnTo>
                    <a:pt x="788" y="5451"/>
                  </a:lnTo>
                  <a:lnTo>
                    <a:pt x="788" y="4601"/>
                  </a:lnTo>
                  <a:cubicBezTo>
                    <a:pt x="914" y="3088"/>
                    <a:pt x="1828" y="1576"/>
                    <a:pt x="3119" y="789"/>
                  </a:cubicBezTo>
                  <a:cubicBezTo>
                    <a:pt x="3088" y="505"/>
                    <a:pt x="3056" y="253"/>
                    <a:pt x="30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Graphic 8" descr="Woman with long straight hair">
            <a:extLst>
              <a:ext uri="{FF2B5EF4-FFF2-40B4-BE49-F238E27FC236}">
                <a16:creationId xmlns:a16="http://schemas.microsoft.com/office/drawing/2014/main" id="{25C1215B-5007-F85D-F61F-9D3090D85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7060" y="1263017"/>
            <a:ext cx="402153" cy="423319"/>
          </a:xfrm>
          <a:prstGeom prst="rect">
            <a:avLst/>
          </a:prstGeom>
        </p:spPr>
      </p:pic>
      <p:pic>
        <p:nvPicPr>
          <p:cNvPr id="11" name="Graphic 10" descr="A happy face">
            <a:extLst>
              <a:ext uri="{FF2B5EF4-FFF2-40B4-BE49-F238E27FC236}">
                <a16:creationId xmlns:a16="http://schemas.microsoft.com/office/drawing/2014/main" id="{1AE809CC-A1B0-D483-7ACA-A15F7310F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4305" y="1407467"/>
            <a:ext cx="188301" cy="194185"/>
          </a:xfrm>
          <a:prstGeom prst="rect">
            <a:avLst/>
          </a:prstGeom>
        </p:spPr>
      </p:pic>
      <p:grpSp>
        <p:nvGrpSpPr>
          <p:cNvPr id="12" name="Google Shape;2436;p53">
            <a:extLst>
              <a:ext uri="{FF2B5EF4-FFF2-40B4-BE49-F238E27FC236}">
                <a16:creationId xmlns:a16="http://schemas.microsoft.com/office/drawing/2014/main" id="{9C406F24-2653-AD63-0617-F37B038F3A1C}"/>
              </a:ext>
            </a:extLst>
          </p:cNvPr>
          <p:cNvGrpSpPr/>
          <p:nvPr/>
        </p:nvGrpSpPr>
        <p:grpSpPr>
          <a:xfrm>
            <a:off x="6901978" y="1301982"/>
            <a:ext cx="358099" cy="358099"/>
            <a:chOff x="-57568775" y="3198925"/>
            <a:chExt cx="318225" cy="318225"/>
          </a:xfrm>
        </p:grpSpPr>
        <p:sp>
          <p:nvSpPr>
            <p:cNvPr id="13" name="Google Shape;2437;p53">
              <a:extLst>
                <a:ext uri="{FF2B5EF4-FFF2-40B4-BE49-F238E27FC236}">
                  <a16:creationId xmlns:a16="http://schemas.microsoft.com/office/drawing/2014/main" id="{A191784C-F40F-5570-0A1A-DB21D144F0FB}"/>
                </a:ext>
              </a:extLst>
            </p:cNvPr>
            <p:cNvSpPr/>
            <p:nvPr/>
          </p:nvSpPr>
          <p:spPr>
            <a:xfrm>
              <a:off x="-57530950" y="337377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84"/>
                    <a:pt x="0" y="725"/>
                    <a:pt x="0" y="1261"/>
                  </a:cubicBezTo>
                  <a:lnTo>
                    <a:pt x="0" y="1324"/>
                  </a:lnTo>
                  <a:cubicBezTo>
                    <a:pt x="0" y="1859"/>
                    <a:pt x="315" y="2332"/>
                    <a:pt x="725" y="2584"/>
                  </a:cubicBezTo>
                  <a:lnTo>
                    <a:pt x="725" y="157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38;p53">
              <a:extLst>
                <a:ext uri="{FF2B5EF4-FFF2-40B4-BE49-F238E27FC236}">
                  <a16:creationId xmlns:a16="http://schemas.microsoft.com/office/drawing/2014/main" id="{0E3F2B37-8EA1-9906-8F70-0747BE6B66A8}"/>
                </a:ext>
              </a:extLst>
            </p:cNvPr>
            <p:cNvSpPr/>
            <p:nvPr/>
          </p:nvSpPr>
          <p:spPr>
            <a:xfrm>
              <a:off x="-57568775" y="3406850"/>
              <a:ext cx="99275" cy="110300"/>
            </a:xfrm>
            <a:custGeom>
              <a:avLst/>
              <a:gdLst/>
              <a:ahLst/>
              <a:cxnLst/>
              <a:rect l="l" t="t" r="r" b="b"/>
              <a:pathLst>
                <a:path w="3971" h="4412" extrusionOk="0">
                  <a:moveTo>
                    <a:pt x="757" y="1"/>
                  </a:moveTo>
                  <a:cubicBezTo>
                    <a:pt x="285" y="473"/>
                    <a:pt x="1" y="1103"/>
                    <a:pt x="1" y="1796"/>
                  </a:cubicBezTo>
                  <a:cubicBezTo>
                    <a:pt x="1" y="3246"/>
                    <a:pt x="1198" y="4411"/>
                    <a:pt x="2616" y="4411"/>
                  </a:cubicBezTo>
                  <a:cubicBezTo>
                    <a:pt x="3120" y="4411"/>
                    <a:pt x="3561" y="4254"/>
                    <a:pt x="3971" y="4002"/>
                  </a:cubicBezTo>
                  <a:cubicBezTo>
                    <a:pt x="3435" y="3561"/>
                    <a:pt x="2994" y="2962"/>
                    <a:pt x="2710" y="2363"/>
                  </a:cubicBezTo>
                  <a:lnTo>
                    <a:pt x="1891" y="1891"/>
                  </a:lnTo>
                  <a:cubicBezTo>
                    <a:pt x="1230" y="1481"/>
                    <a:pt x="789" y="788"/>
                    <a:pt x="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39;p53">
              <a:extLst>
                <a:ext uri="{FF2B5EF4-FFF2-40B4-BE49-F238E27FC236}">
                  <a16:creationId xmlns:a16="http://schemas.microsoft.com/office/drawing/2014/main" id="{2DA7F0B5-B345-0ABC-06F9-727170B193F5}"/>
                </a:ext>
              </a:extLst>
            </p:cNvPr>
            <p:cNvSpPr/>
            <p:nvPr/>
          </p:nvSpPr>
          <p:spPr>
            <a:xfrm>
              <a:off x="-57494725" y="3254850"/>
              <a:ext cx="207175" cy="262300"/>
            </a:xfrm>
            <a:custGeom>
              <a:avLst/>
              <a:gdLst/>
              <a:ahLst/>
              <a:cxnLst/>
              <a:rect l="l" t="t" r="r" b="b"/>
              <a:pathLst>
                <a:path w="8287" h="10492" extrusionOk="0">
                  <a:moveTo>
                    <a:pt x="2647" y="5293"/>
                  </a:moveTo>
                  <a:cubicBezTo>
                    <a:pt x="2836" y="5293"/>
                    <a:pt x="2993" y="5451"/>
                    <a:pt x="2993" y="5640"/>
                  </a:cubicBezTo>
                  <a:cubicBezTo>
                    <a:pt x="2993" y="5829"/>
                    <a:pt x="2836" y="5986"/>
                    <a:pt x="2647" y="5986"/>
                  </a:cubicBezTo>
                  <a:cubicBezTo>
                    <a:pt x="2628" y="5989"/>
                    <a:pt x="2609" y="5990"/>
                    <a:pt x="2592" y="5990"/>
                  </a:cubicBezTo>
                  <a:cubicBezTo>
                    <a:pt x="2400" y="5990"/>
                    <a:pt x="2269" y="5841"/>
                    <a:pt x="2269" y="5640"/>
                  </a:cubicBezTo>
                  <a:cubicBezTo>
                    <a:pt x="2269" y="5451"/>
                    <a:pt x="2426" y="5293"/>
                    <a:pt x="2647" y="5293"/>
                  </a:cubicBezTo>
                  <a:close/>
                  <a:moveTo>
                    <a:pt x="5640" y="5324"/>
                  </a:moveTo>
                  <a:cubicBezTo>
                    <a:pt x="5829" y="5324"/>
                    <a:pt x="5986" y="5482"/>
                    <a:pt x="5986" y="5671"/>
                  </a:cubicBezTo>
                  <a:cubicBezTo>
                    <a:pt x="6018" y="5860"/>
                    <a:pt x="5860" y="6018"/>
                    <a:pt x="5640" y="6018"/>
                  </a:cubicBezTo>
                  <a:cubicBezTo>
                    <a:pt x="5419" y="6018"/>
                    <a:pt x="5262" y="5860"/>
                    <a:pt x="5262" y="5671"/>
                  </a:cubicBezTo>
                  <a:cubicBezTo>
                    <a:pt x="5262" y="5482"/>
                    <a:pt x="5419" y="5324"/>
                    <a:pt x="5640" y="5324"/>
                  </a:cubicBezTo>
                  <a:close/>
                  <a:moveTo>
                    <a:pt x="5191" y="7845"/>
                  </a:moveTo>
                  <a:cubicBezTo>
                    <a:pt x="5285" y="7845"/>
                    <a:pt x="5372" y="7876"/>
                    <a:pt x="5419" y="7939"/>
                  </a:cubicBezTo>
                  <a:cubicBezTo>
                    <a:pt x="5640" y="8065"/>
                    <a:pt x="5640" y="8317"/>
                    <a:pt x="5482" y="8475"/>
                  </a:cubicBezTo>
                  <a:cubicBezTo>
                    <a:pt x="5104" y="8822"/>
                    <a:pt x="4632" y="9011"/>
                    <a:pt x="4128" y="9011"/>
                  </a:cubicBezTo>
                  <a:cubicBezTo>
                    <a:pt x="3624" y="9011"/>
                    <a:pt x="3151" y="8822"/>
                    <a:pt x="2836" y="8475"/>
                  </a:cubicBezTo>
                  <a:cubicBezTo>
                    <a:pt x="2678" y="8317"/>
                    <a:pt x="2678" y="8065"/>
                    <a:pt x="2836" y="7939"/>
                  </a:cubicBezTo>
                  <a:cubicBezTo>
                    <a:pt x="2915" y="7876"/>
                    <a:pt x="3009" y="7845"/>
                    <a:pt x="3100" y="7845"/>
                  </a:cubicBezTo>
                  <a:cubicBezTo>
                    <a:pt x="3190" y="7845"/>
                    <a:pt x="3277" y="7876"/>
                    <a:pt x="3340" y="7939"/>
                  </a:cubicBezTo>
                  <a:cubicBezTo>
                    <a:pt x="3561" y="8160"/>
                    <a:pt x="3844" y="8270"/>
                    <a:pt x="4128" y="8270"/>
                  </a:cubicBezTo>
                  <a:cubicBezTo>
                    <a:pt x="4411" y="8270"/>
                    <a:pt x="4695" y="8160"/>
                    <a:pt x="4915" y="7939"/>
                  </a:cubicBezTo>
                  <a:cubicBezTo>
                    <a:pt x="4994" y="7876"/>
                    <a:pt x="5096" y="7845"/>
                    <a:pt x="5191" y="7845"/>
                  </a:cubicBezTo>
                  <a:close/>
                  <a:moveTo>
                    <a:pt x="1796" y="0"/>
                  </a:moveTo>
                  <a:cubicBezTo>
                    <a:pt x="1670" y="126"/>
                    <a:pt x="1135" y="504"/>
                    <a:pt x="1072" y="630"/>
                  </a:cubicBezTo>
                  <a:cubicBezTo>
                    <a:pt x="442" y="1260"/>
                    <a:pt x="0" y="2363"/>
                    <a:pt x="0" y="3403"/>
                  </a:cubicBezTo>
                  <a:lnTo>
                    <a:pt x="0" y="6396"/>
                  </a:lnTo>
                  <a:cubicBezTo>
                    <a:pt x="0" y="8632"/>
                    <a:pt x="1859" y="10491"/>
                    <a:pt x="4128" y="10491"/>
                  </a:cubicBezTo>
                  <a:cubicBezTo>
                    <a:pt x="6427" y="10491"/>
                    <a:pt x="8286" y="8632"/>
                    <a:pt x="8286" y="6396"/>
                  </a:cubicBezTo>
                  <a:lnTo>
                    <a:pt x="8286" y="4505"/>
                  </a:lnTo>
                  <a:cubicBezTo>
                    <a:pt x="8157" y="4513"/>
                    <a:pt x="8028" y="4517"/>
                    <a:pt x="7899" y="4517"/>
                  </a:cubicBezTo>
                  <a:cubicBezTo>
                    <a:pt x="6396" y="4517"/>
                    <a:pt x="4939" y="4009"/>
                    <a:pt x="3750" y="2993"/>
                  </a:cubicBezTo>
                  <a:cubicBezTo>
                    <a:pt x="2804" y="2206"/>
                    <a:pt x="2174" y="1103"/>
                    <a:pt x="17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40;p53">
              <a:extLst>
                <a:ext uri="{FF2B5EF4-FFF2-40B4-BE49-F238E27FC236}">
                  <a16:creationId xmlns:a16="http://schemas.microsoft.com/office/drawing/2014/main" id="{3EECB685-480B-0933-EEFB-D22C4B5A1ECC}"/>
                </a:ext>
              </a:extLst>
            </p:cNvPr>
            <p:cNvSpPr/>
            <p:nvPr/>
          </p:nvSpPr>
          <p:spPr>
            <a:xfrm>
              <a:off x="-57269475" y="3372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301"/>
                    <a:pt x="757" y="1828"/>
                    <a:pt x="757" y="1261"/>
                  </a:cubicBezTo>
                  <a:cubicBezTo>
                    <a:pt x="757" y="757"/>
                    <a:pt x="473" y="28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41;p53">
              <a:extLst>
                <a:ext uri="{FF2B5EF4-FFF2-40B4-BE49-F238E27FC236}">
                  <a16:creationId xmlns:a16="http://schemas.microsoft.com/office/drawing/2014/main" id="{1990BA2D-9F06-6215-ED0A-FAC137BF7AA1}"/>
                </a:ext>
              </a:extLst>
            </p:cNvPr>
            <p:cNvSpPr/>
            <p:nvPr/>
          </p:nvSpPr>
          <p:spPr>
            <a:xfrm>
              <a:off x="-57436450" y="3198925"/>
              <a:ext cx="185900" cy="154400"/>
            </a:xfrm>
            <a:custGeom>
              <a:avLst/>
              <a:gdLst/>
              <a:ahLst/>
              <a:cxnLst/>
              <a:rect l="l" t="t" r="r" b="b"/>
              <a:pathLst>
                <a:path w="7436" h="6176" extrusionOk="0">
                  <a:moveTo>
                    <a:pt x="1828" y="0"/>
                  </a:moveTo>
                  <a:cubicBezTo>
                    <a:pt x="1198" y="0"/>
                    <a:pt x="568" y="126"/>
                    <a:pt x="1" y="315"/>
                  </a:cubicBezTo>
                  <a:cubicBezTo>
                    <a:pt x="1" y="977"/>
                    <a:pt x="127" y="1639"/>
                    <a:pt x="316" y="2237"/>
                  </a:cubicBezTo>
                  <a:cubicBezTo>
                    <a:pt x="631" y="3151"/>
                    <a:pt x="1167" y="3970"/>
                    <a:pt x="1923" y="4600"/>
                  </a:cubicBezTo>
                  <a:cubicBezTo>
                    <a:pt x="2710" y="5262"/>
                    <a:pt x="3655" y="5734"/>
                    <a:pt x="4632" y="5892"/>
                  </a:cubicBezTo>
                  <a:cubicBezTo>
                    <a:pt x="5073" y="5976"/>
                    <a:pt x="5262" y="5976"/>
                    <a:pt x="5507" y="5976"/>
                  </a:cubicBezTo>
                  <a:lnTo>
                    <a:pt x="5507" y="5976"/>
                  </a:lnTo>
                  <a:cubicBezTo>
                    <a:pt x="5630" y="5976"/>
                    <a:pt x="5766" y="5976"/>
                    <a:pt x="5955" y="5986"/>
                  </a:cubicBezTo>
                  <a:lnTo>
                    <a:pt x="6680" y="5986"/>
                  </a:lnTo>
                  <a:cubicBezTo>
                    <a:pt x="6963" y="5986"/>
                    <a:pt x="7215" y="6049"/>
                    <a:pt x="7436" y="6175"/>
                  </a:cubicBezTo>
                  <a:lnTo>
                    <a:pt x="7436" y="5671"/>
                  </a:lnTo>
                  <a:lnTo>
                    <a:pt x="7436" y="5640"/>
                  </a:lnTo>
                  <a:cubicBezTo>
                    <a:pt x="7436" y="2552"/>
                    <a:pt x="4916" y="0"/>
                    <a:pt x="18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42;p53">
              <a:extLst>
                <a:ext uri="{FF2B5EF4-FFF2-40B4-BE49-F238E27FC236}">
                  <a16:creationId xmlns:a16="http://schemas.microsoft.com/office/drawing/2014/main" id="{2295C045-FBDC-1C20-47B8-96B3E9328E79}"/>
                </a:ext>
              </a:extLst>
            </p:cNvPr>
            <p:cNvSpPr/>
            <p:nvPr/>
          </p:nvSpPr>
          <p:spPr>
            <a:xfrm>
              <a:off x="-57532525" y="3215450"/>
              <a:ext cx="77975" cy="148900"/>
            </a:xfrm>
            <a:custGeom>
              <a:avLst/>
              <a:gdLst/>
              <a:ahLst/>
              <a:cxnLst/>
              <a:rect l="l" t="t" r="r" b="b"/>
              <a:pathLst>
                <a:path w="3119" h="5956" extrusionOk="0">
                  <a:moveTo>
                    <a:pt x="3056" y="1"/>
                  </a:moveTo>
                  <a:cubicBezTo>
                    <a:pt x="1260" y="946"/>
                    <a:pt x="0" y="2836"/>
                    <a:pt x="0" y="5010"/>
                  </a:cubicBezTo>
                  <a:lnTo>
                    <a:pt x="0" y="5199"/>
                  </a:lnTo>
                  <a:lnTo>
                    <a:pt x="0" y="5955"/>
                  </a:lnTo>
                  <a:lnTo>
                    <a:pt x="63" y="5955"/>
                  </a:lnTo>
                  <a:cubicBezTo>
                    <a:pt x="158" y="5829"/>
                    <a:pt x="284" y="5766"/>
                    <a:pt x="410" y="5672"/>
                  </a:cubicBezTo>
                  <a:lnTo>
                    <a:pt x="788" y="5451"/>
                  </a:lnTo>
                  <a:lnTo>
                    <a:pt x="788" y="4601"/>
                  </a:lnTo>
                  <a:cubicBezTo>
                    <a:pt x="914" y="3088"/>
                    <a:pt x="1828" y="1576"/>
                    <a:pt x="3119" y="789"/>
                  </a:cubicBezTo>
                  <a:cubicBezTo>
                    <a:pt x="3088" y="505"/>
                    <a:pt x="3056" y="253"/>
                    <a:pt x="30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40"/>
          <p:cNvSpPr txBox="1">
            <a:spLocks noGrp="1"/>
          </p:cNvSpPr>
          <p:nvPr>
            <p:ph type="title"/>
          </p:nvPr>
        </p:nvSpPr>
        <p:spPr>
          <a:xfrm>
            <a:off x="1574075" y="1886700"/>
            <a:ext cx="59958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INTRODUCTION</a:t>
            </a:r>
            <a:endParaRPr dirty="0"/>
          </a:p>
        </p:txBody>
      </p:sp>
      <p:sp>
        <p:nvSpPr>
          <p:cNvPr id="1461" name="Google Shape;1461;p40"/>
          <p:cNvSpPr txBox="1">
            <a:spLocks noGrp="1"/>
          </p:cNvSpPr>
          <p:nvPr>
            <p:ph type="subTitle" idx="1"/>
          </p:nvPr>
        </p:nvSpPr>
        <p:spPr>
          <a:xfrm>
            <a:off x="1192284" y="2507400"/>
            <a:ext cx="6759382" cy="1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rgbClr val="2B1D1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Power BI–driven analytics project that highlights key restaurant metrics, including sales performance, customer behavior, and menu efficiency. The dashboard delivers clear, actionable insights to support smarter decision-making and operational growth.</a:t>
            </a:r>
            <a:endParaRPr lang="en-IN" dirty="0">
              <a:solidFill>
                <a:srgbClr val="2B1D13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9"/>
        </a:solidFill>
        <a:effectLst/>
      </p:bgPr>
    </p:bg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39"/>
          <p:cNvSpPr/>
          <p:nvPr/>
        </p:nvSpPr>
        <p:spPr>
          <a:xfrm rot="1800018">
            <a:off x="6721905" y="1480640"/>
            <a:ext cx="1069876" cy="632330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3" name="Google Shape;1393;p39"/>
          <p:cNvSpPr/>
          <p:nvPr/>
        </p:nvSpPr>
        <p:spPr>
          <a:xfrm rot="1800018">
            <a:off x="1361080" y="1480640"/>
            <a:ext cx="1069876" cy="632330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39"/>
          <p:cNvSpPr/>
          <p:nvPr/>
        </p:nvSpPr>
        <p:spPr>
          <a:xfrm rot="10800000">
            <a:off x="4049561" y="1480635"/>
            <a:ext cx="1069861" cy="63232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6" name="Google Shape;1396;p39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307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latin typeface="Bowlby One SC"/>
                <a:ea typeface="Bowlby One SC"/>
                <a:cs typeface="Bowlby One SC"/>
                <a:sym typeface="Bowlby One SC"/>
              </a:rPr>
              <a:t>AGENDA</a:t>
            </a:r>
            <a:endParaRPr dirty="0"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1397" name="Google Shape;1397;p39"/>
          <p:cNvSpPr txBox="1">
            <a:spLocks noGrp="1"/>
          </p:cNvSpPr>
          <p:nvPr>
            <p:ph type="subTitle" idx="1"/>
          </p:nvPr>
        </p:nvSpPr>
        <p:spPr>
          <a:xfrm>
            <a:off x="621101" y="2224375"/>
            <a:ext cx="2531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overview</a:t>
            </a:r>
            <a:endParaRPr dirty="0"/>
          </a:p>
        </p:txBody>
      </p:sp>
      <p:sp>
        <p:nvSpPr>
          <p:cNvPr id="1398" name="Google Shape;1398;p39"/>
          <p:cNvSpPr txBox="1">
            <a:spLocks noGrp="1"/>
          </p:cNvSpPr>
          <p:nvPr>
            <p:ph type="subTitle" idx="4"/>
          </p:nvPr>
        </p:nvSpPr>
        <p:spPr>
          <a:xfrm>
            <a:off x="3306301" y="2224375"/>
            <a:ext cx="2531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methodology</a:t>
            </a:r>
            <a:endParaRPr dirty="0"/>
          </a:p>
        </p:txBody>
      </p:sp>
      <p:sp>
        <p:nvSpPr>
          <p:cNvPr id="1399" name="Google Shape;1399;p39"/>
          <p:cNvSpPr txBox="1">
            <a:spLocks noGrp="1"/>
          </p:cNvSpPr>
          <p:nvPr>
            <p:ph type="subTitle" idx="5"/>
          </p:nvPr>
        </p:nvSpPr>
        <p:spPr>
          <a:xfrm>
            <a:off x="3306300" y="2581400"/>
            <a:ext cx="25314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endParaRPr lang="es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0" indent="0"/>
            <a:r>
              <a:rPr lang="es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Data cleaned, modeled and analyzed in Power BI.</a:t>
            </a:r>
            <a:endParaRPr lang="en-IN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0" name="Google Shape;1400;p39"/>
          <p:cNvSpPr txBox="1">
            <a:spLocks noGrp="1"/>
          </p:cNvSpPr>
          <p:nvPr>
            <p:ph type="subTitle" idx="2"/>
          </p:nvPr>
        </p:nvSpPr>
        <p:spPr>
          <a:xfrm>
            <a:off x="621100" y="2581400"/>
            <a:ext cx="25314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endParaRPr lang="en-US" dirty="0">
              <a:solidFill>
                <a:srgbClr val="47433D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0" indent="0"/>
            <a:r>
              <a:rPr lang="en-US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Dishcovery</a:t>
            </a:r>
            <a:r>
              <a:rPr lang="en-US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 uncovers key patterns in restaurant performance. </a:t>
            </a:r>
          </a:p>
        </p:txBody>
      </p:sp>
      <p:sp>
        <p:nvSpPr>
          <p:cNvPr id="1407" name="Google Shape;1407;p39"/>
          <p:cNvSpPr txBox="1">
            <a:spLocks noGrp="1"/>
          </p:cNvSpPr>
          <p:nvPr>
            <p:ph type="subTitle" idx="7"/>
          </p:nvPr>
        </p:nvSpPr>
        <p:spPr>
          <a:xfrm>
            <a:off x="5991501" y="2224375"/>
            <a:ext cx="2531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insights</a:t>
            </a:r>
            <a:endParaRPr dirty="0"/>
          </a:p>
        </p:txBody>
      </p:sp>
      <p:sp>
        <p:nvSpPr>
          <p:cNvPr id="1408" name="Google Shape;1408;p39"/>
          <p:cNvSpPr txBox="1">
            <a:spLocks noGrp="1"/>
          </p:cNvSpPr>
          <p:nvPr>
            <p:ph type="subTitle" idx="8"/>
          </p:nvPr>
        </p:nvSpPr>
        <p:spPr>
          <a:xfrm>
            <a:off x="5991500" y="2581400"/>
            <a:ext cx="25314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endParaRPr lang="en-US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0" indent="0"/>
            <a:r>
              <a:rPr lang="en-US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Reveals retention gaps, category dips and menu risks.</a:t>
            </a:r>
            <a:endParaRPr lang="en-IN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412" name="Google Shape;1412;p39"/>
          <p:cNvGrpSpPr/>
          <p:nvPr/>
        </p:nvGrpSpPr>
        <p:grpSpPr>
          <a:xfrm>
            <a:off x="8083333" y="288897"/>
            <a:ext cx="727310" cy="1126871"/>
            <a:chOff x="8042083" y="309522"/>
            <a:chExt cx="727310" cy="1126871"/>
          </a:xfrm>
        </p:grpSpPr>
        <p:sp>
          <p:nvSpPr>
            <p:cNvPr id="1413" name="Google Shape;1413;p39"/>
            <p:cNvSpPr/>
            <p:nvPr/>
          </p:nvSpPr>
          <p:spPr>
            <a:xfrm>
              <a:off x="8054064" y="957132"/>
              <a:ext cx="703422" cy="479261"/>
            </a:xfrm>
            <a:custGeom>
              <a:avLst/>
              <a:gdLst/>
              <a:ahLst/>
              <a:cxnLst/>
              <a:rect l="l" t="t" r="r" b="b"/>
              <a:pathLst>
                <a:path w="9276" h="6320" extrusionOk="0">
                  <a:moveTo>
                    <a:pt x="2614" y="0"/>
                  </a:moveTo>
                  <a:cubicBezTo>
                    <a:pt x="2498" y="0"/>
                    <a:pt x="2382" y="8"/>
                    <a:pt x="2266" y="22"/>
                  </a:cubicBezTo>
                  <a:cubicBezTo>
                    <a:pt x="1885" y="66"/>
                    <a:pt x="1519" y="176"/>
                    <a:pt x="1167" y="337"/>
                  </a:cubicBezTo>
                  <a:cubicBezTo>
                    <a:pt x="404" y="682"/>
                    <a:pt x="1" y="1540"/>
                    <a:pt x="228" y="2353"/>
                  </a:cubicBezTo>
                  <a:cubicBezTo>
                    <a:pt x="235" y="2390"/>
                    <a:pt x="250" y="2427"/>
                    <a:pt x="257" y="2463"/>
                  </a:cubicBezTo>
                  <a:lnTo>
                    <a:pt x="257" y="2478"/>
                  </a:lnTo>
                  <a:cubicBezTo>
                    <a:pt x="272" y="2515"/>
                    <a:pt x="287" y="2551"/>
                    <a:pt x="301" y="2588"/>
                  </a:cubicBezTo>
                  <a:cubicBezTo>
                    <a:pt x="316" y="2632"/>
                    <a:pt x="338" y="2669"/>
                    <a:pt x="360" y="2705"/>
                  </a:cubicBezTo>
                  <a:cubicBezTo>
                    <a:pt x="360" y="2705"/>
                    <a:pt x="360" y="2713"/>
                    <a:pt x="360" y="2713"/>
                  </a:cubicBezTo>
                  <a:cubicBezTo>
                    <a:pt x="375" y="2742"/>
                    <a:pt x="397" y="2779"/>
                    <a:pt x="411" y="2808"/>
                  </a:cubicBezTo>
                  <a:lnTo>
                    <a:pt x="433" y="2837"/>
                  </a:lnTo>
                  <a:cubicBezTo>
                    <a:pt x="448" y="2859"/>
                    <a:pt x="463" y="2881"/>
                    <a:pt x="477" y="2903"/>
                  </a:cubicBezTo>
                  <a:cubicBezTo>
                    <a:pt x="492" y="2918"/>
                    <a:pt x="499" y="2925"/>
                    <a:pt x="507" y="2940"/>
                  </a:cubicBezTo>
                  <a:cubicBezTo>
                    <a:pt x="521" y="2962"/>
                    <a:pt x="543" y="2984"/>
                    <a:pt x="558" y="3006"/>
                  </a:cubicBezTo>
                  <a:cubicBezTo>
                    <a:pt x="580" y="3028"/>
                    <a:pt x="573" y="3028"/>
                    <a:pt x="587" y="3035"/>
                  </a:cubicBezTo>
                  <a:cubicBezTo>
                    <a:pt x="609" y="3065"/>
                    <a:pt x="639" y="3101"/>
                    <a:pt x="668" y="3131"/>
                  </a:cubicBezTo>
                  <a:cubicBezTo>
                    <a:pt x="749" y="3204"/>
                    <a:pt x="822" y="3277"/>
                    <a:pt x="903" y="3350"/>
                  </a:cubicBezTo>
                  <a:lnTo>
                    <a:pt x="961" y="3409"/>
                  </a:lnTo>
                  <a:cubicBezTo>
                    <a:pt x="1027" y="3460"/>
                    <a:pt x="1079" y="3519"/>
                    <a:pt x="1137" y="3570"/>
                  </a:cubicBezTo>
                  <a:lnTo>
                    <a:pt x="1225" y="3644"/>
                  </a:lnTo>
                  <a:cubicBezTo>
                    <a:pt x="1277" y="3688"/>
                    <a:pt x="1328" y="3739"/>
                    <a:pt x="1379" y="3783"/>
                  </a:cubicBezTo>
                  <a:lnTo>
                    <a:pt x="1475" y="3864"/>
                  </a:lnTo>
                  <a:lnTo>
                    <a:pt x="1621" y="3988"/>
                  </a:lnTo>
                  <a:lnTo>
                    <a:pt x="1724" y="4069"/>
                  </a:lnTo>
                  <a:cubicBezTo>
                    <a:pt x="1775" y="4113"/>
                    <a:pt x="1826" y="4150"/>
                    <a:pt x="1870" y="4186"/>
                  </a:cubicBezTo>
                  <a:lnTo>
                    <a:pt x="1980" y="4274"/>
                  </a:lnTo>
                  <a:lnTo>
                    <a:pt x="2127" y="4384"/>
                  </a:lnTo>
                  <a:lnTo>
                    <a:pt x="2237" y="4472"/>
                  </a:lnTo>
                  <a:lnTo>
                    <a:pt x="2384" y="4575"/>
                  </a:lnTo>
                  <a:lnTo>
                    <a:pt x="2501" y="4656"/>
                  </a:lnTo>
                  <a:lnTo>
                    <a:pt x="2640" y="4758"/>
                  </a:lnTo>
                  <a:lnTo>
                    <a:pt x="2765" y="4839"/>
                  </a:lnTo>
                  <a:cubicBezTo>
                    <a:pt x="2816" y="4875"/>
                    <a:pt x="2860" y="4905"/>
                    <a:pt x="2912" y="4934"/>
                  </a:cubicBezTo>
                  <a:lnTo>
                    <a:pt x="3036" y="5015"/>
                  </a:lnTo>
                  <a:lnTo>
                    <a:pt x="3183" y="5110"/>
                  </a:lnTo>
                  <a:cubicBezTo>
                    <a:pt x="3227" y="5132"/>
                    <a:pt x="3271" y="5161"/>
                    <a:pt x="3307" y="5183"/>
                  </a:cubicBezTo>
                  <a:cubicBezTo>
                    <a:pt x="3351" y="5213"/>
                    <a:pt x="3410" y="5242"/>
                    <a:pt x="3454" y="5279"/>
                  </a:cubicBezTo>
                  <a:cubicBezTo>
                    <a:pt x="3505" y="5308"/>
                    <a:pt x="3549" y="5330"/>
                    <a:pt x="3586" y="5352"/>
                  </a:cubicBezTo>
                  <a:lnTo>
                    <a:pt x="3740" y="5440"/>
                  </a:lnTo>
                  <a:lnTo>
                    <a:pt x="3872" y="5506"/>
                  </a:lnTo>
                  <a:lnTo>
                    <a:pt x="4026" y="5587"/>
                  </a:lnTo>
                  <a:lnTo>
                    <a:pt x="4158" y="5660"/>
                  </a:lnTo>
                  <a:lnTo>
                    <a:pt x="4312" y="5733"/>
                  </a:lnTo>
                  <a:lnTo>
                    <a:pt x="4451" y="5799"/>
                  </a:lnTo>
                  <a:lnTo>
                    <a:pt x="4605" y="5873"/>
                  </a:lnTo>
                  <a:lnTo>
                    <a:pt x="4752" y="5939"/>
                  </a:lnTo>
                  <a:lnTo>
                    <a:pt x="4891" y="5997"/>
                  </a:lnTo>
                  <a:lnTo>
                    <a:pt x="4906" y="6005"/>
                  </a:lnTo>
                  <a:lnTo>
                    <a:pt x="4928" y="6012"/>
                  </a:lnTo>
                  <a:cubicBezTo>
                    <a:pt x="5405" y="6216"/>
                    <a:pt x="5917" y="6319"/>
                    <a:pt x="6429" y="6319"/>
                  </a:cubicBezTo>
                  <a:cubicBezTo>
                    <a:pt x="6798" y="6319"/>
                    <a:pt x="7167" y="6266"/>
                    <a:pt x="7523" y="6159"/>
                  </a:cubicBezTo>
                  <a:lnTo>
                    <a:pt x="7538" y="6159"/>
                  </a:lnTo>
                  <a:cubicBezTo>
                    <a:pt x="7611" y="6137"/>
                    <a:pt x="7685" y="6107"/>
                    <a:pt x="7751" y="6085"/>
                  </a:cubicBezTo>
                  <a:cubicBezTo>
                    <a:pt x="7787" y="6071"/>
                    <a:pt x="7824" y="6063"/>
                    <a:pt x="7861" y="6049"/>
                  </a:cubicBezTo>
                  <a:cubicBezTo>
                    <a:pt x="7970" y="6005"/>
                    <a:pt x="8073" y="5961"/>
                    <a:pt x="8176" y="5917"/>
                  </a:cubicBezTo>
                  <a:cubicBezTo>
                    <a:pt x="8212" y="5895"/>
                    <a:pt x="8249" y="5873"/>
                    <a:pt x="8286" y="5858"/>
                  </a:cubicBezTo>
                  <a:lnTo>
                    <a:pt x="8322" y="5836"/>
                  </a:lnTo>
                  <a:cubicBezTo>
                    <a:pt x="8344" y="5821"/>
                    <a:pt x="8374" y="5807"/>
                    <a:pt x="8396" y="5785"/>
                  </a:cubicBezTo>
                  <a:lnTo>
                    <a:pt x="8425" y="5770"/>
                  </a:lnTo>
                  <a:cubicBezTo>
                    <a:pt x="8491" y="5719"/>
                    <a:pt x="8557" y="5667"/>
                    <a:pt x="8616" y="5609"/>
                  </a:cubicBezTo>
                  <a:lnTo>
                    <a:pt x="8630" y="5594"/>
                  </a:lnTo>
                  <a:cubicBezTo>
                    <a:pt x="8652" y="5572"/>
                    <a:pt x="8682" y="5543"/>
                    <a:pt x="8704" y="5513"/>
                  </a:cubicBezTo>
                  <a:lnTo>
                    <a:pt x="8726" y="5506"/>
                  </a:lnTo>
                  <a:cubicBezTo>
                    <a:pt x="9276" y="4846"/>
                    <a:pt x="9202" y="3871"/>
                    <a:pt x="8557" y="3306"/>
                  </a:cubicBezTo>
                  <a:cubicBezTo>
                    <a:pt x="7127" y="2075"/>
                    <a:pt x="5536" y="1056"/>
                    <a:pt x="3828" y="271"/>
                  </a:cubicBezTo>
                  <a:cubicBezTo>
                    <a:pt x="3443" y="93"/>
                    <a:pt x="3031" y="0"/>
                    <a:pt x="2614" y="0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47625" dir="1560000" algn="bl" rotWithShape="0">
                <a:srgbClr val="000000">
                  <a:alpha val="24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9"/>
            <p:cNvSpPr/>
            <p:nvPr/>
          </p:nvSpPr>
          <p:spPr>
            <a:xfrm>
              <a:off x="8107564" y="309522"/>
              <a:ext cx="468797" cy="324260"/>
            </a:xfrm>
            <a:custGeom>
              <a:avLst/>
              <a:gdLst/>
              <a:ahLst/>
              <a:cxnLst/>
              <a:rect l="l" t="t" r="r" b="b"/>
              <a:pathLst>
                <a:path w="6182" h="4276" extrusionOk="0">
                  <a:moveTo>
                    <a:pt x="3184" y="1"/>
                  </a:moveTo>
                  <a:cubicBezTo>
                    <a:pt x="2404" y="1"/>
                    <a:pt x="1843" y="154"/>
                    <a:pt x="1071" y="225"/>
                  </a:cubicBezTo>
                  <a:cubicBezTo>
                    <a:pt x="646" y="225"/>
                    <a:pt x="272" y="503"/>
                    <a:pt x="147" y="906"/>
                  </a:cubicBezTo>
                  <a:cubicBezTo>
                    <a:pt x="74" y="1156"/>
                    <a:pt x="23" y="1412"/>
                    <a:pt x="15" y="1676"/>
                  </a:cubicBezTo>
                  <a:cubicBezTo>
                    <a:pt x="1" y="1933"/>
                    <a:pt x="96" y="2182"/>
                    <a:pt x="279" y="2373"/>
                  </a:cubicBezTo>
                  <a:cubicBezTo>
                    <a:pt x="353" y="2453"/>
                    <a:pt x="426" y="2527"/>
                    <a:pt x="507" y="2607"/>
                  </a:cubicBezTo>
                  <a:cubicBezTo>
                    <a:pt x="507" y="2681"/>
                    <a:pt x="514" y="2761"/>
                    <a:pt x="521" y="2835"/>
                  </a:cubicBezTo>
                  <a:cubicBezTo>
                    <a:pt x="536" y="3084"/>
                    <a:pt x="565" y="3429"/>
                    <a:pt x="785" y="3590"/>
                  </a:cubicBezTo>
                  <a:cubicBezTo>
                    <a:pt x="848" y="3637"/>
                    <a:pt x="925" y="3661"/>
                    <a:pt x="1003" y="3661"/>
                  </a:cubicBezTo>
                  <a:cubicBezTo>
                    <a:pt x="1036" y="3661"/>
                    <a:pt x="1068" y="3657"/>
                    <a:pt x="1100" y="3649"/>
                  </a:cubicBezTo>
                  <a:cubicBezTo>
                    <a:pt x="1188" y="3619"/>
                    <a:pt x="1276" y="3575"/>
                    <a:pt x="1357" y="3531"/>
                  </a:cubicBezTo>
                  <a:cubicBezTo>
                    <a:pt x="1409" y="3508"/>
                    <a:pt x="1453" y="3498"/>
                    <a:pt x="1493" y="3498"/>
                  </a:cubicBezTo>
                  <a:cubicBezTo>
                    <a:pt x="1630" y="3498"/>
                    <a:pt x="1711" y="3616"/>
                    <a:pt x="1819" y="3729"/>
                  </a:cubicBezTo>
                  <a:cubicBezTo>
                    <a:pt x="1958" y="3883"/>
                    <a:pt x="2156" y="3905"/>
                    <a:pt x="2332" y="3956"/>
                  </a:cubicBezTo>
                  <a:lnTo>
                    <a:pt x="2406" y="3971"/>
                  </a:lnTo>
                  <a:cubicBezTo>
                    <a:pt x="2530" y="4037"/>
                    <a:pt x="2655" y="4103"/>
                    <a:pt x="2779" y="4154"/>
                  </a:cubicBezTo>
                  <a:cubicBezTo>
                    <a:pt x="2889" y="4206"/>
                    <a:pt x="3007" y="4242"/>
                    <a:pt x="3124" y="4250"/>
                  </a:cubicBezTo>
                  <a:cubicBezTo>
                    <a:pt x="3194" y="4268"/>
                    <a:pt x="3288" y="4276"/>
                    <a:pt x="3399" y="4276"/>
                  </a:cubicBezTo>
                  <a:cubicBezTo>
                    <a:pt x="3833" y="4276"/>
                    <a:pt x="4513" y="4154"/>
                    <a:pt x="4928" y="4037"/>
                  </a:cubicBezTo>
                  <a:cubicBezTo>
                    <a:pt x="4964" y="4030"/>
                    <a:pt x="5001" y="4015"/>
                    <a:pt x="5030" y="4008"/>
                  </a:cubicBezTo>
                  <a:lnTo>
                    <a:pt x="5067" y="3993"/>
                  </a:lnTo>
                  <a:lnTo>
                    <a:pt x="5133" y="3964"/>
                  </a:lnTo>
                  <a:lnTo>
                    <a:pt x="5170" y="3949"/>
                  </a:lnTo>
                  <a:lnTo>
                    <a:pt x="5228" y="3927"/>
                  </a:lnTo>
                  <a:lnTo>
                    <a:pt x="5265" y="3905"/>
                  </a:lnTo>
                  <a:lnTo>
                    <a:pt x="5316" y="3876"/>
                  </a:lnTo>
                  <a:lnTo>
                    <a:pt x="5353" y="3854"/>
                  </a:lnTo>
                  <a:lnTo>
                    <a:pt x="5404" y="3825"/>
                  </a:lnTo>
                  <a:lnTo>
                    <a:pt x="5441" y="3803"/>
                  </a:lnTo>
                  <a:lnTo>
                    <a:pt x="5485" y="3766"/>
                  </a:lnTo>
                  <a:lnTo>
                    <a:pt x="5522" y="3737"/>
                  </a:lnTo>
                  <a:lnTo>
                    <a:pt x="5566" y="3707"/>
                  </a:lnTo>
                  <a:lnTo>
                    <a:pt x="5595" y="3678"/>
                  </a:lnTo>
                  <a:cubicBezTo>
                    <a:pt x="5617" y="3663"/>
                    <a:pt x="5624" y="3649"/>
                    <a:pt x="5639" y="3634"/>
                  </a:cubicBezTo>
                  <a:cubicBezTo>
                    <a:pt x="5661" y="3619"/>
                    <a:pt x="5661" y="3619"/>
                    <a:pt x="5668" y="3612"/>
                  </a:cubicBezTo>
                  <a:cubicBezTo>
                    <a:pt x="5675" y="3597"/>
                    <a:pt x="5705" y="3575"/>
                    <a:pt x="5719" y="3561"/>
                  </a:cubicBezTo>
                  <a:lnTo>
                    <a:pt x="5749" y="3531"/>
                  </a:lnTo>
                  <a:lnTo>
                    <a:pt x="5800" y="3465"/>
                  </a:lnTo>
                  <a:lnTo>
                    <a:pt x="5829" y="3436"/>
                  </a:lnTo>
                  <a:lnTo>
                    <a:pt x="5859" y="3392"/>
                  </a:lnTo>
                  <a:lnTo>
                    <a:pt x="5888" y="3348"/>
                  </a:lnTo>
                  <a:lnTo>
                    <a:pt x="5910" y="3311"/>
                  </a:lnTo>
                  <a:cubicBezTo>
                    <a:pt x="5925" y="3297"/>
                    <a:pt x="5932" y="3282"/>
                    <a:pt x="5939" y="3267"/>
                  </a:cubicBezTo>
                  <a:lnTo>
                    <a:pt x="5961" y="3231"/>
                  </a:lnTo>
                  <a:lnTo>
                    <a:pt x="5991" y="3187"/>
                  </a:lnTo>
                  <a:lnTo>
                    <a:pt x="6005" y="3143"/>
                  </a:lnTo>
                  <a:cubicBezTo>
                    <a:pt x="6013" y="3128"/>
                    <a:pt x="6020" y="3113"/>
                    <a:pt x="6027" y="3099"/>
                  </a:cubicBezTo>
                  <a:lnTo>
                    <a:pt x="6049" y="3062"/>
                  </a:lnTo>
                  <a:cubicBezTo>
                    <a:pt x="6057" y="3040"/>
                    <a:pt x="6064" y="3025"/>
                    <a:pt x="6071" y="3011"/>
                  </a:cubicBezTo>
                  <a:lnTo>
                    <a:pt x="6079" y="2974"/>
                  </a:lnTo>
                  <a:cubicBezTo>
                    <a:pt x="6086" y="2952"/>
                    <a:pt x="6093" y="2937"/>
                    <a:pt x="6101" y="2915"/>
                  </a:cubicBezTo>
                  <a:cubicBezTo>
                    <a:pt x="6108" y="2901"/>
                    <a:pt x="6108" y="2901"/>
                    <a:pt x="6108" y="2886"/>
                  </a:cubicBezTo>
                  <a:cubicBezTo>
                    <a:pt x="6115" y="2879"/>
                    <a:pt x="6123" y="2849"/>
                    <a:pt x="6130" y="2827"/>
                  </a:cubicBezTo>
                  <a:lnTo>
                    <a:pt x="6130" y="2820"/>
                  </a:lnTo>
                  <a:cubicBezTo>
                    <a:pt x="6152" y="2739"/>
                    <a:pt x="6167" y="2651"/>
                    <a:pt x="6181" y="2563"/>
                  </a:cubicBezTo>
                  <a:cubicBezTo>
                    <a:pt x="6181" y="2563"/>
                    <a:pt x="6181" y="2556"/>
                    <a:pt x="6181" y="2556"/>
                  </a:cubicBezTo>
                  <a:cubicBezTo>
                    <a:pt x="6181" y="2527"/>
                    <a:pt x="6181" y="2505"/>
                    <a:pt x="6181" y="2483"/>
                  </a:cubicBezTo>
                  <a:cubicBezTo>
                    <a:pt x="6181" y="2475"/>
                    <a:pt x="6181" y="2468"/>
                    <a:pt x="6181" y="2461"/>
                  </a:cubicBezTo>
                  <a:lnTo>
                    <a:pt x="6181" y="2387"/>
                  </a:lnTo>
                  <a:lnTo>
                    <a:pt x="6181" y="2365"/>
                  </a:lnTo>
                  <a:cubicBezTo>
                    <a:pt x="6181" y="2343"/>
                    <a:pt x="6181" y="2314"/>
                    <a:pt x="6181" y="2292"/>
                  </a:cubicBezTo>
                  <a:lnTo>
                    <a:pt x="6181" y="2270"/>
                  </a:lnTo>
                  <a:cubicBezTo>
                    <a:pt x="6181" y="2248"/>
                    <a:pt x="6181" y="2219"/>
                    <a:pt x="6174" y="2197"/>
                  </a:cubicBezTo>
                  <a:lnTo>
                    <a:pt x="6174" y="2175"/>
                  </a:lnTo>
                  <a:cubicBezTo>
                    <a:pt x="6174" y="2153"/>
                    <a:pt x="6167" y="2124"/>
                    <a:pt x="6167" y="2102"/>
                  </a:cubicBezTo>
                  <a:lnTo>
                    <a:pt x="6167" y="2080"/>
                  </a:lnTo>
                  <a:cubicBezTo>
                    <a:pt x="6167" y="2058"/>
                    <a:pt x="6159" y="2036"/>
                    <a:pt x="6152" y="2006"/>
                  </a:cubicBezTo>
                  <a:lnTo>
                    <a:pt x="6152" y="1999"/>
                  </a:lnTo>
                  <a:cubicBezTo>
                    <a:pt x="6123" y="1874"/>
                    <a:pt x="6086" y="1757"/>
                    <a:pt x="6035" y="1647"/>
                  </a:cubicBezTo>
                  <a:cubicBezTo>
                    <a:pt x="5983" y="1537"/>
                    <a:pt x="5925" y="1442"/>
                    <a:pt x="5851" y="1346"/>
                  </a:cubicBezTo>
                  <a:cubicBezTo>
                    <a:pt x="5624" y="1038"/>
                    <a:pt x="5346" y="767"/>
                    <a:pt x="5038" y="540"/>
                  </a:cubicBezTo>
                  <a:cubicBezTo>
                    <a:pt x="4605" y="232"/>
                    <a:pt x="4084" y="49"/>
                    <a:pt x="3549" y="12"/>
                  </a:cubicBezTo>
                  <a:cubicBezTo>
                    <a:pt x="3422" y="4"/>
                    <a:pt x="3301" y="1"/>
                    <a:pt x="3184" y="1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38100" dir="18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5" name="Google Shape;1415;p39"/>
            <p:cNvGrpSpPr/>
            <p:nvPr/>
          </p:nvGrpSpPr>
          <p:grpSpPr>
            <a:xfrm>
              <a:off x="8042083" y="309522"/>
              <a:ext cx="727310" cy="1126871"/>
              <a:chOff x="8403013" y="3148575"/>
              <a:chExt cx="239775" cy="371500"/>
            </a:xfrm>
          </p:grpSpPr>
          <p:sp>
            <p:nvSpPr>
              <p:cNvPr id="1416" name="Google Shape;1416;p39"/>
              <p:cNvSpPr/>
              <p:nvPr/>
            </p:nvSpPr>
            <p:spPr>
              <a:xfrm>
                <a:off x="8403013" y="3362075"/>
                <a:ext cx="239775" cy="157925"/>
              </a:xfrm>
              <a:custGeom>
                <a:avLst/>
                <a:gdLst/>
                <a:ahLst/>
                <a:cxnLst/>
                <a:rect l="l" t="t" r="r" b="b"/>
                <a:pathLst>
                  <a:path w="9591" h="6317" extrusionOk="0">
                    <a:moveTo>
                      <a:pt x="2794" y="0"/>
                    </a:moveTo>
                    <a:cubicBezTo>
                      <a:pt x="2679" y="0"/>
                      <a:pt x="2564" y="8"/>
                      <a:pt x="2449" y="22"/>
                    </a:cubicBezTo>
                    <a:cubicBezTo>
                      <a:pt x="2068" y="66"/>
                      <a:pt x="1694" y="176"/>
                      <a:pt x="1350" y="330"/>
                    </a:cubicBezTo>
                    <a:cubicBezTo>
                      <a:pt x="250" y="836"/>
                      <a:pt x="1" y="2287"/>
                      <a:pt x="866" y="3138"/>
                    </a:cubicBezTo>
                    <a:cubicBezTo>
                      <a:pt x="2075" y="4348"/>
                      <a:pt x="3505" y="5315"/>
                      <a:pt x="5081" y="5997"/>
                    </a:cubicBezTo>
                    <a:cubicBezTo>
                      <a:pt x="5567" y="6210"/>
                      <a:pt x="6088" y="6317"/>
                      <a:pt x="6610" y="6317"/>
                    </a:cubicBezTo>
                    <a:cubicBezTo>
                      <a:pt x="6986" y="6317"/>
                      <a:pt x="7363" y="6262"/>
                      <a:pt x="7728" y="6151"/>
                    </a:cubicBezTo>
                    <a:cubicBezTo>
                      <a:pt x="7948" y="6085"/>
                      <a:pt x="8161" y="6005"/>
                      <a:pt x="8366" y="5909"/>
                    </a:cubicBezTo>
                    <a:cubicBezTo>
                      <a:pt x="9400" y="5433"/>
                      <a:pt x="9591" y="4047"/>
                      <a:pt x="8740" y="3299"/>
                    </a:cubicBezTo>
                    <a:cubicBezTo>
                      <a:pt x="7310" y="2075"/>
                      <a:pt x="5719" y="1056"/>
                      <a:pt x="4004" y="271"/>
                    </a:cubicBezTo>
                    <a:cubicBezTo>
                      <a:pt x="3625" y="93"/>
                      <a:pt x="3209" y="0"/>
                      <a:pt x="27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39"/>
              <p:cNvSpPr/>
              <p:nvPr/>
            </p:nvSpPr>
            <p:spPr>
              <a:xfrm>
                <a:off x="8408338" y="3393400"/>
                <a:ext cx="229325" cy="126675"/>
              </a:xfrm>
              <a:custGeom>
                <a:avLst/>
                <a:gdLst/>
                <a:ahLst/>
                <a:cxnLst/>
                <a:rect l="l" t="t" r="r" b="b"/>
                <a:pathLst>
                  <a:path w="9173" h="5067" extrusionOk="0">
                    <a:moveTo>
                      <a:pt x="257" y="1"/>
                    </a:moveTo>
                    <a:lnTo>
                      <a:pt x="257" y="1"/>
                    </a:lnTo>
                    <a:cubicBezTo>
                      <a:pt x="0" y="653"/>
                      <a:pt x="154" y="1394"/>
                      <a:pt x="653" y="1885"/>
                    </a:cubicBezTo>
                    <a:cubicBezTo>
                      <a:pt x="1877" y="3102"/>
                      <a:pt x="3321" y="4077"/>
                      <a:pt x="4912" y="4759"/>
                    </a:cubicBezTo>
                    <a:cubicBezTo>
                      <a:pt x="5390" y="4963"/>
                      <a:pt x="5899" y="5066"/>
                      <a:pt x="6411" y="5066"/>
                    </a:cubicBezTo>
                    <a:cubicBezTo>
                      <a:pt x="6779" y="5066"/>
                      <a:pt x="7149" y="5013"/>
                      <a:pt x="7508" y="4906"/>
                    </a:cubicBezTo>
                    <a:cubicBezTo>
                      <a:pt x="7728" y="4840"/>
                      <a:pt x="7948" y="4752"/>
                      <a:pt x="8160" y="4656"/>
                    </a:cubicBezTo>
                    <a:cubicBezTo>
                      <a:pt x="8806" y="4356"/>
                      <a:pt x="9172" y="3652"/>
                      <a:pt x="9040" y="2948"/>
                    </a:cubicBezTo>
                    <a:cubicBezTo>
                      <a:pt x="9033" y="2919"/>
                      <a:pt x="9026" y="2889"/>
                      <a:pt x="9018" y="2860"/>
                    </a:cubicBezTo>
                    <a:cubicBezTo>
                      <a:pt x="8936" y="2578"/>
                      <a:pt x="8651" y="2465"/>
                      <a:pt x="8282" y="2465"/>
                    </a:cubicBezTo>
                    <a:cubicBezTo>
                      <a:pt x="7729" y="2465"/>
                      <a:pt x="6988" y="2717"/>
                      <a:pt x="6452" y="3029"/>
                    </a:cubicBezTo>
                    <a:cubicBezTo>
                      <a:pt x="6342" y="3095"/>
                      <a:pt x="6240" y="3183"/>
                      <a:pt x="6159" y="3278"/>
                    </a:cubicBezTo>
                    <a:cubicBezTo>
                      <a:pt x="6137" y="3300"/>
                      <a:pt x="6122" y="3322"/>
                      <a:pt x="6100" y="3344"/>
                    </a:cubicBezTo>
                    <a:cubicBezTo>
                      <a:pt x="5932" y="3509"/>
                      <a:pt x="5713" y="3590"/>
                      <a:pt x="5493" y="3590"/>
                    </a:cubicBezTo>
                    <a:cubicBezTo>
                      <a:pt x="5243" y="3590"/>
                      <a:pt x="4993" y="3485"/>
                      <a:pt x="4817" y="3278"/>
                    </a:cubicBezTo>
                    <a:cubicBezTo>
                      <a:pt x="4275" y="2655"/>
                      <a:pt x="3065" y="1665"/>
                      <a:pt x="1159" y="1034"/>
                    </a:cubicBezTo>
                    <a:cubicBezTo>
                      <a:pt x="704" y="873"/>
                      <a:pt x="359" y="484"/>
                      <a:pt x="257" y="15"/>
                    </a:cubicBezTo>
                    <a:lnTo>
                      <a:pt x="2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9"/>
              <p:cNvSpPr/>
              <p:nvPr/>
            </p:nvSpPr>
            <p:spPr>
              <a:xfrm>
                <a:off x="8562288" y="3453200"/>
                <a:ext cx="26050" cy="20700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828" extrusionOk="0">
                    <a:moveTo>
                      <a:pt x="772" y="0"/>
                    </a:moveTo>
                    <a:cubicBezTo>
                      <a:pt x="757" y="0"/>
                      <a:pt x="742" y="2"/>
                      <a:pt x="727" y="6"/>
                    </a:cubicBezTo>
                    <a:cubicBezTo>
                      <a:pt x="646" y="21"/>
                      <a:pt x="580" y="65"/>
                      <a:pt x="543" y="131"/>
                    </a:cubicBezTo>
                    <a:cubicBezTo>
                      <a:pt x="507" y="189"/>
                      <a:pt x="485" y="263"/>
                      <a:pt x="485" y="329"/>
                    </a:cubicBezTo>
                    <a:cubicBezTo>
                      <a:pt x="441" y="292"/>
                      <a:pt x="382" y="263"/>
                      <a:pt x="316" y="248"/>
                    </a:cubicBezTo>
                    <a:cubicBezTo>
                      <a:pt x="306" y="247"/>
                      <a:pt x="296" y="247"/>
                      <a:pt x="286" y="247"/>
                    </a:cubicBezTo>
                    <a:cubicBezTo>
                      <a:pt x="216" y="247"/>
                      <a:pt x="147" y="269"/>
                      <a:pt x="89" y="314"/>
                    </a:cubicBezTo>
                    <a:cubicBezTo>
                      <a:pt x="38" y="358"/>
                      <a:pt x="1" y="424"/>
                      <a:pt x="1" y="497"/>
                    </a:cubicBezTo>
                    <a:cubicBezTo>
                      <a:pt x="1" y="651"/>
                      <a:pt x="155" y="798"/>
                      <a:pt x="177" y="813"/>
                    </a:cubicBezTo>
                    <a:cubicBezTo>
                      <a:pt x="184" y="820"/>
                      <a:pt x="199" y="820"/>
                      <a:pt x="213" y="827"/>
                    </a:cubicBezTo>
                    <a:lnTo>
                      <a:pt x="213" y="820"/>
                    </a:lnTo>
                    <a:cubicBezTo>
                      <a:pt x="265" y="820"/>
                      <a:pt x="287" y="761"/>
                      <a:pt x="250" y="725"/>
                    </a:cubicBezTo>
                    <a:cubicBezTo>
                      <a:pt x="177" y="666"/>
                      <a:pt x="125" y="585"/>
                      <a:pt x="111" y="497"/>
                    </a:cubicBezTo>
                    <a:cubicBezTo>
                      <a:pt x="111" y="461"/>
                      <a:pt x="133" y="424"/>
                      <a:pt x="162" y="402"/>
                    </a:cubicBezTo>
                    <a:cubicBezTo>
                      <a:pt x="199" y="373"/>
                      <a:pt x="250" y="358"/>
                      <a:pt x="301" y="358"/>
                    </a:cubicBezTo>
                    <a:cubicBezTo>
                      <a:pt x="382" y="387"/>
                      <a:pt x="463" y="446"/>
                      <a:pt x="507" y="519"/>
                    </a:cubicBezTo>
                    <a:cubicBezTo>
                      <a:pt x="523" y="536"/>
                      <a:pt x="540" y="544"/>
                      <a:pt x="559" y="544"/>
                    </a:cubicBezTo>
                    <a:cubicBezTo>
                      <a:pt x="566" y="544"/>
                      <a:pt x="573" y="543"/>
                      <a:pt x="580" y="541"/>
                    </a:cubicBezTo>
                    <a:cubicBezTo>
                      <a:pt x="602" y="527"/>
                      <a:pt x="617" y="497"/>
                      <a:pt x="609" y="475"/>
                    </a:cubicBezTo>
                    <a:cubicBezTo>
                      <a:pt x="587" y="380"/>
                      <a:pt x="595" y="277"/>
                      <a:pt x="631" y="189"/>
                    </a:cubicBezTo>
                    <a:cubicBezTo>
                      <a:pt x="661" y="145"/>
                      <a:pt x="697" y="123"/>
                      <a:pt x="749" y="116"/>
                    </a:cubicBezTo>
                    <a:cubicBezTo>
                      <a:pt x="755" y="114"/>
                      <a:pt x="762" y="113"/>
                      <a:pt x="769" y="113"/>
                    </a:cubicBezTo>
                    <a:cubicBezTo>
                      <a:pt x="789" y="113"/>
                      <a:pt x="813" y="120"/>
                      <a:pt x="829" y="131"/>
                    </a:cubicBezTo>
                    <a:cubicBezTo>
                      <a:pt x="888" y="197"/>
                      <a:pt x="917" y="277"/>
                      <a:pt x="925" y="365"/>
                    </a:cubicBezTo>
                    <a:cubicBezTo>
                      <a:pt x="931" y="391"/>
                      <a:pt x="948" y="411"/>
                      <a:pt x="977" y="411"/>
                    </a:cubicBezTo>
                    <a:cubicBezTo>
                      <a:pt x="981" y="411"/>
                      <a:pt x="986" y="410"/>
                      <a:pt x="991" y="409"/>
                    </a:cubicBezTo>
                    <a:cubicBezTo>
                      <a:pt x="1020" y="409"/>
                      <a:pt x="1042" y="380"/>
                      <a:pt x="1035" y="351"/>
                    </a:cubicBezTo>
                    <a:cubicBezTo>
                      <a:pt x="1035" y="329"/>
                      <a:pt x="1013" y="131"/>
                      <a:pt x="895" y="43"/>
                    </a:cubicBezTo>
                    <a:cubicBezTo>
                      <a:pt x="857" y="16"/>
                      <a:pt x="815" y="0"/>
                      <a:pt x="7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9"/>
              <p:cNvSpPr/>
              <p:nvPr/>
            </p:nvSpPr>
            <p:spPr>
              <a:xfrm>
                <a:off x="8513913" y="3439100"/>
                <a:ext cx="26050" cy="2032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813" extrusionOk="0">
                    <a:moveTo>
                      <a:pt x="279" y="1"/>
                    </a:moveTo>
                    <a:cubicBezTo>
                      <a:pt x="235" y="1"/>
                      <a:pt x="192" y="14"/>
                      <a:pt x="154" y="42"/>
                    </a:cubicBezTo>
                    <a:cubicBezTo>
                      <a:pt x="22" y="130"/>
                      <a:pt x="0" y="343"/>
                      <a:pt x="0" y="365"/>
                    </a:cubicBezTo>
                    <a:cubicBezTo>
                      <a:pt x="0" y="401"/>
                      <a:pt x="22" y="423"/>
                      <a:pt x="52" y="431"/>
                    </a:cubicBezTo>
                    <a:cubicBezTo>
                      <a:pt x="81" y="431"/>
                      <a:pt x="110" y="409"/>
                      <a:pt x="110" y="379"/>
                    </a:cubicBezTo>
                    <a:cubicBezTo>
                      <a:pt x="118" y="284"/>
                      <a:pt x="154" y="196"/>
                      <a:pt x="220" y="130"/>
                    </a:cubicBezTo>
                    <a:cubicBezTo>
                      <a:pt x="236" y="118"/>
                      <a:pt x="255" y="113"/>
                      <a:pt x="274" y="113"/>
                    </a:cubicBezTo>
                    <a:cubicBezTo>
                      <a:pt x="290" y="113"/>
                      <a:pt x="306" y="116"/>
                      <a:pt x="323" y="123"/>
                    </a:cubicBezTo>
                    <a:cubicBezTo>
                      <a:pt x="374" y="130"/>
                      <a:pt x="411" y="160"/>
                      <a:pt x="440" y="203"/>
                    </a:cubicBezTo>
                    <a:cubicBezTo>
                      <a:pt x="470" y="291"/>
                      <a:pt x="470" y="387"/>
                      <a:pt x="440" y="467"/>
                    </a:cubicBezTo>
                    <a:cubicBezTo>
                      <a:pt x="426" y="497"/>
                      <a:pt x="440" y="519"/>
                      <a:pt x="462" y="533"/>
                    </a:cubicBezTo>
                    <a:cubicBezTo>
                      <a:pt x="472" y="540"/>
                      <a:pt x="483" y="544"/>
                      <a:pt x="494" y="544"/>
                    </a:cubicBezTo>
                    <a:cubicBezTo>
                      <a:pt x="508" y="544"/>
                      <a:pt x="520" y="538"/>
                      <a:pt x="528" y="526"/>
                    </a:cubicBezTo>
                    <a:cubicBezTo>
                      <a:pt x="594" y="445"/>
                      <a:pt x="682" y="394"/>
                      <a:pt x="777" y="379"/>
                    </a:cubicBezTo>
                    <a:cubicBezTo>
                      <a:pt x="785" y="378"/>
                      <a:pt x="792" y="378"/>
                      <a:pt x="799" y="378"/>
                    </a:cubicBezTo>
                    <a:cubicBezTo>
                      <a:pt x="836" y="378"/>
                      <a:pt x="872" y="393"/>
                      <a:pt x="902" y="423"/>
                    </a:cubicBezTo>
                    <a:cubicBezTo>
                      <a:pt x="924" y="445"/>
                      <a:pt x="939" y="467"/>
                      <a:pt x="939" y="504"/>
                    </a:cubicBezTo>
                    <a:cubicBezTo>
                      <a:pt x="917" y="585"/>
                      <a:pt x="873" y="658"/>
                      <a:pt x="807" y="717"/>
                    </a:cubicBezTo>
                    <a:cubicBezTo>
                      <a:pt x="785" y="739"/>
                      <a:pt x="785" y="775"/>
                      <a:pt x="807" y="797"/>
                    </a:cubicBezTo>
                    <a:cubicBezTo>
                      <a:pt x="814" y="805"/>
                      <a:pt x="829" y="812"/>
                      <a:pt x="851" y="812"/>
                    </a:cubicBezTo>
                    <a:cubicBezTo>
                      <a:pt x="858" y="812"/>
                      <a:pt x="865" y="805"/>
                      <a:pt x="873" y="797"/>
                    </a:cubicBezTo>
                    <a:cubicBezTo>
                      <a:pt x="895" y="783"/>
                      <a:pt x="1041" y="651"/>
                      <a:pt x="1041" y="504"/>
                    </a:cubicBezTo>
                    <a:cubicBezTo>
                      <a:pt x="1041" y="438"/>
                      <a:pt x="1019" y="379"/>
                      <a:pt x="975" y="343"/>
                    </a:cubicBezTo>
                    <a:cubicBezTo>
                      <a:pt x="917" y="291"/>
                      <a:pt x="843" y="262"/>
                      <a:pt x="763" y="262"/>
                    </a:cubicBezTo>
                    <a:cubicBezTo>
                      <a:pt x="697" y="269"/>
                      <a:pt x="623" y="299"/>
                      <a:pt x="572" y="343"/>
                    </a:cubicBezTo>
                    <a:cubicBezTo>
                      <a:pt x="572" y="277"/>
                      <a:pt x="565" y="211"/>
                      <a:pt x="535" y="160"/>
                    </a:cubicBezTo>
                    <a:cubicBezTo>
                      <a:pt x="499" y="86"/>
                      <a:pt x="433" y="35"/>
                      <a:pt x="352" y="13"/>
                    </a:cubicBezTo>
                    <a:cubicBezTo>
                      <a:pt x="329" y="5"/>
                      <a:pt x="304" y="1"/>
                      <a:pt x="2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9"/>
              <p:cNvSpPr/>
              <p:nvPr/>
            </p:nvSpPr>
            <p:spPr>
              <a:xfrm>
                <a:off x="8556238" y="3421600"/>
                <a:ext cx="28250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11" extrusionOk="0">
                    <a:moveTo>
                      <a:pt x="302" y="0"/>
                    </a:moveTo>
                    <a:cubicBezTo>
                      <a:pt x="292" y="0"/>
                      <a:pt x="282" y="1"/>
                      <a:pt x="272" y="2"/>
                    </a:cubicBezTo>
                    <a:cubicBezTo>
                      <a:pt x="206" y="2"/>
                      <a:pt x="140" y="38"/>
                      <a:pt x="96" y="90"/>
                    </a:cubicBezTo>
                    <a:cubicBezTo>
                      <a:pt x="1" y="222"/>
                      <a:pt x="52" y="427"/>
                      <a:pt x="52" y="449"/>
                    </a:cubicBezTo>
                    <a:cubicBezTo>
                      <a:pt x="59" y="474"/>
                      <a:pt x="87" y="494"/>
                      <a:pt x="114" y="494"/>
                    </a:cubicBezTo>
                    <a:cubicBezTo>
                      <a:pt x="118" y="494"/>
                      <a:pt x="122" y="494"/>
                      <a:pt x="126" y="493"/>
                    </a:cubicBezTo>
                    <a:cubicBezTo>
                      <a:pt x="155" y="486"/>
                      <a:pt x="170" y="456"/>
                      <a:pt x="162" y="427"/>
                    </a:cubicBezTo>
                    <a:cubicBezTo>
                      <a:pt x="140" y="339"/>
                      <a:pt x="148" y="244"/>
                      <a:pt x="184" y="156"/>
                    </a:cubicBezTo>
                    <a:cubicBezTo>
                      <a:pt x="206" y="126"/>
                      <a:pt x="243" y="112"/>
                      <a:pt x="280" y="112"/>
                    </a:cubicBezTo>
                    <a:cubicBezTo>
                      <a:pt x="286" y="111"/>
                      <a:pt x="293" y="110"/>
                      <a:pt x="299" y="110"/>
                    </a:cubicBezTo>
                    <a:cubicBezTo>
                      <a:pt x="342" y="110"/>
                      <a:pt x="380" y="130"/>
                      <a:pt x="411" y="156"/>
                    </a:cubicBezTo>
                    <a:cubicBezTo>
                      <a:pt x="470" y="229"/>
                      <a:pt x="499" y="317"/>
                      <a:pt x="492" y="412"/>
                    </a:cubicBezTo>
                    <a:cubicBezTo>
                      <a:pt x="496" y="446"/>
                      <a:pt x="526" y="466"/>
                      <a:pt x="553" y="466"/>
                    </a:cubicBezTo>
                    <a:cubicBezTo>
                      <a:pt x="573" y="466"/>
                      <a:pt x="593" y="456"/>
                      <a:pt x="602" y="434"/>
                    </a:cubicBezTo>
                    <a:cubicBezTo>
                      <a:pt x="639" y="339"/>
                      <a:pt x="705" y="266"/>
                      <a:pt x="785" y="214"/>
                    </a:cubicBezTo>
                    <a:cubicBezTo>
                      <a:pt x="804" y="205"/>
                      <a:pt x="824" y="201"/>
                      <a:pt x="843" y="201"/>
                    </a:cubicBezTo>
                    <a:cubicBezTo>
                      <a:pt x="870" y="201"/>
                      <a:pt x="896" y="209"/>
                      <a:pt x="917" y="222"/>
                    </a:cubicBezTo>
                    <a:cubicBezTo>
                      <a:pt x="947" y="229"/>
                      <a:pt x="969" y="251"/>
                      <a:pt x="976" y="280"/>
                    </a:cubicBezTo>
                    <a:cubicBezTo>
                      <a:pt x="991" y="368"/>
                      <a:pt x="969" y="449"/>
                      <a:pt x="925" y="522"/>
                    </a:cubicBezTo>
                    <a:cubicBezTo>
                      <a:pt x="910" y="552"/>
                      <a:pt x="917" y="588"/>
                      <a:pt x="947" y="603"/>
                    </a:cubicBezTo>
                    <a:cubicBezTo>
                      <a:pt x="954" y="603"/>
                      <a:pt x="961" y="610"/>
                      <a:pt x="969" y="610"/>
                    </a:cubicBezTo>
                    <a:cubicBezTo>
                      <a:pt x="991" y="610"/>
                      <a:pt x="1013" y="596"/>
                      <a:pt x="1027" y="581"/>
                    </a:cubicBezTo>
                    <a:cubicBezTo>
                      <a:pt x="1035" y="559"/>
                      <a:pt x="1130" y="383"/>
                      <a:pt x="1086" y="244"/>
                    </a:cubicBezTo>
                    <a:cubicBezTo>
                      <a:pt x="1071" y="185"/>
                      <a:pt x="1027" y="141"/>
                      <a:pt x="969" y="112"/>
                    </a:cubicBezTo>
                    <a:cubicBezTo>
                      <a:pt x="932" y="95"/>
                      <a:pt x="890" y="86"/>
                      <a:pt x="848" y="86"/>
                    </a:cubicBezTo>
                    <a:cubicBezTo>
                      <a:pt x="814" y="86"/>
                      <a:pt x="781" y="91"/>
                      <a:pt x="749" y="104"/>
                    </a:cubicBezTo>
                    <a:cubicBezTo>
                      <a:pt x="683" y="134"/>
                      <a:pt x="631" y="185"/>
                      <a:pt x="587" y="236"/>
                    </a:cubicBezTo>
                    <a:cubicBezTo>
                      <a:pt x="573" y="178"/>
                      <a:pt x="543" y="119"/>
                      <a:pt x="492" y="75"/>
                    </a:cubicBezTo>
                    <a:cubicBezTo>
                      <a:pt x="441" y="24"/>
                      <a:pt x="372" y="0"/>
                      <a:pt x="3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9"/>
              <p:cNvSpPr/>
              <p:nvPr/>
            </p:nvSpPr>
            <p:spPr>
              <a:xfrm>
                <a:off x="8519213" y="3405100"/>
                <a:ext cx="22950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918" h="611" extrusionOk="0">
                    <a:moveTo>
                      <a:pt x="242" y="0"/>
                    </a:moveTo>
                    <a:cubicBezTo>
                      <a:pt x="190" y="0"/>
                      <a:pt x="135" y="21"/>
                      <a:pt x="96" y="53"/>
                    </a:cubicBezTo>
                    <a:cubicBezTo>
                      <a:pt x="30" y="141"/>
                      <a:pt x="1" y="251"/>
                      <a:pt x="16" y="354"/>
                    </a:cubicBezTo>
                    <a:cubicBezTo>
                      <a:pt x="23" y="383"/>
                      <a:pt x="45" y="405"/>
                      <a:pt x="74" y="405"/>
                    </a:cubicBezTo>
                    <a:cubicBezTo>
                      <a:pt x="104" y="405"/>
                      <a:pt x="133" y="376"/>
                      <a:pt x="126" y="346"/>
                    </a:cubicBezTo>
                    <a:cubicBezTo>
                      <a:pt x="118" y="273"/>
                      <a:pt x="133" y="200"/>
                      <a:pt x="177" y="134"/>
                    </a:cubicBezTo>
                    <a:cubicBezTo>
                      <a:pt x="199" y="119"/>
                      <a:pt x="228" y="112"/>
                      <a:pt x="250" y="112"/>
                    </a:cubicBezTo>
                    <a:cubicBezTo>
                      <a:pt x="294" y="112"/>
                      <a:pt x="331" y="134"/>
                      <a:pt x="353" y="163"/>
                    </a:cubicBezTo>
                    <a:cubicBezTo>
                      <a:pt x="389" y="229"/>
                      <a:pt x="397" y="302"/>
                      <a:pt x="389" y="376"/>
                    </a:cubicBezTo>
                    <a:cubicBezTo>
                      <a:pt x="380" y="413"/>
                      <a:pt x="410" y="439"/>
                      <a:pt x="440" y="439"/>
                    </a:cubicBezTo>
                    <a:cubicBezTo>
                      <a:pt x="457" y="439"/>
                      <a:pt x="474" y="431"/>
                      <a:pt x="485" y="412"/>
                    </a:cubicBezTo>
                    <a:cubicBezTo>
                      <a:pt x="529" y="339"/>
                      <a:pt x="587" y="288"/>
                      <a:pt x="661" y="258"/>
                    </a:cubicBezTo>
                    <a:cubicBezTo>
                      <a:pt x="670" y="257"/>
                      <a:pt x="679" y="256"/>
                      <a:pt x="688" y="256"/>
                    </a:cubicBezTo>
                    <a:cubicBezTo>
                      <a:pt x="715" y="256"/>
                      <a:pt x="741" y="264"/>
                      <a:pt x="763" y="280"/>
                    </a:cubicBezTo>
                    <a:cubicBezTo>
                      <a:pt x="785" y="288"/>
                      <a:pt x="800" y="310"/>
                      <a:pt x="800" y="332"/>
                    </a:cubicBezTo>
                    <a:cubicBezTo>
                      <a:pt x="800" y="398"/>
                      <a:pt x="771" y="464"/>
                      <a:pt x="727" y="515"/>
                    </a:cubicBezTo>
                    <a:cubicBezTo>
                      <a:pt x="705" y="544"/>
                      <a:pt x="712" y="574"/>
                      <a:pt x="734" y="596"/>
                    </a:cubicBezTo>
                    <a:cubicBezTo>
                      <a:pt x="741" y="603"/>
                      <a:pt x="756" y="610"/>
                      <a:pt x="771" y="610"/>
                    </a:cubicBezTo>
                    <a:cubicBezTo>
                      <a:pt x="785" y="610"/>
                      <a:pt x="807" y="603"/>
                      <a:pt x="815" y="581"/>
                    </a:cubicBezTo>
                    <a:cubicBezTo>
                      <a:pt x="881" y="508"/>
                      <a:pt x="917" y="412"/>
                      <a:pt x="917" y="310"/>
                    </a:cubicBezTo>
                    <a:cubicBezTo>
                      <a:pt x="903" y="258"/>
                      <a:pt x="873" y="207"/>
                      <a:pt x="829" y="185"/>
                    </a:cubicBezTo>
                    <a:cubicBezTo>
                      <a:pt x="788" y="154"/>
                      <a:pt x="744" y="142"/>
                      <a:pt x="698" y="142"/>
                    </a:cubicBezTo>
                    <a:cubicBezTo>
                      <a:pt x="679" y="142"/>
                      <a:pt x="659" y="144"/>
                      <a:pt x="639" y="148"/>
                    </a:cubicBezTo>
                    <a:cubicBezTo>
                      <a:pt x="587" y="163"/>
                      <a:pt x="536" y="185"/>
                      <a:pt x="499" y="229"/>
                    </a:cubicBezTo>
                    <a:cubicBezTo>
                      <a:pt x="492" y="178"/>
                      <a:pt x="477" y="134"/>
                      <a:pt x="448" y="97"/>
                    </a:cubicBezTo>
                    <a:cubicBezTo>
                      <a:pt x="404" y="38"/>
                      <a:pt x="338" y="2"/>
                      <a:pt x="265" y="2"/>
                    </a:cubicBezTo>
                    <a:cubicBezTo>
                      <a:pt x="257" y="1"/>
                      <a:pt x="250" y="0"/>
                      <a:pt x="2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9"/>
              <p:cNvSpPr/>
              <p:nvPr/>
            </p:nvSpPr>
            <p:spPr>
              <a:xfrm>
                <a:off x="8442413" y="3372650"/>
                <a:ext cx="27150" cy="18200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728" extrusionOk="0">
                    <a:moveTo>
                      <a:pt x="837" y="1"/>
                    </a:moveTo>
                    <a:cubicBezTo>
                      <a:pt x="830" y="1"/>
                      <a:pt x="822" y="1"/>
                      <a:pt x="815" y="2"/>
                    </a:cubicBezTo>
                    <a:cubicBezTo>
                      <a:pt x="741" y="2"/>
                      <a:pt x="668" y="31"/>
                      <a:pt x="617" y="90"/>
                    </a:cubicBezTo>
                    <a:cubicBezTo>
                      <a:pt x="573" y="149"/>
                      <a:pt x="543" y="215"/>
                      <a:pt x="529" y="281"/>
                    </a:cubicBezTo>
                    <a:cubicBezTo>
                      <a:pt x="492" y="237"/>
                      <a:pt x="433" y="200"/>
                      <a:pt x="375" y="178"/>
                    </a:cubicBezTo>
                    <a:cubicBezTo>
                      <a:pt x="348" y="170"/>
                      <a:pt x="320" y="166"/>
                      <a:pt x="292" y="166"/>
                    </a:cubicBezTo>
                    <a:cubicBezTo>
                      <a:pt x="240" y="166"/>
                      <a:pt x="187" y="179"/>
                      <a:pt x="140" y="207"/>
                    </a:cubicBezTo>
                    <a:cubicBezTo>
                      <a:pt x="82" y="244"/>
                      <a:pt x="38" y="303"/>
                      <a:pt x="23" y="369"/>
                    </a:cubicBezTo>
                    <a:cubicBezTo>
                      <a:pt x="1" y="523"/>
                      <a:pt x="140" y="691"/>
                      <a:pt x="155" y="706"/>
                    </a:cubicBezTo>
                    <a:cubicBezTo>
                      <a:pt x="162" y="721"/>
                      <a:pt x="177" y="728"/>
                      <a:pt x="199" y="728"/>
                    </a:cubicBezTo>
                    <a:cubicBezTo>
                      <a:pt x="206" y="728"/>
                      <a:pt x="221" y="721"/>
                      <a:pt x="228" y="713"/>
                    </a:cubicBezTo>
                    <a:cubicBezTo>
                      <a:pt x="257" y="699"/>
                      <a:pt x="257" y="662"/>
                      <a:pt x="235" y="640"/>
                    </a:cubicBezTo>
                    <a:cubicBezTo>
                      <a:pt x="177" y="567"/>
                      <a:pt x="140" y="479"/>
                      <a:pt x="133" y="391"/>
                    </a:cubicBezTo>
                    <a:cubicBezTo>
                      <a:pt x="140" y="354"/>
                      <a:pt x="170" y="325"/>
                      <a:pt x="199" y="310"/>
                    </a:cubicBezTo>
                    <a:cubicBezTo>
                      <a:pt x="228" y="290"/>
                      <a:pt x="261" y="281"/>
                      <a:pt x="294" y="281"/>
                    </a:cubicBezTo>
                    <a:cubicBezTo>
                      <a:pt x="311" y="281"/>
                      <a:pt x="328" y="283"/>
                      <a:pt x="345" y="288"/>
                    </a:cubicBezTo>
                    <a:cubicBezTo>
                      <a:pt x="455" y="317"/>
                      <a:pt x="529" y="471"/>
                      <a:pt x="529" y="471"/>
                    </a:cubicBezTo>
                    <a:cubicBezTo>
                      <a:pt x="538" y="495"/>
                      <a:pt x="557" y="505"/>
                      <a:pt x="577" y="505"/>
                    </a:cubicBezTo>
                    <a:cubicBezTo>
                      <a:pt x="606" y="505"/>
                      <a:pt x="636" y="482"/>
                      <a:pt x="631" y="442"/>
                    </a:cubicBezTo>
                    <a:cubicBezTo>
                      <a:pt x="624" y="339"/>
                      <a:pt x="646" y="244"/>
                      <a:pt x="697" y="163"/>
                    </a:cubicBezTo>
                    <a:cubicBezTo>
                      <a:pt x="727" y="127"/>
                      <a:pt x="771" y="112"/>
                      <a:pt x="815" y="112"/>
                    </a:cubicBezTo>
                    <a:cubicBezTo>
                      <a:pt x="820" y="111"/>
                      <a:pt x="825" y="110"/>
                      <a:pt x="831" y="110"/>
                    </a:cubicBezTo>
                    <a:cubicBezTo>
                      <a:pt x="855" y="110"/>
                      <a:pt x="877" y="122"/>
                      <a:pt x="895" y="134"/>
                    </a:cubicBezTo>
                    <a:cubicBezTo>
                      <a:pt x="947" y="207"/>
                      <a:pt x="969" y="295"/>
                      <a:pt x="961" y="383"/>
                    </a:cubicBezTo>
                    <a:cubicBezTo>
                      <a:pt x="961" y="413"/>
                      <a:pt x="983" y="435"/>
                      <a:pt x="1013" y="442"/>
                    </a:cubicBezTo>
                    <a:cubicBezTo>
                      <a:pt x="1042" y="442"/>
                      <a:pt x="1064" y="420"/>
                      <a:pt x="1071" y="391"/>
                    </a:cubicBezTo>
                    <a:cubicBezTo>
                      <a:pt x="1079" y="361"/>
                      <a:pt x="1086" y="163"/>
                      <a:pt x="983" y="61"/>
                    </a:cubicBezTo>
                    <a:cubicBezTo>
                      <a:pt x="945" y="22"/>
                      <a:pt x="890" y="1"/>
                      <a:pt x="8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9"/>
              <p:cNvSpPr/>
              <p:nvPr/>
            </p:nvSpPr>
            <p:spPr>
              <a:xfrm>
                <a:off x="8484038" y="3388950"/>
                <a:ext cx="286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516" extrusionOk="0">
                    <a:moveTo>
                      <a:pt x="311" y="0"/>
                    </a:moveTo>
                    <a:cubicBezTo>
                      <a:pt x="287" y="0"/>
                      <a:pt x="264" y="3"/>
                      <a:pt x="242" y="10"/>
                    </a:cubicBezTo>
                    <a:cubicBezTo>
                      <a:pt x="169" y="17"/>
                      <a:pt x="110" y="61"/>
                      <a:pt x="74" y="120"/>
                    </a:cubicBezTo>
                    <a:cubicBezTo>
                      <a:pt x="0" y="259"/>
                      <a:pt x="81" y="457"/>
                      <a:pt x="88" y="487"/>
                    </a:cubicBezTo>
                    <a:cubicBezTo>
                      <a:pt x="96" y="501"/>
                      <a:pt x="118" y="516"/>
                      <a:pt x="139" y="516"/>
                    </a:cubicBezTo>
                    <a:lnTo>
                      <a:pt x="154" y="516"/>
                    </a:lnTo>
                    <a:cubicBezTo>
                      <a:pt x="183" y="501"/>
                      <a:pt x="198" y="472"/>
                      <a:pt x="183" y="443"/>
                    </a:cubicBezTo>
                    <a:cubicBezTo>
                      <a:pt x="147" y="362"/>
                      <a:pt x="139" y="267"/>
                      <a:pt x="169" y="179"/>
                    </a:cubicBezTo>
                    <a:cubicBezTo>
                      <a:pt x="191" y="142"/>
                      <a:pt x="220" y="120"/>
                      <a:pt x="257" y="120"/>
                    </a:cubicBezTo>
                    <a:cubicBezTo>
                      <a:pt x="274" y="115"/>
                      <a:pt x="291" y="113"/>
                      <a:pt x="308" y="113"/>
                    </a:cubicBezTo>
                    <a:cubicBezTo>
                      <a:pt x="342" y="113"/>
                      <a:pt x="374" y="122"/>
                      <a:pt x="403" y="142"/>
                    </a:cubicBezTo>
                    <a:cubicBezTo>
                      <a:pt x="469" y="208"/>
                      <a:pt x="506" y="289"/>
                      <a:pt x="521" y="377"/>
                    </a:cubicBezTo>
                    <a:cubicBezTo>
                      <a:pt x="521" y="411"/>
                      <a:pt x="547" y="430"/>
                      <a:pt x="575" y="430"/>
                    </a:cubicBezTo>
                    <a:cubicBezTo>
                      <a:pt x="599" y="430"/>
                      <a:pt x="624" y="415"/>
                      <a:pt x="631" y="384"/>
                    </a:cubicBezTo>
                    <a:cubicBezTo>
                      <a:pt x="653" y="289"/>
                      <a:pt x="704" y="208"/>
                      <a:pt x="777" y="142"/>
                    </a:cubicBezTo>
                    <a:cubicBezTo>
                      <a:pt x="806" y="128"/>
                      <a:pt x="834" y="120"/>
                      <a:pt x="865" y="120"/>
                    </a:cubicBezTo>
                    <a:cubicBezTo>
                      <a:pt x="881" y="120"/>
                      <a:pt x="898" y="122"/>
                      <a:pt x="917" y="127"/>
                    </a:cubicBezTo>
                    <a:cubicBezTo>
                      <a:pt x="939" y="135"/>
                      <a:pt x="968" y="157"/>
                      <a:pt x="983" y="179"/>
                    </a:cubicBezTo>
                    <a:cubicBezTo>
                      <a:pt x="1005" y="267"/>
                      <a:pt x="997" y="355"/>
                      <a:pt x="961" y="435"/>
                    </a:cubicBezTo>
                    <a:cubicBezTo>
                      <a:pt x="942" y="477"/>
                      <a:pt x="976" y="510"/>
                      <a:pt x="1011" y="510"/>
                    </a:cubicBezTo>
                    <a:cubicBezTo>
                      <a:pt x="1032" y="510"/>
                      <a:pt x="1053" y="499"/>
                      <a:pt x="1063" y="472"/>
                    </a:cubicBezTo>
                    <a:cubicBezTo>
                      <a:pt x="1071" y="450"/>
                      <a:pt x="1144" y="267"/>
                      <a:pt x="1078" y="135"/>
                    </a:cubicBezTo>
                    <a:cubicBezTo>
                      <a:pt x="1056" y="76"/>
                      <a:pt x="1005" y="39"/>
                      <a:pt x="946" y="25"/>
                    </a:cubicBezTo>
                    <a:cubicBezTo>
                      <a:pt x="918" y="16"/>
                      <a:pt x="890" y="12"/>
                      <a:pt x="862" y="12"/>
                    </a:cubicBezTo>
                    <a:cubicBezTo>
                      <a:pt x="814" y="12"/>
                      <a:pt x="767" y="24"/>
                      <a:pt x="726" y="47"/>
                    </a:cubicBezTo>
                    <a:cubicBezTo>
                      <a:pt x="660" y="83"/>
                      <a:pt x="616" y="142"/>
                      <a:pt x="587" y="201"/>
                    </a:cubicBezTo>
                    <a:cubicBezTo>
                      <a:pt x="557" y="142"/>
                      <a:pt x="521" y="91"/>
                      <a:pt x="469" y="54"/>
                    </a:cubicBezTo>
                    <a:cubicBezTo>
                      <a:pt x="423" y="18"/>
                      <a:pt x="366" y="0"/>
                      <a:pt x="3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9"/>
              <p:cNvSpPr/>
              <p:nvPr/>
            </p:nvSpPr>
            <p:spPr>
              <a:xfrm>
                <a:off x="8456163" y="3403375"/>
                <a:ext cx="26250" cy="204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819" extrusionOk="0">
                    <a:moveTo>
                      <a:pt x="284" y="0"/>
                    </a:moveTo>
                    <a:cubicBezTo>
                      <a:pt x="240" y="0"/>
                      <a:pt x="200" y="13"/>
                      <a:pt x="162" y="41"/>
                    </a:cubicBezTo>
                    <a:cubicBezTo>
                      <a:pt x="30" y="129"/>
                      <a:pt x="8" y="342"/>
                      <a:pt x="8" y="364"/>
                    </a:cubicBezTo>
                    <a:cubicBezTo>
                      <a:pt x="1" y="393"/>
                      <a:pt x="23" y="423"/>
                      <a:pt x="52" y="423"/>
                    </a:cubicBezTo>
                    <a:cubicBezTo>
                      <a:pt x="57" y="424"/>
                      <a:pt x="61" y="424"/>
                      <a:pt x="66" y="424"/>
                    </a:cubicBezTo>
                    <a:cubicBezTo>
                      <a:pt x="94" y="424"/>
                      <a:pt x="112" y="403"/>
                      <a:pt x="118" y="371"/>
                    </a:cubicBezTo>
                    <a:cubicBezTo>
                      <a:pt x="118" y="283"/>
                      <a:pt x="162" y="195"/>
                      <a:pt x="221" y="129"/>
                    </a:cubicBezTo>
                    <a:cubicBezTo>
                      <a:pt x="239" y="116"/>
                      <a:pt x="264" y="110"/>
                      <a:pt x="289" y="110"/>
                    </a:cubicBezTo>
                    <a:cubicBezTo>
                      <a:pt x="303" y="110"/>
                      <a:pt x="317" y="112"/>
                      <a:pt x="331" y="115"/>
                    </a:cubicBezTo>
                    <a:cubicBezTo>
                      <a:pt x="375" y="129"/>
                      <a:pt x="419" y="166"/>
                      <a:pt x="441" y="210"/>
                    </a:cubicBezTo>
                    <a:cubicBezTo>
                      <a:pt x="470" y="291"/>
                      <a:pt x="470" y="386"/>
                      <a:pt x="441" y="474"/>
                    </a:cubicBezTo>
                    <a:cubicBezTo>
                      <a:pt x="430" y="511"/>
                      <a:pt x="461" y="540"/>
                      <a:pt x="496" y="540"/>
                    </a:cubicBezTo>
                    <a:cubicBezTo>
                      <a:pt x="509" y="540"/>
                      <a:pt x="524" y="536"/>
                      <a:pt x="536" y="525"/>
                    </a:cubicBezTo>
                    <a:cubicBezTo>
                      <a:pt x="595" y="452"/>
                      <a:pt x="683" y="401"/>
                      <a:pt x="778" y="379"/>
                    </a:cubicBezTo>
                    <a:cubicBezTo>
                      <a:pt x="822" y="379"/>
                      <a:pt x="873" y="393"/>
                      <a:pt x="903" y="430"/>
                    </a:cubicBezTo>
                    <a:cubicBezTo>
                      <a:pt x="925" y="445"/>
                      <a:pt x="939" y="474"/>
                      <a:pt x="939" y="503"/>
                    </a:cubicBezTo>
                    <a:cubicBezTo>
                      <a:pt x="917" y="591"/>
                      <a:pt x="873" y="665"/>
                      <a:pt x="807" y="723"/>
                    </a:cubicBezTo>
                    <a:cubicBezTo>
                      <a:pt x="771" y="753"/>
                      <a:pt x="793" y="819"/>
                      <a:pt x="844" y="819"/>
                    </a:cubicBezTo>
                    <a:cubicBezTo>
                      <a:pt x="859" y="811"/>
                      <a:pt x="873" y="811"/>
                      <a:pt x="881" y="797"/>
                    </a:cubicBezTo>
                    <a:cubicBezTo>
                      <a:pt x="895" y="782"/>
                      <a:pt x="1049" y="650"/>
                      <a:pt x="1049" y="503"/>
                    </a:cubicBezTo>
                    <a:cubicBezTo>
                      <a:pt x="1049" y="445"/>
                      <a:pt x="1020" y="386"/>
                      <a:pt x="976" y="342"/>
                    </a:cubicBezTo>
                    <a:cubicBezTo>
                      <a:pt x="925" y="291"/>
                      <a:pt x="844" y="261"/>
                      <a:pt x="771" y="261"/>
                    </a:cubicBezTo>
                    <a:cubicBezTo>
                      <a:pt x="697" y="269"/>
                      <a:pt x="631" y="298"/>
                      <a:pt x="573" y="335"/>
                    </a:cubicBezTo>
                    <a:cubicBezTo>
                      <a:pt x="580" y="276"/>
                      <a:pt x="565" y="210"/>
                      <a:pt x="543" y="151"/>
                    </a:cubicBezTo>
                    <a:cubicBezTo>
                      <a:pt x="499" y="78"/>
                      <a:pt x="433" y="27"/>
                      <a:pt x="360" y="12"/>
                    </a:cubicBezTo>
                    <a:cubicBezTo>
                      <a:pt x="334" y="4"/>
                      <a:pt x="308" y="0"/>
                      <a:pt x="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9"/>
              <p:cNvSpPr/>
              <p:nvPr/>
            </p:nvSpPr>
            <p:spPr>
              <a:xfrm>
                <a:off x="8600613" y="3439450"/>
                <a:ext cx="8075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38" extrusionOk="0">
                    <a:moveTo>
                      <a:pt x="221" y="1"/>
                    </a:moveTo>
                    <a:cubicBezTo>
                      <a:pt x="204" y="1"/>
                      <a:pt x="187" y="10"/>
                      <a:pt x="176" y="28"/>
                    </a:cubicBezTo>
                    <a:cubicBezTo>
                      <a:pt x="154" y="43"/>
                      <a:pt x="147" y="65"/>
                      <a:pt x="125" y="72"/>
                    </a:cubicBezTo>
                    <a:cubicBezTo>
                      <a:pt x="103" y="87"/>
                      <a:pt x="81" y="94"/>
                      <a:pt x="59" y="102"/>
                    </a:cubicBezTo>
                    <a:cubicBezTo>
                      <a:pt x="37" y="102"/>
                      <a:pt x="22" y="116"/>
                      <a:pt x="15" y="131"/>
                    </a:cubicBezTo>
                    <a:cubicBezTo>
                      <a:pt x="0" y="153"/>
                      <a:pt x="15" y="182"/>
                      <a:pt x="30" y="197"/>
                    </a:cubicBezTo>
                    <a:cubicBezTo>
                      <a:pt x="52" y="211"/>
                      <a:pt x="74" y="219"/>
                      <a:pt x="96" y="226"/>
                    </a:cubicBezTo>
                    <a:cubicBezTo>
                      <a:pt x="121" y="233"/>
                      <a:pt x="147" y="237"/>
                      <a:pt x="172" y="237"/>
                    </a:cubicBezTo>
                    <a:cubicBezTo>
                      <a:pt x="196" y="237"/>
                      <a:pt x="220" y="233"/>
                      <a:pt x="242" y="226"/>
                    </a:cubicBezTo>
                    <a:cubicBezTo>
                      <a:pt x="315" y="182"/>
                      <a:pt x="323" y="87"/>
                      <a:pt x="271" y="28"/>
                    </a:cubicBezTo>
                    <a:cubicBezTo>
                      <a:pt x="257" y="10"/>
                      <a:pt x="238" y="1"/>
                      <a:pt x="2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9"/>
              <p:cNvSpPr/>
              <p:nvPr/>
            </p:nvSpPr>
            <p:spPr>
              <a:xfrm>
                <a:off x="8494663" y="3424400"/>
                <a:ext cx="1065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426" h="291" extrusionOk="0">
                    <a:moveTo>
                      <a:pt x="121" y="0"/>
                    </a:moveTo>
                    <a:cubicBezTo>
                      <a:pt x="113" y="0"/>
                      <a:pt x="105" y="2"/>
                      <a:pt x="96" y="7"/>
                    </a:cubicBezTo>
                    <a:cubicBezTo>
                      <a:pt x="15" y="29"/>
                      <a:pt x="0" y="161"/>
                      <a:pt x="30" y="227"/>
                    </a:cubicBezTo>
                    <a:cubicBezTo>
                      <a:pt x="53" y="268"/>
                      <a:pt x="100" y="290"/>
                      <a:pt x="144" y="290"/>
                    </a:cubicBezTo>
                    <a:cubicBezTo>
                      <a:pt x="155" y="290"/>
                      <a:pt x="166" y="289"/>
                      <a:pt x="176" y="286"/>
                    </a:cubicBezTo>
                    <a:cubicBezTo>
                      <a:pt x="202" y="280"/>
                      <a:pt x="228" y="275"/>
                      <a:pt x="254" y="275"/>
                    </a:cubicBezTo>
                    <a:cubicBezTo>
                      <a:pt x="265" y="275"/>
                      <a:pt x="276" y="276"/>
                      <a:pt x="286" y="278"/>
                    </a:cubicBezTo>
                    <a:cubicBezTo>
                      <a:pt x="308" y="278"/>
                      <a:pt x="330" y="286"/>
                      <a:pt x="345" y="286"/>
                    </a:cubicBezTo>
                    <a:cubicBezTo>
                      <a:pt x="351" y="288"/>
                      <a:pt x="358" y="289"/>
                      <a:pt x="364" y="289"/>
                    </a:cubicBezTo>
                    <a:cubicBezTo>
                      <a:pt x="379" y="289"/>
                      <a:pt x="393" y="283"/>
                      <a:pt x="404" y="278"/>
                    </a:cubicBezTo>
                    <a:cubicBezTo>
                      <a:pt x="426" y="249"/>
                      <a:pt x="426" y="212"/>
                      <a:pt x="404" y="183"/>
                    </a:cubicBezTo>
                    <a:cubicBezTo>
                      <a:pt x="382" y="161"/>
                      <a:pt x="352" y="139"/>
                      <a:pt x="316" y="132"/>
                    </a:cubicBezTo>
                    <a:cubicBezTo>
                      <a:pt x="264" y="124"/>
                      <a:pt x="220" y="95"/>
                      <a:pt x="184" y="51"/>
                    </a:cubicBezTo>
                    <a:cubicBezTo>
                      <a:pt x="166" y="28"/>
                      <a:pt x="149" y="0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9"/>
              <p:cNvSpPr/>
              <p:nvPr/>
            </p:nvSpPr>
            <p:spPr>
              <a:xfrm>
                <a:off x="8480913" y="3375850"/>
                <a:ext cx="1010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234" extrusionOk="0">
                    <a:moveTo>
                      <a:pt x="170" y="1"/>
                    </a:moveTo>
                    <a:cubicBezTo>
                      <a:pt x="153" y="1"/>
                      <a:pt x="138" y="4"/>
                      <a:pt x="125" y="13"/>
                    </a:cubicBezTo>
                    <a:cubicBezTo>
                      <a:pt x="96" y="21"/>
                      <a:pt x="81" y="57"/>
                      <a:pt x="67" y="79"/>
                    </a:cubicBezTo>
                    <a:cubicBezTo>
                      <a:pt x="45" y="101"/>
                      <a:pt x="1" y="131"/>
                      <a:pt x="8" y="175"/>
                    </a:cubicBezTo>
                    <a:cubicBezTo>
                      <a:pt x="8" y="197"/>
                      <a:pt x="30" y="219"/>
                      <a:pt x="52" y="226"/>
                    </a:cubicBezTo>
                    <a:cubicBezTo>
                      <a:pt x="74" y="233"/>
                      <a:pt x="96" y="233"/>
                      <a:pt x="125" y="233"/>
                    </a:cubicBezTo>
                    <a:lnTo>
                      <a:pt x="294" y="226"/>
                    </a:lnTo>
                    <a:cubicBezTo>
                      <a:pt x="330" y="226"/>
                      <a:pt x="360" y="219"/>
                      <a:pt x="382" y="197"/>
                    </a:cubicBezTo>
                    <a:cubicBezTo>
                      <a:pt x="404" y="167"/>
                      <a:pt x="404" y="138"/>
                      <a:pt x="382" y="109"/>
                    </a:cubicBezTo>
                    <a:cubicBezTo>
                      <a:pt x="367" y="87"/>
                      <a:pt x="345" y="65"/>
                      <a:pt x="323" y="57"/>
                    </a:cubicBezTo>
                    <a:cubicBezTo>
                      <a:pt x="284" y="35"/>
                      <a:pt x="221" y="1"/>
                      <a:pt x="1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9"/>
              <p:cNvSpPr/>
              <p:nvPr/>
            </p:nvSpPr>
            <p:spPr>
              <a:xfrm>
                <a:off x="8448288" y="3148575"/>
                <a:ext cx="140975" cy="106925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4277" extrusionOk="0">
                    <a:moveTo>
                      <a:pt x="2235" y="1"/>
                    </a:moveTo>
                    <a:cubicBezTo>
                      <a:pt x="1419" y="1"/>
                      <a:pt x="838" y="176"/>
                      <a:pt x="0" y="240"/>
                    </a:cubicBezTo>
                    <a:cubicBezTo>
                      <a:pt x="976" y="995"/>
                      <a:pt x="3358" y="3114"/>
                      <a:pt x="2200" y="4251"/>
                    </a:cubicBezTo>
                    <a:cubicBezTo>
                      <a:pt x="2269" y="4269"/>
                      <a:pt x="2362" y="4277"/>
                      <a:pt x="2471" y="4277"/>
                    </a:cubicBezTo>
                    <a:cubicBezTo>
                      <a:pt x="2901" y="4277"/>
                      <a:pt x="3581" y="4155"/>
                      <a:pt x="3996" y="4038"/>
                    </a:cubicBezTo>
                    <a:cubicBezTo>
                      <a:pt x="5162" y="3708"/>
                      <a:pt x="5639" y="2315"/>
                      <a:pt x="4920" y="1347"/>
                    </a:cubicBezTo>
                    <a:cubicBezTo>
                      <a:pt x="4685" y="1039"/>
                      <a:pt x="4414" y="768"/>
                      <a:pt x="4099" y="541"/>
                    </a:cubicBezTo>
                    <a:cubicBezTo>
                      <a:pt x="3666" y="226"/>
                      <a:pt x="3146" y="42"/>
                      <a:pt x="2611" y="13"/>
                    </a:cubicBezTo>
                    <a:cubicBezTo>
                      <a:pt x="2480" y="5"/>
                      <a:pt x="2355" y="1"/>
                      <a:pt x="22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9"/>
              <p:cNvSpPr/>
              <p:nvPr/>
            </p:nvSpPr>
            <p:spPr>
              <a:xfrm>
                <a:off x="8425013" y="3154150"/>
                <a:ext cx="161875" cy="101350"/>
              </a:xfrm>
              <a:custGeom>
                <a:avLst/>
                <a:gdLst/>
                <a:ahLst/>
                <a:cxnLst/>
                <a:rect l="l" t="t" r="r" b="b"/>
                <a:pathLst>
                  <a:path w="6475" h="4054" extrusionOk="0">
                    <a:moveTo>
                      <a:pt x="1070" y="0"/>
                    </a:moveTo>
                    <a:cubicBezTo>
                      <a:pt x="660" y="0"/>
                      <a:pt x="276" y="263"/>
                      <a:pt x="147" y="684"/>
                    </a:cubicBezTo>
                    <a:cubicBezTo>
                      <a:pt x="74" y="934"/>
                      <a:pt x="22" y="1190"/>
                      <a:pt x="15" y="1454"/>
                    </a:cubicBezTo>
                    <a:cubicBezTo>
                      <a:pt x="0" y="1711"/>
                      <a:pt x="96" y="1960"/>
                      <a:pt x="279" y="2151"/>
                    </a:cubicBezTo>
                    <a:cubicBezTo>
                      <a:pt x="990" y="2899"/>
                      <a:pt x="1841" y="3507"/>
                      <a:pt x="2779" y="3932"/>
                    </a:cubicBezTo>
                    <a:cubicBezTo>
                      <a:pt x="2889" y="3984"/>
                      <a:pt x="3006" y="4020"/>
                      <a:pt x="3124" y="4028"/>
                    </a:cubicBezTo>
                    <a:cubicBezTo>
                      <a:pt x="3194" y="4046"/>
                      <a:pt x="3288" y="4054"/>
                      <a:pt x="3399" y="4054"/>
                    </a:cubicBezTo>
                    <a:cubicBezTo>
                      <a:pt x="3832" y="4054"/>
                      <a:pt x="4512" y="3932"/>
                      <a:pt x="4927" y="3815"/>
                    </a:cubicBezTo>
                    <a:cubicBezTo>
                      <a:pt x="5954" y="3522"/>
                      <a:pt x="6474" y="2385"/>
                      <a:pt x="6027" y="1425"/>
                    </a:cubicBezTo>
                    <a:lnTo>
                      <a:pt x="6027" y="1425"/>
                    </a:lnTo>
                    <a:cubicBezTo>
                      <a:pt x="5844" y="1968"/>
                      <a:pt x="5411" y="2378"/>
                      <a:pt x="4861" y="2532"/>
                    </a:cubicBezTo>
                    <a:lnTo>
                      <a:pt x="4759" y="2561"/>
                    </a:lnTo>
                    <a:cubicBezTo>
                      <a:pt x="4715" y="2572"/>
                      <a:pt x="4671" y="2577"/>
                      <a:pt x="4628" y="2577"/>
                    </a:cubicBezTo>
                    <a:cubicBezTo>
                      <a:pt x="4431" y="2577"/>
                      <a:pt x="4244" y="2472"/>
                      <a:pt x="4135" y="2297"/>
                    </a:cubicBezTo>
                    <a:cubicBezTo>
                      <a:pt x="4121" y="2275"/>
                      <a:pt x="4106" y="2253"/>
                      <a:pt x="4091" y="2231"/>
                    </a:cubicBezTo>
                    <a:cubicBezTo>
                      <a:pt x="3322" y="1234"/>
                      <a:pt x="2449" y="494"/>
                      <a:pt x="1445" y="76"/>
                    </a:cubicBezTo>
                    <a:cubicBezTo>
                      <a:pt x="1322" y="25"/>
                      <a:pt x="1195" y="0"/>
                      <a:pt x="10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9"/>
              <p:cNvSpPr/>
              <p:nvPr/>
            </p:nvSpPr>
            <p:spPr>
              <a:xfrm>
                <a:off x="8436563" y="3165275"/>
                <a:ext cx="8432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91" extrusionOk="0">
                    <a:moveTo>
                      <a:pt x="850" y="0"/>
                    </a:moveTo>
                    <a:cubicBezTo>
                      <a:pt x="525" y="0"/>
                      <a:pt x="221" y="211"/>
                      <a:pt x="125" y="540"/>
                    </a:cubicBezTo>
                    <a:cubicBezTo>
                      <a:pt x="30" y="899"/>
                      <a:pt x="0" y="1266"/>
                      <a:pt x="30" y="1632"/>
                    </a:cubicBezTo>
                    <a:cubicBezTo>
                      <a:pt x="37" y="1808"/>
                      <a:pt x="44" y="1992"/>
                      <a:pt x="52" y="2168"/>
                    </a:cubicBezTo>
                    <a:cubicBezTo>
                      <a:pt x="74" y="2417"/>
                      <a:pt x="96" y="2762"/>
                      <a:pt x="323" y="2916"/>
                    </a:cubicBezTo>
                    <a:cubicBezTo>
                      <a:pt x="388" y="2964"/>
                      <a:pt x="468" y="2993"/>
                      <a:pt x="551" y="2993"/>
                    </a:cubicBezTo>
                    <a:cubicBezTo>
                      <a:pt x="580" y="2993"/>
                      <a:pt x="609" y="2989"/>
                      <a:pt x="638" y="2982"/>
                    </a:cubicBezTo>
                    <a:cubicBezTo>
                      <a:pt x="726" y="2952"/>
                      <a:pt x="814" y="2908"/>
                      <a:pt x="895" y="2864"/>
                    </a:cubicBezTo>
                    <a:cubicBezTo>
                      <a:pt x="946" y="2841"/>
                      <a:pt x="991" y="2831"/>
                      <a:pt x="1031" y="2831"/>
                    </a:cubicBezTo>
                    <a:cubicBezTo>
                      <a:pt x="1167" y="2831"/>
                      <a:pt x="1249" y="2949"/>
                      <a:pt x="1357" y="3062"/>
                    </a:cubicBezTo>
                    <a:cubicBezTo>
                      <a:pt x="1489" y="3209"/>
                      <a:pt x="1694" y="3238"/>
                      <a:pt x="1870" y="3282"/>
                    </a:cubicBezTo>
                    <a:cubicBezTo>
                      <a:pt x="2040" y="3329"/>
                      <a:pt x="2210" y="3390"/>
                      <a:pt x="2388" y="3390"/>
                    </a:cubicBezTo>
                    <a:cubicBezTo>
                      <a:pt x="2432" y="3390"/>
                      <a:pt x="2477" y="3386"/>
                      <a:pt x="2522" y="3377"/>
                    </a:cubicBezTo>
                    <a:cubicBezTo>
                      <a:pt x="2808" y="3319"/>
                      <a:pt x="3043" y="3121"/>
                      <a:pt x="3146" y="2850"/>
                    </a:cubicBezTo>
                    <a:cubicBezTo>
                      <a:pt x="3190" y="2754"/>
                      <a:pt x="3226" y="2652"/>
                      <a:pt x="3270" y="2556"/>
                    </a:cubicBezTo>
                    <a:cubicBezTo>
                      <a:pt x="3314" y="2461"/>
                      <a:pt x="3344" y="2366"/>
                      <a:pt x="3358" y="2263"/>
                    </a:cubicBezTo>
                    <a:cubicBezTo>
                      <a:pt x="3373" y="2072"/>
                      <a:pt x="3322" y="1889"/>
                      <a:pt x="3204" y="1742"/>
                    </a:cubicBezTo>
                    <a:cubicBezTo>
                      <a:pt x="2603" y="965"/>
                      <a:pt x="1921" y="379"/>
                      <a:pt x="1137" y="56"/>
                    </a:cubicBezTo>
                    <a:cubicBezTo>
                      <a:pt x="1042" y="18"/>
                      <a:pt x="945" y="0"/>
                      <a:pt x="8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9"/>
              <p:cNvSpPr/>
              <p:nvPr/>
            </p:nvSpPr>
            <p:spPr>
              <a:xfrm>
                <a:off x="8523063" y="3185950"/>
                <a:ext cx="2275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870" extrusionOk="0">
                    <a:moveTo>
                      <a:pt x="281" y="0"/>
                    </a:moveTo>
                    <a:cubicBezTo>
                      <a:pt x="258" y="0"/>
                      <a:pt x="235" y="4"/>
                      <a:pt x="213" y="14"/>
                    </a:cubicBezTo>
                    <a:cubicBezTo>
                      <a:pt x="118" y="65"/>
                      <a:pt x="52" y="153"/>
                      <a:pt x="16" y="256"/>
                    </a:cubicBezTo>
                    <a:cubicBezTo>
                      <a:pt x="1" y="278"/>
                      <a:pt x="16" y="307"/>
                      <a:pt x="45" y="322"/>
                    </a:cubicBezTo>
                    <a:cubicBezTo>
                      <a:pt x="49" y="323"/>
                      <a:pt x="53" y="324"/>
                      <a:pt x="57" y="324"/>
                    </a:cubicBezTo>
                    <a:cubicBezTo>
                      <a:pt x="77" y="324"/>
                      <a:pt x="99" y="310"/>
                      <a:pt x="111" y="292"/>
                    </a:cubicBezTo>
                    <a:cubicBezTo>
                      <a:pt x="133" y="212"/>
                      <a:pt x="184" y="146"/>
                      <a:pt x="250" y="109"/>
                    </a:cubicBezTo>
                    <a:cubicBezTo>
                      <a:pt x="263" y="103"/>
                      <a:pt x="274" y="101"/>
                      <a:pt x="285" y="101"/>
                    </a:cubicBezTo>
                    <a:cubicBezTo>
                      <a:pt x="299" y="101"/>
                      <a:pt x="314" y="105"/>
                      <a:pt x="331" y="109"/>
                    </a:cubicBezTo>
                    <a:cubicBezTo>
                      <a:pt x="367" y="131"/>
                      <a:pt x="397" y="160"/>
                      <a:pt x="411" y="204"/>
                    </a:cubicBezTo>
                    <a:cubicBezTo>
                      <a:pt x="426" y="292"/>
                      <a:pt x="404" y="380"/>
                      <a:pt x="360" y="461"/>
                    </a:cubicBezTo>
                    <a:cubicBezTo>
                      <a:pt x="343" y="501"/>
                      <a:pt x="375" y="536"/>
                      <a:pt x="410" y="536"/>
                    </a:cubicBezTo>
                    <a:cubicBezTo>
                      <a:pt x="420" y="536"/>
                      <a:pt x="431" y="533"/>
                      <a:pt x="441" y="527"/>
                    </a:cubicBezTo>
                    <a:cubicBezTo>
                      <a:pt x="499" y="468"/>
                      <a:pt x="580" y="439"/>
                      <a:pt x="661" y="432"/>
                    </a:cubicBezTo>
                    <a:cubicBezTo>
                      <a:pt x="705" y="439"/>
                      <a:pt x="749" y="468"/>
                      <a:pt x="771" y="505"/>
                    </a:cubicBezTo>
                    <a:cubicBezTo>
                      <a:pt x="793" y="527"/>
                      <a:pt x="800" y="564"/>
                      <a:pt x="800" y="593"/>
                    </a:cubicBezTo>
                    <a:cubicBezTo>
                      <a:pt x="778" y="674"/>
                      <a:pt x="661" y="747"/>
                      <a:pt x="617" y="762"/>
                    </a:cubicBezTo>
                    <a:cubicBezTo>
                      <a:pt x="595" y="776"/>
                      <a:pt x="587" y="805"/>
                      <a:pt x="595" y="835"/>
                    </a:cubicBezTo>
                    <a:cubicBezTo>
                      <a:pt x="602" y="849"/>
                      <a:pt x="617" y="864"/>
                      <a:pt x="631" y="864"/>
                    </a:cubicBezTo>
                    <a:cubicBezTo>
                      <a:pt x="639" y="868"/>
                      <a:pt x="644" y="870"/>
                      <a:pt x="650" y="870"/>
                    </a:cubicBezTo>
                    <a:cubicBezTo>
                      <a:pt x="655" y="870"/>
                      <a:pt x="661" y="868"/>
                      <a:pt x="668" y="864"/>
                    </a:cubicBezTo>
                    <a:cubicBezTo>
                      <a:pt x="690" y="857"/>
                      <a:pt x="859" y="776"/>
                      <a:pt x="895" y="630"/>
                    </a:cubicBezTo>
                    <a:cubicBezTo>
                      <a:pt x="910" y="571"/>
                      <a:pt x="895" y="505"/>
                      <a:pt x="859" y="454"/>
                    </a:cubicBezTo>
                    <a:cubicBezTo>
                      <a:pt x="815" y="388"/>
                      <a:pt x="749" y="351"/>
                      <a:pt x="675" y="336"/>
                    </a:cubicBezTo>
                    <a:cubicBezTo>
                      <a:pt x="617" y="336"/>
                      <a:pt x="558" y="344"/>
                      <a:pt x="507" y="366"/>
                    </a:cubicBezTo>
                    <a:cubicBezTo>
                      <a:pt x="521" y="307"/>
                      <a:pt x="521" y="241"/>
                      <a:pt x="507" y="175"/>
                    </a:cubicBezTo>
                    <a:cubicBezTo>
                      <a:pt x="485" y="109"/>
                      <a:pt x="433" y="50"/>
                      <a:pt x="375" y="21"/>
                    </a:cubicBezTo>
                    <a:cubicBezTo>
                      <a:pt x="345" y="8"/>
                      <a:pt x="313" y="0"/>
                      <a:pt x="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9"/>
              <p:cNvSpPr/>
              <p:nvPr/>
            </p:nvSpPr>
            <p:spPr>
              <a:xfrm>
                <a:off x="8484588" y="3153175"/>
                <a:ext cx="23100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924" h="463" extrusionOk="0">
                    <a:moveTo>
                      <a:pt x="698" y="0"/>
                    </a:moveTo>
                    <a:cubicBezTo>
                      <a:pt x="644" y="0"/>
                      <a:pt x="589" y="20"/>
                      <a:pt x="543" y="49"/>
                    </a:cubicBezTo>
                    <a:cubicBezTo>
                      <a:pt x="506" y="78"/>
                      <a:pt x="477" y="122"/>
                      <a:pt x="455" y="166"/>
                    </a:cubicBezTo>
                    <a:cubicBezTo>
                      <a:pt x="425" y="122"/>
                      <a:pt x="381" y="78"/>
                      <a:pt x="337" y="49"/>
                    </a:cubicBezTo>
                    <a:cubicBezTo>
                      <a:pt x="302" y="31"/>
                      <a:pt x="261" y="21"/>
                      <a:pt x="221" y="21"/>
                    </a:cubicBezTo>
                    <a:cubicBezTo>
                      <a:pt x="195" y="21"/>
                      <a:pt x="170" y="26"/>
                      <a:pt x="147" y="34"/>
                    </a:cubicBezTo>
                    <a:cubicBezTo>
                      <a:pt x="96" y="49"/>
                      <a:pt x="52" y="86"/>
                      <a:pt x="30" y="137"/>
                    </a:cubicBezTo>
                    <a:cubicBezTo>
                      <a:pt x="0" y="232"/>
                      <a:pt x="8" y="335"/>
                      <a:pt x="52" y="430"/>
                    </a:cubicBezTo>
                    <a:cubicBezTo>
                      <a:pt x="59" y="445"/>
                      <a:pt x="74" y="452"/>
                      <a:pt x="96" y="460"/>
                    </a:cubicBezTo>
                    <a:cubicBezTo>
                      <a:pt x="101" y="461"/>
                      <a:pt x="106" y="462"/>
                      <a:pt x="111" y="462"/>
                    </a:cubicBezTo>
                    <a:cubicBezTo>
                      <a:pt x="148" y="462"/>
                      <a:pt x="174" y="418"/>
                      <a:pt x="161" y="386"/>
                    </a:cubicBezTo>
                    <a:cubicBezTo>
                      <a:pt x="132" y="320"/>
                      <a:pt x="125" y="247"/>
                      <a:pt x="139" y="181"/>
                    </a:cubicBezTo>
                    <a:cubicBezTo>
                      <a:pt x="147" y="159"/>
                      <a:pt x="161" y="144"/>
                      <a:pt x="183" y="144"/>
                    </a:cubicBezTo>
                    <a:cubicBezTo>
                      <a:pt x="200" y="138"/>
                      <a:pt x="216" y="134"/>
                      <a:pt x="232" y="134"/>
                    </a:cubicBezTo>
                    <a:cubicBezTo>
                      <a:pt x="252" y="134"/>
                      <a:pt x="270" y="139"/>
                      <a:pt x="286" y="152"/>
                    </a:cubicBezTo>
                    <a:cubicBezTo>
                      <a:pt x="352" y="196"/>
                      <a:pt x="396" y="262"/>
                      <a:pt x="418" y="342"/>
                    </a:cubicBezTo>
                    <a:cubicBezTo>
                      <a:pt x="424" y="361"/>
                      <a:pt x="442" y="380"/>
                      <a:pt x="465" y="380"/>
                    </a:cubicBezTo>
                    <a:cubicBezTo>
                      <a:pt x="469" y="380"/>
                      <a:pt x="473" y="380"/>
                      <a:pt x="477" y="379"/>
                    </a:cubicBezTo>
                    <a:cubicBezTo>
                      <a:pt x="499" y="379"/>
                      <a:pt x="521" y="357"/>
                      <a:pt x="528" y="335"/>
                    </a:cubicBezTo>
                    <a:cubicBezTo>
                      <a:pt x="528" y="262"/>
                      <a:pt x="557" y="188"/>
                      <a:pt x="609" y="137"/>
                    </a:cubicBezTo>
                    <a:cubicBezTo>
                      <a:pt x="636" y="120"/>
                      <a:pt x="664" y="112"/>
                      <a:pt x="694" y="112"/>
                    </a:cubicBezTo>
                    <a:cubicBezTo>
                      <a:pt x="704" y="112"/>
                      <a:pt x="715" y="113"/>
                      <a:pt x="726" y="115"/>
                    </a:cubicBezTo>
                    <a:cubicBezTo>
                      <a:pt x="748" y="122"/>
                      <a:pt x="777" y="137"/>
                      <a:pt x="792" y="159"/>
                    </a:cubicBezTo>
                    <a:cubicBezTo>
                      <a:pt x="814" y="225"/>
                      <a:pt x="807" y="306"/>
                      <a:pt x="785" y="372"/>
                    </a:cubicBezTo>
                    <a:cubicBezTo>
                      <a:pt x="771" y="413"/>
                      <a:pt x="803" y="443"/>
                      <a:pt x="837" y="443"/>
                    </a:cubicBezTo>
                    <a:cubicBezTo>
                      <a:pt x="857" y="443"/>
                      <a:pt x="876" y="433"/>
                      <a:pt x="887" y="408"/>
                    </a:cubicBezTo>
                    <a:cubicBezTo>
                      <a:pt x="924" y="313"/>
                      <a:pt x="924" y="203"/>
                      <a:pt x="887" y="100"/>
                    </a:cubicBezTo>
                    <a:cubicBezTo>
                      <a:pt x="858" y="49"/>
                      <a:pt x="799" y="12"/>
                      <a:pt x="741" y="5"/>
                    </a:cubicBezTo>
                    <a:cubicBezTo>
                      <a:pt x="727" y="2"/>
                      <a:pt x="712" y="0"/>
                      <a:pt x="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9"/>
              <p:cNvSpPr/>
              <p:nvPr/>
            </p:nvSpPr>
            <p:spPr>
              <a:xfrm>
                <a:off x="8553863" y="3189000"/>
                <a:ext cx="77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47" extrusionOk="0">
                    <a:moveTo>
                      <a:pt x="123" y="1"/>
                    </a:moveTo>
                    <a:cubicBezTo>
                      <a:pt x="109" y="1"/>
                      <a:pt x="95" y="6"/>
                      <a:pt x="81" y="16"/>
                    </a:cubicBezTo>
                    <a:cubicBezTo>
                      <a:pt x="15" y="53"/>
                      <a:pt x="1" y="148"/>
                      <a:pt x="59" y="207"/>
                    </a:cubicBezTo>
                    <a:cubicBezTo>
                      <a:pt x="90" y="231"/>
                      <a:pt x="130" y="245"/>
                      <a:pt x="172" y="245"/>
                    </a:cubicBezTo>
                    <a:cubicBezTo>
                      <a:pt x="181" y="245"/>
                      <a:pt x="190" y="245"/>
                      <a:pt x="199" y="244"/>
                    </a:cubicBezTo>
                    <a:cubicBezTo>
                      <a:pt x="205" y="246"/>
                      <a:pt x="212" y="247"/>
                      <a:pt x="219" y="247"/>
                    </a:cubicBezTo>
                    <a:cubicBezTo>
                      <a:pt x="237" y="247"/>
                      <a:pt x="256" y="241"/>
                      <a:pt x="272" y="236"/>
                    </a:cubicBezTo>
                    <a:cubicBezTo>
                      <a:pt x="294" y="229"/>
                      <a:pt x="309" y="207"/>
                      <a:pt x="309" y="178"/>
                    </a:cubicBezTo>
                    <a:cubicBezTo>
                      <a:pt x="301" y="163"/>
                      <a:pt x="287" y="141"/>
                      <a:pt x="272" y="134"/>
                    </a:cubicBezTo>
                    <a:cubicBezTo>
                      <a:pt x="250" y="126"/>
                      <a:pt x="228" y="112"/>
                      <a:pt x="206" y="97"/>
                    </a:cubicBezTo>
                    <a:cubicBezTo>
                      <a:pt x="191" y="82"/>
                      <a:pt x="191" y="60"/>
                      <a:pt x="177" y="38"/>
                    </a:cubicBezTo>
                    <a:cubicBezTo>
                      <a:pt x="167" y="15"/>
                      <a:pt x="146" y="1"/>
                      <a:pt x="12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9"/>
              <p:cNvSpPr/>
              <p:nvPr/>
            </p:nvSpPr>
            <p:spPr>
              <a:xfrm>
                <a:off x="8534613" y="3161200"/>
                <a:ext cx="6825" cy="42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69" extrusionOk="0">
                    <a:moveTo>
                      <a:pt x="216" y="0"/>
                    </a:moveTo>
                    <a:cubicBezTo>
                      <a:pt x="200" y="0"/>
                      <a:pt x="185" y="11"/>
                      <a:pt x="169" y="21"/>
                    </a:cubicBezTo>
                    <a:cubicBezTo>
                      <a:pt x="147" y="43"/>
                      <a:pt x="111" y="51"/>
                      <a:pt x="81" y="51"/>
                    </a:cubicBezTo>
                    <a:cubicBezTo>
                      <a:pt x="59" y="51"/>
                      <a:pt x="37" y="51"/>
                      <a:pt x="23" y="65"/>
                    </a:cubicBezTo>
                    <a:cubicBezTo>
                      <a:pt x="8" y="80"/>
                      <a:pt x="1" y="102"/>
                      <a:pt x="8" y="117"/>
                    </a:cubicBezTo>
                    <a:cubicBezTo>
                      <a:pt x="15" y="124"/>
                      <a:pt x="30" y="131"/>
                      <a:pt x="45" y="131"/>
                    </a:cubicBezTo>
                    <a:lnTo>
                      <a:pt x="81" y="131"/>
                    </a:lnTo>
                    <a:cubicBezTo>
                      <a:pt x="103" y="139"/>
                      <a:pt x="125" y="146"/>
                      <a:pt x="140" y="161"/>
                    </a:cubicBezTo>
                    <a:cubicBezTo>
                      <a:pt x="150" y="166"/>
                      <a:pt x="162" y="168"/>
                      <a:pt x="173" y="168"/>
                    </a:cubicBezTo>
                    <a:cubicBezTo>
                      <a:pt x="194" y="168"/>
                      <a:pt x="216" y="160"/>
                      <a:pt x="235" y="146"/>
                    </a:cubicBezTo>
                    <a:cubicBezTo>
                      <a:pt x="272" y="109"/>
                      <a:pt x="272" y="51"/>
                      <a:pt x="235" y="7"/>
                    </a:cubicBezTo>
                    <a:cubicBezTo>
                      <a:pt x="229" y="2"/>
                      <a:pt x="222" y="0"/>
                      <a:pt x="2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39"/>
              <p:cNvSpPr/>
              <p:nvPr/>
            </p:nvSpPr>
            <p:spPr>
              <a:xfrm>
                <a:off x="8506388" y="3171100"/>
                <a:ext cx="77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90" extrusionOk="0">
                    <a:moveTo>
                      <a:pt x="177" y="1"/>
                    </a:moveTo>
                    <a:cubicBezTo>
                      <a:pt x="144" y="1"/>
                      <a:pt x="107" y="10"/>
                      <a:pt x="81" y="14"/>
                    </a:cubicBezTo>
                    <a:cubicBezTo>
                      <a:pt x="59" y="21"/>
                      <a:pt x="45" y="28"/>
                      <a:pt x="23" y="43"/>
                    </a:cubicBezTo>
                    <a:cubicBezTo>
                      <a:pt x="8" y="58"/>
                      <a:pt x="1" y="80"/>
                      <a:pt x="8" y="102"/>
                    </a:cubicBezTo>
                    <a:cubicBezTo>
                      <a:pt x="23" y="124"/>
                      <a:pt x="45" y="138"/>
                      <a:pt x="67" y="146"/>
                    </a:cubicBezTo>
                    <a:lnTo>
                      <a:pt x="191" y="182"/>
                    </a:lnTo>
                    <a:cubicBezTo>
                      <a:pt x="213" y="190"/>
                      <a:pt x="228" y="190"/>
                      <a:pt x="250" y="190"/>
                    </a:cubicBezTo>
                    <a:cubicBezTo>
                      <a:pt x="265" y="190"/>
                      <a:pt x="279" y="182"/>
                      <a:pt x="294" y="168"/>
                    </a:cubicBezTo>
                    <a:cubicBezTo>
                      <a:pt x="309" y="138"/>
                      <a:pt x="279" y="102"/>
                      <a:pt x="265" y="80"/>
                    </a:cubicBezTo>
                    <a:cubicBezTo>
                      <a:pt x="257" y="65"/>
                      <a:pt x="257" y="36"/>
                      <a:pt x="235" y="21"/>
                    </a:cubicBezTo>
                    <a:cubicBezTo>
                      <a:pt x="223" y="6"/>
                      <a:pt x="201" y="1"/>
                      <a:pt x="1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6" name="Google Shape;1436;p39"/>
          <p:cNvGrpSpPr/>
          <p:nvPr/>
        </p:nvGrpSpPr>
        <p:grpSpPr>
          <a:xfrm>
            <a:off x="7842239" y="3640108"/>
            <a:ext cx="1127222" cy="1295415"/>
            <a:chOff x="7842239" y="3200095"/>
            <a:chExt cx="1127222" cy="1295415"/>
          </a:xfrm>
        </p:grpSpPr>
        <p:sp>
          <p:nvSpPr>
            <p:cNvPr id="1437" name="Google Shape;1437;p39"/>
            <p:cNvSpPr/>
            <p:nvPr/>
          </p:nvSpPr>
          <p:spPr>
            <a:xfrm rot="-1949741">
              <a:off x="8104474" y="3271830"/>
              <a:ext cx="602751" cy="1151901"/>
            </a:xfrm>
            <a:custGeom>
              <a:avLst/>
              <a:gdLst/>
              <a:ahLst/>
              <a:cxnLst/>
              <a:rect l="l" t="t" r="r" b="b"/>
              <a:pathLst>
                <a:path w="16193" h="30946" extrusionOk="0">
                  <a:moveTo>
                    <a:pt x="5763" y="0"/>
                  </a:moveTo>
                  <a:cubicBezTo>
                    <a:pt x="5441" y="2031"/>
                    <a:pt x="4869" y="4033"/>
                    <a:pt x="4788" y="6086"/>
                  </a:cubicBezTo>
                  <a:cubicBezTo>
                    <a:pt x="4707" y="8058"/>
                    <a:pt x="5155" y="10155"/>
                    <a:pt x="6489" y="11585"/>
                  </a:cubicBezTo>
                  <a:cubicBezTo>
                    <a:pt x="6548" y="11922"/>
                    <a:pt x="6606" y="12252"/>
                    <a:pt x="6672" y="12582"/>
                  </a:cubicBezTo>
                  <a:cubicBezTo>
                    <a:pt x="6775" y="13095"/>
                    <a:pt x="6885" y="13601"/>
                    <a:pt x="7010" y="14099"/>
                  </a:cubicBezTo>
                  <a:cubicBezTo>
                    <a:pt x="6313" y="12516"/>
                    <a:pt x="5367" y="11057"/>
                    <a:pt x="4194" y="9781"/>
                  </a:cubicBezTo>
                  <a:cubicBezTo>
                    <a:pt x="2852" y="8315"/>
                    <a:pt x="1518" y="6878"/>
                    <a:pt x="0" y="5602"/>
                  </a:cubicBezTo>
                  <a:lnTo>
                    <a:pt x="0" y="5602"/>
                  </a:lnTo>
                  <a:cubicBezTo>
                    <a:pt x="895" y="7449"/>
                    <a:pt x="1569" y="9407"/>
                    <a:pt x="2662" y="11152"/>
                  </a:cubicBezTo>
                  <a:cubicBezTo>
                    <a:pt x="3732" y="12860"/>
                    <a:pt x="5294" y="14393"/>
                    <a:pt x="7193" y="14840"/>
                  </a:cubicBezTo>
                  <a:cubicBezTo>
                    <a:pt x="7420" y="15720"/>
                    <a:pt x="7684" y="16592"/>
                    <a:pt x="7977" y="17450"/>
                  </a:cubicBezTo>
                  <a:cubicBezTo>
                    <a:pt x="8139" y="17934"/>
                    <a:pt x="8315" y="18410"/>
                    <a:pt x="8498" y="18887"/>
                  </a:cubicBezTo>
                  <a:cubicBezTo>
                    <a:pt x="7625" y="17479"/>
                    <a:pt x="6533" y="16211"/>
                    <a:pt x="5265" y="15140"/>
                  </a:cubicBezTo>
                  <a:cubicBezTo>
                    <a:pt x="3747" y="13857"/>
                    <a:pt x="2244" y="12604"/>
                    <a:pt x="580" y="11526"/>
                  </a:cubicBezTo>
                  <a:lnTo>
                    <a:pt x="580" y="11526"/>
                  </a:lnTo>
                  <a:cubicBezTo>
                    <a:pt x="1694" y="13249"/>
                    <a:pt x="2618" y="15104"/>
                    <a:pt x="3923" y="16695"/>
                  </a:cubicBezTo>
                  <a:cubicBezTo>
                    <a:pt x="5191" y="18249"/>
                    <a:pt x="6929" y="19562"/>
                    <a:pt x="8850" y="19774"/>
                  </a:cubicBezTo>
                  <a:cubicBezTo>
                    <a:pt x="9172" y="20559"/>
                    <a:pt x="9524" y="21336"/>
                    <a:pt x="9906" y="22106"/>
                  </a:cubicBezTo>
                  <a:cubicBezTo>
                    <a:pt x="10126" y="22546"/>
                    <a:pt x="10353" y="22986"/>
                    <a:pt x="10587" y="23425"/>
                  </a:cubicBezTo>
                  <a:cubicBezTo>
                    <a:pt x="9781" y="22436"/>
                    <a:pt x="8850" y="21548"/>
                    <a:pt x="7831" y="20779"/>
                  </a:cubicBezTo>
                  <a:cubicBezTo>
                    <a:pt x="6240" y="19584"/>
                    <a:pt x="4656" y="18418"/>
                    <a:pt x="2933" y="17443"/>
                  </a:cubicBezTo>
                  <a:lnTo>
                    <a:pt x="2933" y="17443"/>
                  </a:lnTo>
                  <a:cubicBezTo>
                    <a:pt x="4150" y="19100"/>
                    <a:pt x="5177" y="20896"/>
                    <a:pt x="6577" y="22406"/>
                  </a:cubicBezTo>
                  <a:cubicBezTo>
                    <a:pt x="7919" y="23865"/>
                    <a:pt x="9700" y="25068"/>
                    <a:pt x="11607" y="25185"/>
                  </a:cubicBezTo>
                  <a:cubicBezTo>
                    <a:pt x="11870" y="25618"/>
                    <a:pt x="12149" y="26043"/>
                    <a:pt x="12428" y="26468"/>
                  </a:cubicBezTo>
                  <a:cubicBezTo>
                    <a:pt x="12692" y="26857"/>
                    <a:pt x="12963" y="27245"/>
                    <a:pt x="13242" y="27627"/>
                  </a:cubicBezTo>
                  <a:cubicBezTo>
                    <a:pt x="12090" y="26549"/>
                    <a:pt x="10785" y="25647"/>
                    <a:pt x="9370" y="24958"/>
                  </a:cubicBezTo>
                  <a:cubicBezTo>
                    <a:pt x="7581" y="24085"/>
                    <a:pt x="5807" y="23242"/>
                    <a:pt x="3930" y="22612"/>
                  </a:cubicBezTo>
                  <a:lnTo>
                    <a:pt x="3930" y="22612"/>
                  </a:lnTo>
                  <a:cubicBezTo>
                    <a:pt x="5441" y="24005"/>
                    <a:pt x="6790" y="25574"/>
                    <a:pt x="8447" y="26798"/>
                  </a:cubicBezTo>
                  <a:cubicBezTo>
                    <a:pt x="9850" y="27841"/>
                    <a:pt x="11565" y="28619"/>
                    <a:pt x="13253" y="28619"/>
                  </a:cubicBezTo>
                  <a:cubicBezTo>
                    <a:pt x="13487" y="28619"/>
                    <a:pt x="13721" y="28604"/>
                    <a:pt x="13953" y="28572"/>
                  </a:cubicBezTo>
                  <a:cubicBezTo>
                    <a:pt x="14451" y="29210"/>
                    <a:pt x="14972" y="29841"/>
                    <a:pt x="15514" y="30449"/>
                  </a:cubicBezTo>
                  <a:cubicBezTo>
                    <a:pt x="15646" y="30596"/>
                    <a:pt x="15786" y="30750"/>
                    <a:pt x="15925" y="30904"/>
                  </a:cubicBezTo>
                  <a:cubicBezTo>
                    <a:pt x="15951" y="30933"/>
                    <a:pt x="15981" y="30945"/>
                    <a:pt x="16010" y="30945"/>
                  </a:cubicBezTo>
                  <a:cubicBezTo>
                    <a:pt x="16105" y="30945"/>
                    <a:pt x="16192" y="30816"/>
                    <a:pt x="16108" y="30721"/>
                  </a:cubicBezTo>
                  <a:cubicBezTo>
                    <a:pt x="14972" y="29489"/>
                    <a:pt x="13916" y="28184"/>
                    <a:pt x="12956" y="26813"/>
                  </a:cubicBezTo>
                  <a:cubicBezTo>
                    <a:pt x="12941" y="26783"/>
                    <a:pt x="12919" y="26761"/>
                    <a:pt x="12904" y="26732"/>
                  </a:cubicBezTo>
                  <a:cubicBezTo>
                    <a:pt x="13997" y="25273"/>
                    <a:pt x="14173" y="23308"/>
                    <a:pt x="13879" y="21526"/>
                  </a:cubicBezTo>
                  <a:cubicBezTo>
                    <a:pt x="13579" y="19664"/>
                    <a:pt x="12824" y="17912"/>
                    <a:pt x="12296" y="16101"/>
                  </a:cubicBezTo>
                  <a:cubicBezTo>
                    <a:pt x="11973" y="17897"/>
                    <a:pt x="11892" y="19701"/>
                    <a:pt x="11827" y="21526"/>
                  </a:cubicBezTo>
                  <a:cubicBezTo>
                    <a:pt x="11768" y="23059"/>
                    <a:pt x="11980" y="24598"/>
                    <a:pt x="12457" y="26058"/>
                  </a:cubicBezTo>
                  <a:cubicBezTo>
                    <a:pt x="11702" y="24921"/>
                    <a:pt x="11020" y="23748"/>
                    <a:pt x="10397" y="22538"/>
                  </a:cubicBezTo>
                  <a:cubicBezTo>
                    <a:pt x="10287" y="22326"/>
                    <a:pt x="10184" y="22113"/>
                    <a:pt x="10074" y="21900"/>
                  </a:cubicBezTo>
                  <a:cubicBezTo>
                    <a:pt x="11343" y="20566"/>
                    <a:pt x="11739" y="18616"/>
                    <a:pt x="11643" y="16790"/>
                  </a:cubicBezTo>
                  <a:cubicBezTo>
                    <a:pt x="11533" y="14913"/>
                    <a:pt x="10976" y="13088"/>
                    <a:pt x="10639" y="11225"/>
                  </a:cubicBezTo>
                  <a:cubicBezTo>
                    <a:pt x="10133" y="12985"/>
                    <a:pt x="9862" y="14767"/>
                    <a:pt x="9598" y="16570"/>
                  </a:cubicBezTo>
                  <a:cubicBezTo>
                    <a:pt x="9370" y="18110"/>
                    <a:pt x="9422" y="19679"/>
                    <a:pt x="9744" y="21204"/>
                  </a:cubicBezTo>
                  <a:cubicBezTo>
                    <a:pt x="9253" y="20141"/>
                    <a:pt x="8806" y="19056"/>
                    <a:pt x="8410" y="17949"/>
                  </a:cubicBezTo>
                  <a:cubicBezTo>
                    <a:pt x="8161" y="17245"/>
                    <a:pt x="7933" y="16541"/>
                    <a:pt x="7721" y="15822"/>
                  </a:cubicBezTo>
                  <a:cubicBezTo>
                    <a:pt x="9106" y="14459"/>
                    <a:pt x="9649" y="12332"/>
                    <a:pt x="9664" y="10316"/>
                  </a:cubicBezTo>
                  <a:cubicBezTo>
                    <a:pt x="9686" y="8263"/>
                    <a:pt x="9246" y="6240"/>
                    <a:pt x="9040" y="4194"/>
                  </a:cubicBezTo>
                  <a:cubicBezTo>
                    <a:pt x="8410" y="6071"/>
                    <a:pt x="8021" y="7999"/>
                    <a:pt x="7640" y="9950"/>
                  </a:cubicBezTo>
                  <a:cubicBezTo>
                    <a:pt x="7325" y="11585"/>
                    <a:pt x="7266" y="13256"/>
                    <a:pt x="7471" y="14913"/>
                  </a:cubicBezTo>
                  <a:cubicBezTo>
                    <a:pt x="7317" y="14327"/>
                    <a:pt x="7178" y="13747"/>
                    <a:pt x="7046" y="13154"/>
                  </a:cubicBezTo>
                  <a:cubicBezTo>
                    <a:pt x="6929" y="12611"/>
                    <a:pt x="6826" y="12061"/>
                    <a:pt x="6738" y="11511"/>
                  </a:cubicBezTo>
                  <a:cubicBezTo>
                    <a:pt x="7186" y="9642"/>
                    <a:pt x="7259" y="7706"/>
                    <a:pt x="6966" y="5814"/>
                  </a:cubicBezTo>
                  <a:cubicBezTo>
                    <a:pt x="6658" y="3850"/>
                    <a:pt x="6335" y="1907"/>
                    <a:pt x="5763" y="0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57163" dist="85725" dir="30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9"/>
            <p:cNvSpPr/>
            <p:nvPr/>
          </p:nvSpPr>
          <p:spPr>
            <a:xfrm rot="-1949741">
              <a:off x="8148553" y="3766338"/>
              <a:ext cx="313901" cy="307312"/>
            </a:xfrm>
            <a:custGeom>
              <a:avLst/>
              <a:gdLst/>
              <a:ahLst/>
              <a:cxnLst/>
              <a:rect l="l" t="t" r="r" b="b"/>
              <a:pathLst>
                <a:path w="8433" h="8256" extrusionOk="0">
                  <a:moveTo>
                    <a:pt x="1" y="0"/>
                  </a:moveTo>
                  <a:cubicBezTo>
                    <a:pt x="1115" y="1723"/>
                    <a:pt x="2039" y="3578"/>
                    <a:pt x="3344" y="5169"/>
                  </a:cubicBezTo>
                  <a:cubicBezTo>
                    <a:pt x="4649" y="6760"/>
                    <a:pt x="6446" y="8102"/>
                    <a:pt x="8432" y="8256"/>
                  </a:cubicBezTo>
                  <a:cubicBezTo>
                    <a:pt x="7494" y="6482"/>
                    <a:pt x="6226" y="4905"/>
                    <a:pt x="4693" y="3615"/>
                  </a:cubicBezTo>
                  <a:cubicBezTo>
                    <a:pt x="3176" y="2324"/>
                    <a:pt x="1665" y="107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57163" dist="85725" dir="30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9" name="Google Shape;1439;p39"/>
            <p:cNvGrpSpPr/>
            <p:nvPr/>
          </p:nvGrpSpPr>
          <p:grpSpPr>
            <a:xfrm rot="-1949741">
              <a:off x="8104408" y="3272609"/>
              <a:ext cx="602192" cy="1151268"/>
              <a:chOff x="2772725" y="4645425"/>
              <a:chExt cx="404450" cy="773225"/>
            </a:xfrm>
          </p:grpSpPr>
          <p:sp>
            <p:nvSpPr>
              <p:cNvPr id="1440" name="Google Shape;1440;p39"/>
              <p:cNvSpPr/>
              <p:nvPr/>
            </p:nvSpPr>
            <p:spPr>
              <a:xfrm>
                <a:off x="2923750" y="4831975"/>
                <a:ext cx="253425" cy="586675"/>
              </a:xfrm>
              <a:custGeom>
                <a:avLst/>
                <a:gdLst/>
                <a:ahLst/>
                <a:cxnLst/>
                <a:rect l="l" t="t" r="r" b="b"/>
                <a:pathLst>
                  <a:path w="10137" h="23467" extrusionOk="0">
                    <a:moveTo>
                      <a:pt x="124" y="1"/>
                    </a:moveTo>
                    <a:cubicBezTo>
                      <a:pt x="61" y="1"/>
                      <a:pt x="0" y="43"/>
                      <a:pt x="8" y="127"/>
                    </a:cubicBezTo>
                    <a:cubicBezTo>
                      <a:pt x="103" y="1799"/>
                      <a:pt x="316" y="3471"/>
                      <a:pt x="638" y="5113"/>
                    </a:cubicBezTo>
                    <a:cubicBezTo>
                      <a:pt x="961" y="6763"/>
                      <a:pt x="1393" y="8390"/>
                      <a:pt x="1936" y="9981"/>
                    </a:cubicBezTo>
                    <a:cubicBezTo>
                      <a:pt x="2479" y="11572"/>
                      <a:pt x="3116" y="13127"/>
                      <a:pt x="3864" y="14630"/>
                    </a:cubicBezTo>
                    <a:cubicBezTo>
                      <a:pt x="4605" y="16140"/>
                      <a:pt x="5448" y="17592"/>
                      <a:pt x="6379" y="18992"/>
                    </a:cubicBezTo>
                    <a:cubicBezTo>
                      <a:pt x="7318" y="20385"/>
                      <a:pt x="8344" y="21712"/>
                      <a:pt x="9458" y="22966"/>
                    </a:cubicBezTo>
                    <a:cubicBezTo>
                      <a:pt x="9598" y="23120"/>
                      <a:pt x="9730" y="23274"/>
                      <a:pt x="9869" y="23428"/>
                    </a:cubicBezTo>
                    <a:cubicBezTo>
                      <a:pt x="9894" y="23455"/>
                      <a:pt x="9924" y="23466"/>
                      <a:pt x="9953" y="23466"/>
                    </a:cubicBezTo>
                    <a:cubicBezTo>
                      <a:pt x="10048" y="23466"/>
                      <a:pt x="10137" y="23340"/>
                      <a:pt x="10052" y="23245"/>
                    </a:cubicBezTo>
                    <a:cubicBezTo>
                      <a:pt x="8923" y="22013"/>
                      <a:pt x="7882" y="20708"/>
                      <a:pt x="6929" y="19337"/>
                    </a:cubicBezTo>
                    <a:cubicBezTo>
                      <a:pt x="4077" y="15224"/>
                      <a:pt x="2068" y="10583"/>
                      <a:pt x="1020" y="5692"/>
                    </a:cubicBezTo>
                    <a:cubicBezTo>
                      <a:pt x="668" y="4057"/>
                      <a:pt x="426" y="2400"/>
                      <a:pt x="301" y="743"/>
                    </a:cubicBezTo>
                    <a:cubicBezTo>
                      <a:pt x="286" y="538"/>
                      <a:pt x="272" y="333"/>
                      <a:pt x="257" y="127"/>
                    </a:cubicBezTo>
                    <a:cubicBezTo>
                      <a:pt x="253" y="43"/>
                      <a:pt x="187" y="1"/>
                      <a:pt x="1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9"/>
              <p:cNvSpPr/>
              <p:nvPr/>
            </p:nvSpPr>
            <p:spPr>
              <a:xfrm>
                <a:off x="2890400" y="4645425"/>
                <a:ext cx="64350" cy="294225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1769" extrusionOk="0">
                    <a:moveTo>
                      <a:pt x="1063" y="1"/>
                    </a:moveTo>
                    <a:cubicBezTo>
                      <a:pt x="741" y="2032"/>
                      <a:pt x="169" y="4033"/>
                      <a:pt x="81" y="6086"/>
                    </a:cubicBezTo>
                    <a:cubicBezTo>
                      <a:pt x="0" y="8139"/>
                      <a:pt x="491" y="10339"/>
                      <a:pt x="1972" y="11769"/>
                    </a:cubicBezTo>
                    <a:cubicBezTo>
                      <a:pt x="2478" y="9826"/>
                      <a:pt x="2573" y="7795"/>
                      <a:pt x="2258" y="5815"/>
                    </a:cubicBezTo>
                    <a:cubicBezTo>
                      <a:pt x="1958" y="3850"/>
                      <a:pt x="1635" y="1907"/>
                      <a:pt x="10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9"/>
              <p:cNvSpPr/>
              <p:nvPr/>
            </p:nvSpPr>
            <p:spPr>
              <a:xfrm>
                <a:off x="2916975" y="4645425"/>
                <a:ext cx="37775" cy="294225"/>
              </a:xfrm>
              <a:custGeom>
                <a:avLst/>
                <a:gdLst/>
                <a:ahLst/>
                <a:cxnLst/>
                <a:rect l="l" t="t" r="r" b="b"/>
                <a:pathLst>
                  <a:path w="1511" h="11769" extrusionOk="0">
                    <a:moveTo>
                      <a:pt x="0" y="1"/>
                    </a:moveTo>
                    <a:cubicBezTo>
                      <a:pt x="37" y="206"/>
                      <a:pt x="1283" y="7846"/>
                      <a:pt x="909" y="11769"/>
                    </a:cubicBezTo>
                    <a:cubicBezTo>
                      <a:pt x="1415" y="9826"/>
                      <a:pt x="1510" y="7795"/>
                      <a:pt x="1195" y="5815"/>
                    </a:cubicBezTo>
                    <a:cubicBezTo>
                      <a:pt x="895" y="3850"/>
                      <a:pt x="572" y="1907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39"/>
              <p:cNvSpPr/>
              <p:nvPr/>
            </p:nvSpPr>
            <p:spPr>
              <a:xfrm>
                <a:off x="2772725" y="4785100"/>
                <a:ext cx="182750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7310" h="926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95" y="1856"/>
                      <a:pt x="1569" y="3813"/>
                      <a:pt x="2661" y="5558"/>
                    </a:cubicBezTo>
                    <a:cubicBezTo>
                      <a:pt x="3747" y="7303"/>
                      <a:pt x="5360" y="8865"/>
                      <a:pt x="7310" y="9268"/>
                    </a:cubicBezTo>
                    <a:cubicBezTo>
                      <a:pt x="6613" y="7391"/>
                      <a:pt x="5550" y="5661"/>
                      <a:pt x="4194" y="4187"/>
                    </a:cubicBezTo>
                    <a:cubicBezTo>
                      <a:pt x="2852" y="2714"/>
                      <a:pt x="1518" y="1277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39"/>
              <p:cNvSpPr/>
              <p:nvPr/>
            </p:nvSpPr>
            <p:spPr>
              <a:xfrm>
                <a:off x="2772900" y="4785300"/>
                <a:ext cx="182575" cy="231525"/>
              </a:xfrm>
              <a:custGeom>
                <a:avLst/>
                <a:gdLst/>
                <a:ahLst/>
                <a:cxnLst/>
                <a:rect l="l" t="t" r="r" b="b"/>
                <a:pathLst>
                  <a:path w="7303" h="9261" extrusionOk="0">
                    <a:moveTo>
                      <a:pt x="0" y="0"/>
                    </a:moveTo>
                    <a:cubicBezTo>
                      <a:pt x="140" y="154"/>
                      <a:pt x="5397" y="5814"/>
                      <a:pt x="7303" y="9260"/>
                    </a:cubicBezTo>
                    <a:cubicBezTo>
                      <a:pt x="6606" y="7383"/>
                      <a:pt x="5551" y="5653"/>
                      <a:pt x="4187" y="4179"/>
                    </a:cubicBezTo>
                    <a:cubicBezTo>
                      <a:pt x="2852" y="2713"/>
                      <a:pt x="1511" y="127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9"/>
              <p:cNvSpPr/>
              <p:nvPr/>
            </p:nvSpPr>
            <p:spPr>
              <a:xfrm>
                <a:off x="2787000" y="4933400"/>
                <a:ext cx="210825" cy="206400"/>
              </a:xfrm>
              <a:custGeom>
                <a:avLst/>
                <a:gdLst/>
                <a:ahLst/>
                <a:cxnLst/>
                <a:rect l="l" t="t" r="r" b="b"/>
                <a:pathLst>
                  <a:path w="8433" h="8256" extrusionOk="0">
                    <a:moveTo>
                      <a:pt x="1" y="0"/>
                    </a:moveTo>
                    <a:cubicBezTo>
                      <a:pt x="162" y="132"/>
                      <a:pt x="6101" y="5081"/>
                      <a:pt x="8432" y="8256"/>
                    </a:cubicBezTo>
                    <a:cubicBezTo>
                      <a:pt x="7494" y="6482"/>
                      <a:pt x="6226" y="4905"/>
                      <a:pt x="4693" y="3615"/>
                    </a:cubicBezTo>
                    <a:cubicBezTo>
                      <a:pt x="3176" y="2332"/>
                      <a:pt x="1673" y="107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9"/>
              <p:cNvSpPr/>
              <p:nvPr/>
            </p:nvSpPr>
            <p:spPr>
              <a:xfrm>
                <a:off x="2845850" y="5081125"/>
                <a:ext cx="222550" cy="193950"/>
              </a:xfrm>
              <a:custGeom>
                <a:avLst/>
                <a:gdLst/>
                <a:ahLst/>
                <a:cxnLst/>
                <a:rect l="l" t="t" r="r" b="b"/>
                <a:pathLst>
                  <a:path w="8902" h="775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217" y="1658"/>
                      <a:pt x="2244" y="3454"/>
                      <a:pt x="3644" y="4964"/>
                    </a:cubicBezTo>
                    <a:cubicBezTo>
                      <a:pt x="5037" y="6482"/>
                      <a:pt x="6907" y="7721"/>
                      <a:pt x="8901" y="7758"/>
                    </a:cubicBezTo>
                    <a:cubicBezTo>
                      <a:pt x="7867" y="6035"/>
                      <a:pt x="6504" y="4532"/>
                      <a:pt x="4891" y="3337"/>
                    </a:cubicBezTo>
                    <a:cubicBezTo>
                      <a:pt x="3307" y="2142"/>
                      <a:pt x="1723" y="976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9"/>
              <p:cNvSpPr/>
              <p:nvPr/>
            </p:nvSpPr>
            <p:spPr>
              <a:xfrm>
                <a:off x="2845850" y="5081300"/>
                <a:ext cx="222550" cy="193775"/>
              </a:xfrm>
              <a:custGeom>
                <a:avLst/>
                <a:gdLst/>
                <a:ahLst/>
                <a:cxnLst/>
                <a:rect l="l" t="t" r="r" b="b"/>
                <a:pathLst>
                  <a:path w="8902" h="775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9" y="126"/>
                      <a:pt x="6386" y="4715"/>
                      <a:pt x="8901" y="7751"/>
                    </a:cubicBezTo>
                    <a:cubicBezTo>
                      <a:pt x="7867" y="6028"/>
                      <a:pt x="6504" y="4532"/>
                      <a:pt x="4898" y="3330"/>
                    </a:cubicBezTo>
                    <a:cubicBezTo>
                      <a:pt x="3307" y="2135"/>
                      <a:pt x="1731" y="969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9"/>
              <p:cNvSpPr/>
              <p:nvPr/>
            </p:nvSpPr>
            <p:spPr>
              <a:xfrm>
                <a:off x="2870775" y="5210175"/>
                <a:ext cx="25500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10200" h="6013" extrusionOk="0">
                    <a:moveTo>
                      <a:pt x="1" y="0"/>
                    </a:moveTo>
                    <a:cubicBezTo>
                      <a:pt x="1504" y="1401"/>
                      <a:pt x="2853" y="2970"/>
                      <a:pt x="4510" y="4194"/>
                    </a:cubicBezTo>
                    <a:cubicBezTo>
                      <a:pt x="5921" y="5231"/>
                      <a:pt x="7636" y="6012"/>
                      <a:pt x="9324" y="6012"/>
                    </a:cubicBezTo>
                    <a:cubicBezTo>
                      <a:pt x="9617" y="6012"/>
                      <a:pt x="9909" y="5989"/>
                      <a:pt x="10199" y="5939"/>
                    </a:cubicBezTo>
                    <a:cubicBezTo>
                      <a:pt x="8857" y="4443"/>
                      <a:pt x="7237" y="3226"/>
                      <a:pt x="5433" y="2354"/>
                    </a:cubicBezTo>
                    <a:cubicBezTo>
                      <a:pt x="3644" y="1481"/>
                      <a:pt x="1877" y="631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9"/>
              <p:cNvSpPr/>
              <p:nvPr/>
            </p:nvSpPr>
            <p:spPr>
              <a:xfrm>
                <a:off x="2870775" y="5210350"/>
                <a:ext cx="255000" cy="148300"/>
              </a:xfrm>
              <a:custGeom>
                <a:avLst/>
                <a:gdLst/>
                <a:ahLst/>
                <a:cxnLst/>
                <a:rect l="l" t="t" r="r" b="b"/>
                <a:pathLst>
                  <a:path w="10200" h="5932" extrusionOk="0">
                    <a:moveTo>
                      <a:pt x="1" y="1"/>
                    </a:moveTo>
                    <a:cubicBezTo>
                      <a:pt x="191" y="89"/>
                      <a:pt x="7156" y="3425"/>
                      <a:pt x="10199" y="5932"/>
                    </a:cubicBezTo>
                    <a:cubicBezTo>
                      <a:pt x="8857" y="4436"/>
                      <a:pt x="7244" y="3219"/>
                      <a:pt x="5433" y="2347"/>
                    </a:cubicBezTo>
                    <a:cubicBezTo>
                      <a:pt x="3652" y="1474"/>
                      <a:pt x="1877" y="631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9"/>
              <p:cNvSpPr/>
              <p:nvPr/>
            </p:nvSpPr>
            <p:spPr>
              <a:xfrm>
                <a:off x="2954175" y="4750100"/>
                <a:ext cx="60700" cy="292925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11717" extrusionOk="0">
                    <a:moveTo>
                      <a:pt x="1782" y="0"/>
                    </a:moveTo>
                    <a:cubicBezTo>
                      <a:pt x="1159" y="1877"/>
                      <a:pt x="770" y="3798"/>
                      <a:pt x="389" y="5756"/>
                    </a:cubicBezTo>
                    <a:cubicBezTo>
                      <a:pt x="0" y="7721"/>
                      <a:pt x="0" y="9744"/>
                      <a:pt x="382" y="11717"/>
                    </a:cubicBezTo>
                    <a:cubicBezTo>
                      <a:pt x="1833" y="10353"/>
                      <a:pt x="2398" y="8183"/>
                      <a:pt x="2413" y="6122"/>
                    </a:cubicBezTo>
                    <a:cubicBezTo>
                      <a:pt x="2427" y="4070"/>
                      <a:pt x="1995" y="2039"/>
                      <a:pt x="17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9"/>
              <p:cNvSpPr/>
              <p:nvPr/>
            </p:nvSpPr>
            <p:spPr>
              <a:xfrm>
                <a:off x="2954175" y="4750100"/>
                <a:ext cx="44575" cy="292925"/>
              </a:xfrm>
              <a:custGeom>
                <a:avLst/>
                <a:gdLst/>
                <a:ahLst/>
                <a:cxnLst/>
                <a:rect l="l" t="t" r="r" b="b"/>
                <a:pathLst>
                  <a:path w="1783" h="11717" extrusionOk="0">
                    <a:moveTo>
                      <a:pt x="1782" y="0"/>
                    </a:moveTo>
                    <a:lnTo>
                      <a:pt x="1782" y="0"/>
                    </a:lnTo>
                    <a:cubicBezTo>
                      <a:pt x="1159" y="1885"/>
                      <a:pt x="770" y="3806"/>
                      <a:pt x="389" y="5756"/>
                    </a:cubicBezTo>
                    <a:cubicBezTo>
                      <a:pt x="0" y="7728"/>
                      <a:pt x="0" y="9752"/>
                      <a:pt x="382" y="11717"/>
                    </a:cubicBezTo>
                    <a:cubicBezTo>
                      <a:pt x="213" y="7779"/>
                      <a:pt x="1745" y="206"/>
                      <a:pt x="17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9"/>
              <p:cNvSpPr/>
              <p:nvPr/>
            </p:nvSpPr>
            <p:spPr>
              <a:xfrm>
                <a:off x="3006050" y="4925875"/>
                <a:ext cx="60500" cy="269850"/>
              </a:xfrm>
              <a:custGeom>
                <a:avLst/>
                <a:gdLst/>
                <a:ahLst/>
                <a:cxnLst/>
                <a:rect l="l" t="t" r="r" b="b"/>
                <a:pathLst>
                  <a:path w="2420" h="10794" extrusionOk="0">
                    <a:moveTo>
                      <a:pt x="1313" y="1"/>
                    </a:moveTo>
                    <a:cubicBezTo>
                      <a:pt x="807" y="1753"/>
                      <a:pt x="536" y="3535"/>
                      <a:pt x="272" y="5338"/>
                    </a:cubicBezTo>
                    <a:cubicBezTo>
                      <a:pt x="0" y="7164"/>
                      <a:pt x="125" y="9019"/>
                      <a:pt x="624" y="10793"/>
                    </a:cubicBezTo>
                    <a:cubicBezTo>
                      <a:pt x="1987" y="9466"/>
                      <a:pt x="2420" y="7442"/>
                      <a:pt x="2317" y="5565"/>
                    </a:cubicBezTo>
                    <a:cubicBezTo>
                      <a:pt x="2207" y="3681"/>
                      <a:pt x="1650" y="1856"/>
                      <a:pt x="131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9"/>
              <p:cNvSpPr/>
              <p:nvPr/>
            </p:nvSpPr>
            <p:spPr>
              <a:xfrm>
                <a:off x="3006050" y="4925875"/>
                <a:ext cx="32825" cy="269850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0794" extrusionOk="0">
                    <a:moveTo>
                      <a:pt x="1313" y="1"/>
                    </a:moveTo>
                    <a:lnTo>
                      <a:pt x="1313" y="1"/>
                    </a:lnTo>
                    <a:cubicBezTo>
                      <a:pt x="807" y="1760"/>
                      <a:pt x="528" y="3542"/>
                      <a:pt x="272" y="5346"/>
                    </a:cubicBezTo>
                    <a:cubicBezTo>
                      <a:pt x="0" y="7164"/>
                      <a:pt x="125" y="9026"/>
                      <a:pt x="624" y="10793"/>
                    </a:cubicBezTo>
                    <a:cubicBezTo>
                      <a:pt x="220" y="7208"/>
                      <a:pt x="1283" y="191"/>
                      <a:pt x="13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9"/>
              <p:cNvSpPr/>
              <p:nvPr/>
            </p:nvSpPr>
            <p:spPr>
              <a:xfrm>
                <a:off x="3066725" y="5047575"/>
                <a:ext cx="60875" cy="270200"/>
              </a:xfrm>
              <a:custGeom>
                <a:avLst/>
                <a:gdLst/>
                <a:ahLst/>
                <a:cxnLst/>
                <a:rect l="l" t="t" r="r" b="b"/>
                <a:pathLst>
                  <a:path w="2435" h="10808" extrusionOk="0">
                    <a:moveTo>
                      <a:pt x="543" y="1"/>
                    </a:moveTo>
                    <a:cubicBezTo>
                      <a:pt x="220" y="1797"/>
                      <a:pt x="139" y="3601"/>
                      <a:pt x="74" y="5426"/>
                    </a:cubicBezTo>
                    <a:cubicBezTo>
                      <a:pt x="0" y="7267"/>
                      <a:pt x="323" y="9100"/>
                      <a:pt x="1012" y="10808"/>
                    </a:cubicBezTo>
                    <a:cubicBezTo>
                      <a:pt x="2229" y="9342"/>
                      <a:pt x="2434" y="7281"/>
                      <a:pt x="2126" y="5426"/>
                    </a:cubicBezTo>
                    <a:cubicBezTo>
                      <a:pt x="1826" y="3564"/>
                      <a:pt x="1071" y="1812"/>
                      <a:pt x="5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9"/>
              <p:cNvSpPr/>
              <p:nvPr/>
            </p:nvSpPr>
            <p:spPr>
              <a:xfrm>
                <a:off x="3066725" y="5047575"/>
                <a:ext cx="25300" cy="270200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0808" extrusionOk="0">
                    <a:moveTo>
                      <a:pt x="535" y="1"/>
                    </a:moveTo>
                    <a:cubicBezTo>
                      <a:pt x="220" y="1805"/>
                      <a:pt x="139" y="3601"/>
                      <a:pt x="74" y="5426"/>
                    </a:cubicBezTo>
                    <a:cubicBezTo>
                      <a:pt x="0" y="7267"/>
                      <a:pt x="323" y="9100"/>
                      <a:pt x="1012" y="10808"/>
                    </a:cubicBezTo>
                    <a:cubicBezTo>
                      <a:pt x="220" y="7281"/>
                      <a:pt x="528" y="199"/>
                      <a:pt x="5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ECEF034F-6E26-508D-6A7C-B598E65E3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468" y="1563414"/>
            <a:ext cx="409003" cy="409003"/>
          </a:xfrm>
          <a:prstGeom prst="rect">
            <a:avLst/>
          </a:prstGeom>
        </p:spPr>
      </p:pic>
      <p:pic>
        <p:nvPicPr>
          <p:cNvPr id="7" name="Graphic 6" descr="Magnifying glass with solid fill">
            <a:extLst>
              <a:ext uri="{FF2B5EF4-FFF2-40B4-BE49-F238E27FC236}">
                <a16:creationId xmlns:a16="http://schemas.microsoft.com/office/drawing/2014/main" id="{42A4A7E8-87CF-88A7-6C7E-33FAF081A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0365" y="1578202"/>
            <a:ext cx="357001" cy="357001"/>
          </a:xfrm>
          <a:prstGeom prst="rect">
            <a:avLst/>
          </a:prstGeom>
        </p:spPr>
      </p:pic>
      <p:pic>
        <p:nvPicPr>
          <p:cNvPr id="8" name="Graphic 7" descr="Lightbulb with solid fill">
            <a:extLst>
              <a:ext uri="{FF2B5EF4-FFF2-40B4-BE49-F238E27FC236}">
                <a16:creationId xmlns:a16="http://schemas.microsoft.com/office/drawing/2014/main" id="{050E6AF6-DD46-FB45-B300-B93E3B19F5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3943" y="1569541"/>
            <a:ext cx="374526" cy="3745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E368-DC35-B598-160B-11374914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11AC8-B02C-55BB-7BC9-701320B03E02}"/>
              </a:ext>
            </a:extLst>
          </p:cNvPr>
          <p:cNvSpPr txBox="1"/>
          <p:nvPr/>
        </p:nvSpPr>
        <p:spPr>
          <a:xfrm>
            <a:off x="1223209" y="1295370"/>
            <a:ext cx="5342021" cy="1023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To analyze operational data from the restaurant chain to identify key revenue drivers, operational inefficiencies and customer behavioral patterns.</a:t>
            </a:r>
            <a:endParaRPr lang="en-IN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2013FF-60CF-10E9-F0A0-1F58A38760ED}"/>
              </a:ext>
            </a:extLst>
          </p:cNvPr>
          <p:cNvSpPr txBox="1">
            <a:spLocks/>
          </p:cNvSpPr>
          <p:nvPr/>
        </p:nvSpPr>
        <p:spPr>
          <a:xfrm>
            <a:off x="621099" y="2624561"/>
            <a:ext cx="608048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r>
              <a:rPr lang="en-US" dirty="0"/>
              <a:t>Key Business Questions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2BB825-9095-FCDB-592A-9435B2EF9C7A}"/>
              </a:ext>
            </a:extLst>
          </p:cNvPr>
          <p:cNvSpPr txBox="1"/>
          <p:nvPr/>
        </p:nvSpPr>
        <p:spPr>
          <a:xfrm>
            <a:off x="1223209" y="3290920"/>
            <a:ext cx="53420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" panose="020B0604020202020204" charset="0"/>
                <a:ea typeface="Inter" panose="020B0604020202020204" charset="0"/>
              </a:rPr>
              <a:t>What drives peak Sales?</a:t>
            </a:r>
          </a:p>
          <a:p>
            <a:endParaRPr lang="en-US" dirty="0">
              <a:latin typeface="Inter" panose="020B0604020202020204" charset="0"/>
              <a:ea typeface="Inter" panose="020B0604020202020204" charset="0"/>
            </a:endParaRPr>
          </a:p>
          <a:p>
            <a:r>
              <a:rPr lang="en-US" dirty="0">
                <a:latin typeface="Inter" panose="020B0604020202020204" charset="0"/>
                <a:ea typeface="Inter" panose="020B0604020202020204" charset="0"/>
              </a:rPr>
              <a:t>Which menu items are underperforming</a:t>
            </a:r>
            <a:r>
              <a:rPr lang="en-IN" dirty="0">
                <a:latin typeface="Inter" panose="020B0604020202020204" charset="0"/>
                <a:ea typeface="Inter" panose="020B0604020202020204" charset="0"/>
              </a:rPr>
              <a:t>?</a:t>
            </a:r>
          </a:p>
          <a:p>
            <a:endParaRPr lang="en-IN" dirty="0">
              <a:latin typeface="Inter" panose="020B0604020202020204" charset="0"/>
              <a:ea typeface="Inter" panose="020B0604020202020204" charset="0"/>
            </a:endParaRPr>
          </a:p>
          <a:p>
            <a:r>
              <a:rPr lang="en-IN" dirty="0">
                <a:latin typeface="Inter" panose="020B0604020202020204" charset="0"/>
                <a:ea typeface="Inter" panose="020B0604020202020204" charset="0"/>
              </a:rPr>
              <a:t>How does location impact revenue?</a:t>
            </a:r>
            <a:endParaRPr lang="en-US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7" name="Google Shape;2459;p54">
            <a:extLst>
              <a:ext uri="{FF2B5EF4-FFF2-40B4-BE49-F238E27FC236}">
                <a16:creationId xmlns:a16="http://schemas.microsoft.com/office/drawing/2014/main" id="{A4983878-2FF0-E1F6-F19A-462C2D78A439}"/>
              </a:ext>
            </a:extLst>
          </p:cNvPr>
          <p:cNvGrpSpPr/>
          <p:nvPr/>
        </p:nvGrpSpPr>
        <p:grpSpPr>
          <a:xfrm rot="21175311">
            <a:off x="6503976" y="2454544"/>
            <a:ext cx="2330982" cy="2198396"/>
            <a:chOff x="916162" y="1693770"/>
            <a:chExt cx="2058010" cy="1959408"/>
          </a:xfrm>
        </p:grpSpPr>
        <p:sp>
          <p:nvSpPr>
            <p:cNvPr id="8" name="Google Shape;2460;p54">
              <a:extLst>
                <a:ext uri="{FF2B5EF4-FFF2-40B4-BE49-F238E27FC236}">
                  <a16:creationId xmlns:a16="http://schemas.microsoft.com/office/drawing/2014/main" id="{D29793D8-0C4E-8E2A-6D14-4C5F2A0E3A54}"/>
                </a:ext>
              </a:extLst>
            </p:cNvPr>
            <p:cNvSpPr/>
            <p:nvPr/>
          </p:nvSpPr>
          <p:spPr>
            <a:xfrm>
              <a:off x="918176" y="1693770"/>
              <a:ext cx="2053982" cy="1959408"/>
            </a:xfrm>
            <a:custGeom>
              <a:avLst/>
              <a:gdLst/>
              <a:ahLst/>
              <a:cxnLst/>
              <a:rect l="l" t="t" r="r" b="b"/>
              <a:pathLst>
                <a:path w="37225" h="35511" extrusionOk="0">
                  <a:moveTo>
                    <a:pt x="21372" y="3980"/>
                  </a:moveTo>
                  <a:cubicBezTo>
                    <a:pt x="22040" y="3980"/>
                    <a:pt x="22698" y="4152"/>
                    <a:pt x="23221" y="4580"/>
                  </a:cubicBezTo>
                  <a:cubicBezTo>
                    <a:pt x="23565" y="4859"/>
                    <a:pt x="23785" y="5343"/>
                    <a:pt x="23638" y="5761"/>
                  </a:cubicBezTo>
                  <a:cubicBezTo>
                    <a:pt x="23514" y="6113"/>
                    <a:pt x="23169" y="6347"/>
                    <a:pt x="22825" y="6501"/>
                  </a:cubicBezTo>
                  <a:cubicBezTo>
                    <a:pt x="22451" y="6663"/>
                    <a:pt x="22047" y="6765"/>
                    <a:pt x="21637" y="6802"/>
                  </a:cubicBezTo>
                  <a:cubicBezTo>
                    <a:pt x="21358" y="6824"/>
                    <a:pt x="21072" y="6816"/>
                    <a:pt x="20801" y="6882"/>
                  </a:cubicBezTo>
                  <a:cubicBezTo>
                    <a:pt x="20530" y="6941"/>
                    <a:pt x="20259" y="7095"/>
                    <a:pt x="20141" y="7352"/>
                  </a:cubicBezTo>
                  <a:cubicBezTo>
                    <a:pt x="20083" y="7513"/>
                    <a:pt x="20053" y="7689"/>
                    <a:pt x="20075" y="7858"/>
                  </a:cubicBezTo>
                  <a:cubicBezTo>
                    <a:pt x="20119" y="8451"/>
                    <a:pt x="20339" y="9111"/>
                    <a:pt x="20017" y="9610"/>
                  </a:cubicBezTo>
                  <a:cubicBezTo>
                    <a:pt x="19819" y="9918"/>
                    <a:pt x="19467" y="10072"/>
                    <a:pt x="19115" y="10160"/>
                  </a:cubicBezTo>
                  <a:cubicBezTo>
                    <a:pt x="18847" y="10228"/>
                    <a:pt x="18574" y="10261"/>
                    <a:pt x="18301" y="10261"/>
                  </a:cubicBezTo>
                  <a:cubicBezTo>
                    <a:pt x="18013" y="10261"/>
                    <a:pt x="17725" y="10224"/>
                    <a:pt x="17443" y="10152"/>
                  </a:cubicBezTo>
                  <a:cubicBezTo>
                    <a:pt x="17260" y="10101"/>
                    <a:pt x="17055" y="9998"/>
                    <a:pt x="17047" y="9815"/>
                  </a:cubicBezTo>
                  <a:cubicBezTo>
                    <a:pt x="17055" y="9705"/>
                    <a:pt x="17099" y="9603"/>
                    <a:pt x="17179" y="9522"/>
                  </a:cubicBezTo>
                  <a:cubicBezTo>
                    <a:pt x="17619" y="9001"/>
                    <a:pt x="18294" y="8635"/>
                    <a:pt x="18492" y="7982"/>
                  </a:cubicBezTo>
                  <a:cubicBezTo>
                    <a:pt x="18741" y="7176"/>
                    <a:pt x="18154" y="6296"/>
                    <a:pt x="18404" y="5489"/>
                  </a:cubicBezTo>
                  <a:cubicBezTo>
                    <a:pt x="18572" y="4910"/>
                    <a:pt x="19137" y="4529"/>
                    <a:pt x="19701" y="4309"/>
                  </a:cubicBezTo>
                  <a:cubicBezTo>
                    <a:pt x="20211" y="4108"/>
                    <a:pt x="20795" y="3980"/>
                    <a:pt x="21372" y="3980"/>
                  </a:cubicBezTo>
                  <a:close/>
                  <a:moveTo>
                    <a:pt x="32283" y="11709"/>
                  </a:moveTo>
                  <a:cubicBezTo>
                    <a:pt x="32402" y="11709"/>
                    <a:pt x="32524" y="11755"/>
                    <a:pt x="32620" y="11853"/>
                  </a:cubicBezTo>
                  <a:cubicBezTo>
                    <a:pt x="32891" y="12117"/>
                    <a:pt x="32759" y="12572"/>
                    <a:pt x="32393" y="12660"/>
                  </a:cubicBezTo>
                  <a:cubicBezTo>
                    <a:pt x="32350" y="12671"/>
                    <a:pt x="32308" y="12677"/>
                    <a:pt x="32267" y="12677"/>
                  </a:cubicBezTo>
                  <a:cubicBezTo>
                    <a:pt x="31969" y="12677"/>
                    <a:pt x="31729" y="12390"/>
                    <a:pt x="31806" y="12081"/>
                  </a:cubicBezTo>
                  <a:lnTo>
                    <a:pt x="31813" y="12081"/>
                  </a:lnTo>
                  <a:cubicBezTo>
                    <a:pt x="31869" y="11848"/>
                    <a:pt x="32074" y="11709"/>
                    <a:pt x="32283" y="11709"/>
                  </a:cubicBezTo>
                  <a:close/>
                  <a:moveTo>
                    <a:pt x="26270" y="9294"/>
                  </a:moveTo>
                  <a:cubicBezTo>
                    <a:pt x="26804" y="9294"/>
                    <a:pt x="27560" y="9807"/>
                    <a:pt x="27862" y="9984"/>
                  </a:cubicBezTo>
                  <a:lnTo>
                    <a:pt x="27869" y="9984"/>
                  </a:lnTo>
                  <a:cubicBezTo>
                    <a:pt x="28455" y="10321"/>
                    <a:pt x="29108" y="10673"/>
                    <a:pt x="29555" y="11186"/>
                  </a:cubicBezTo>
                  <a:cubicBezTo>
                    <a:pt x="29709" y="11370"/>
                    <a:pt x="29826" y="11575"/>
                    <a:pt x="29907" y="11795"/>
                  </a:cubicBezTo>
                  <a:lnTo>
                    <a:pt x="28213" y="12924"/>
                  </a:lnTo>
                  <a:cubicBezTo>
                    <a:pt x="28001" y="12829"/>
                    <a:pt x="27788" y="12741"/>
                    <a:pt x="27561" y="12660"/>
                  </a:cubicBezTo>
                  <a:cubicBezTo>
                    <a:pt x="27524" y="12455"/>
                    <a:pt x="27466" y="12257"/>
                    <a:pt x="27378" y="12066"/>
                  </a:cubicBezTo>
                  <a:cubicBezTo>
                    <a:pt x="26996" y="11318"/>
                    <a:pt x="25332" y="10622"/>
                    <a:pt x="25772" y="9610"/>
                  </a:cubicBezTo>
                  <a:cubicBezTo>
                    <a:pt x="25870" y="9380"/>
                    <a:pt x="26051" y="9294"/>
                    <a:pt x="26270" y="9294"/>
                  </a:cubicBezTo>
                  <a:close/>
                  <a:moveTo>
                    <a:pt x="29743" y="1"/>
                  </a:moveTo>
                  <a:cubicBezTo>
                    <a:pt x="29443" y="1"/>
                    <a:pt x="29144" y="9"/>
                    <a:pt x="28844" y="27"/>
                  </a:cubicBezTo>
                  <a:cubicBezTo>
                    <a:pt x="28323" y="57"/>
                    <a:pt x="27781" y="123"/>
                    <a:pt x="27326" y="394"/>
                  </a:cubicBezTo>
                  <a:cubicBezTo>
                    <a:pt x="26872" y="658"/>
                    <a:pt x="26520" y="1164"/>
                    <a:pt x="26593" y="1684"/>
                  </a:cubicBezTo>
                  <a:cubicBezTo>
                    <a:pt x="26637" y="2021"/>
                    <a:pt x="26850" y="2366"/>
                    <a:pt x="26718" y="2681"/>
                  </a:cubicBezTo>
                  <a:cubicBezTo>
                    <a:pt x="26586" y="2989"/>
                    <a:pt x="26205" y="3077"/>
                    <a:pt x="25875" y="3107"/>
                  </a:cubicBezTo>
                  <a:cubicBezTo>
                    <a:pt x="25473" y="3147"/>
                    <a:pt x="25066" y="3162"/>
                    <a:pt x="24656" y="3162"/>
                  </a:cubicBezTo>
                  <a:cubicBezTo>
                    <a:pt x="23684" y="3162"/>
                    <a:pt x="22697" y="3081"/>
                    <a:pt x="21735" y="3081"/>
                  </a:cubicBezTo>
                  <a:cubicBezTo>
                    <a:pt x="20478" y="3081"/>
                    <a:pt x="19265" y="3219"/>
                    <a:pt x="18191" y="3854"/>
                  </a:cubicBezTo>
                  <a:cubicBezTo>
                    <a:pt x="17898" y="4030"/>
                    <a:pt x="17619" y="4243"/>
                    <a:pt x="17443" y="4536"/>
                  </a:cubicBezTo>
                  <a:cubicBezTo>
                    <a:pt x="16886" y="5511"/>
                    <a:pt x="17744" y="6736"/>
                    <a:pt x="17524" y="7836"/>
                  </a:cubicBezTo>
                  <a:cubicBezTo>
                    <a:pt x="17355" y="8686"/>
                    <a:pt x="16585" y="9280"/>
                    <a:pt x="15786" y="9625"/>
                  </a:cubicBezTo>
                  <a:cubicBezTo>
                    <a:pt x="13931" y="10416"/>
                    <a:pt x="11783" y="10248"/>
                    <a:pt x="9891" y="10966"/>
                  </a:cubicBezTo>
                  <a:cubicBezTo>
                    <a:pt x="8770" y="11392"/>
                    <a:pt x="7795" y="12183"/>
                    <a:pt x="7061" y="13173"/>
                  </a:cubicBezTo>
                  <a:cubicBezTo>
                    <a:pt x="5426" y="13994"/>
                    <a:pt x="4451" y="15065"/>
                    <a:pt x="4451" y="16362"/>
                  </a:cubicBezTo>
                  <a:cubicBezTo>
                    <a:pt x="4451" y="16854"/>
                    <a:pt x="4459" y="17411"/>
                    <a:pt x="4495" y="17997"/>
                  </a:cubicBezTo>
                  <a:cubicBezTo>
                    <a:pt x="4473" y="17836"/>
                    <a:pt x="4466" y="17668"/>
                    <a:pt x="4466" y="17506"/>
                  </a:cubicBezTo>
                  <a:cubicBezTo>
                    <a:pt x="3491" y="17536"/>
                    <a:pt x="2516" y="17646"/>
                    <a:pt x="1555" y="17822"/>
                  </a:cubicBezTo>
                  <a:cubicBezTo>
                    <a:pt x="1357" y="17858"/>
                    <a:pt x="1189" y="18078"/>
                    <a:pt x="1159" y="18357"/>
                  </a:cubicBezTo>
                  <a:cubicBezTo>
                    <a:pt x="1145" y="18511"/>
                    <a:pt x="1137" y="18665"/>
                    <a:pt x="1130" y="18819"/>
                  </a:cubicBezTo>
                  <a:cubicBezTo>
                    <a:pt x="1086" y="19420"/>
                    <a:pt x="1115" y="19735"/>
                    <a:pt x="1115" y="20285"/>
                  </a:cubicBezTo>
                  <a:cubicBezTo>
                    <a:pt x="1115" y="20564"/>
                    <a:pt x="1247" y="20820"/>
                    <a:pt x="1438" y="20901"/>
                  </a:cubicBezTo>
                  <a:cubicBezTo>
                    <a:pt x="2548" y="21374"/>
                    <a:pt x="3702" y="21571"/>
                    <a:pt x="4883" y="21571"/>
                  </a:cubicBezTo>
                  <a:cubicBezTo>
                    <a:pt x="4966" y="21571"/>
                    <a:pt x="5050" y="21570"/>
                    <a:pt x="5133" y="21568"/>
                  </a:cubicBezTo>
                  <a:cubicBezTo>
                    <a:pt x="5236" y="21891"/>
                    <a:pt x="5360" y="22206"/>
                    <a:pt x="5500" y="22514"/>
                  </a:cubicBezTo>
                  <a:lnTo>
                    <a:pt x="5536" y="22595"/>
                  </a:lnTo>
                  <a:cubicBezTo>
                    <a:pt x="5683" y="22910"/>
                    <a:pt x="5844" y="23210"/>
                    <a:pt x="6020" y="23504"/>
                  </a:cubicBezTo>
                  <a:lnTo>
                    <a:pt x="5925" y="23599"/>
                  </a:lnTo>
                  <a:lnTo>
                    <a:pt x="5742" y="23496"/>
                  </a:lnTo>
                  <a:lnTo>
                    <a:pt x="5683" y="23460"/>
                  </a:lnTo>
                  <a:lnTo>
                    <a:pt x="5676" y="23460"/>
                  </a:lnTo>
                  <a:lnTo>
                    <a:pt x="5654" y="23452"/>
                  </a:lnTo>
                  <a:lnTo>
                    <a:pt x="5646" y="23445"/>
                  </a:lnTo>
                  <a:lnTo>
                    <a:pt x="5632" y="23438"/>
                  </a:lnTo>
                  <a:lnTo>
                    <a:pt x="5624" y="23430"/>
                  </a:lnTo>
                  <a:lnTo>
                    <a:pt x="5610" y="23423"/>
                  </a:lnTo>
                  <a:lnTo>
                    <a:pt x="5588" y="23423"/>
                  </a:lnTo>
                  <a:lnTo>
                    <a:pt x="5573" y="23416"/>
                  </a:lnTo>
                  <a:cubicBezTo>
                    <a:pt x="5573" y="23430"/>
                    <a:pt x="5573" y="23438"/>
                    <a:pt x="5573" y="23452"/>
                  </a:cubicBezTo>
                  <a:cubicBezTo>
                    <a:pt x="5551" y="23621"/>
                    <a:pt x="5536" y="23782"/>
                    <a:pt x="5544" y="23951"/>
                  </a:cubicBezTo>
                  <a:cubicBezTo>
                    <a:pt x="5309" y="24164"/>
                    <a:pt x="5074" y="24398"/>
                    <a:pt x="4840" y="24640"/>
                  </a:cubicBezTo>
                  <a:lnTo>
                    <a:pt x="4774" y="24706"/>
                  </a:lnTo>
                  <a:cubicBezTo>
                    <a:pt x="4532" y="24581"/>
                    <a:pt x="4290" y="24457"/>
                    <a:pt x="4055" y="24339"/>
                  </a:cubicBezTo>
                  <a:lnTo>
                    <a:pt x="3923" y="24273"/>
                  </a:lnTo>
                  <a:cubicBezTo>
                    <a:pt x="3674" y="24156"/>
                    <a:pt x="3425" y="24054"/>
                    <a:pt x="3183" y="23958"/>
                  </a:cubicBezTo>
                  <a:lnTo>
                    <a:pt x="3044" y="23900"/>
                  </a:lnTo>
                  <a:cubicBezTo>
                    <a:pt x="2714" y="23768"/>
                    <a:pt x="2369" y="23658"/>
                    <a:pt x="2024" y="23577"/>
                  </a:cubicBezTo>
                  <a:cubicBezTo>
                    <a:pt x="1918" y="23553"/>
                    <a:pt x="1811" y="23541"/>
                    <a:pt x="1704" y="23541"/>
                  </a:cubicBezTo>
                  <a:cubicBezTo>
                    <a:pt x="1452" y="23541"/>
                    <a:pt x="1203" y="23607"/>
                    <a:pt x="976" y="23731"/>
                  </a:cubicBezTo>
                  <a:cubicBezTo>
                    <a:pt x="829" y="23812"/>
                    <a:pt x="697" y="23922"/>
                    <a:pt x="587" y="24054"/>
                  </a:cubicBezTo>
                  <a:lnTo>
                    <a:pt x="573" y="24068"/>
                  </a:lnTo>
                  <a:cubicBezTo>
                    <a:pt x="551" y="24090"/>
                    <a:pt x="536" y="24112"/>
                    <a:pt x="514" y="24134"/>
                  </a:cubicBezTo>
                  <a:cubicBezTo>
                    <a:pt x="433" y="24251"/>
                    <a:pt x="360" y="24376"/>
                    <a:pt x="309" y="24508"/>
                  </a:cubicBezTo>
                  <a:cubicBezTo>
                    <a:pt x="140" y="24933"/>
                    <a:pt x="169" y="25403"/>
                    <a:pt x="382" y="25806"/>
                  </a:cubicBezTo>
                  <a:cubicBezTo>
                    <a:pt x="397" y="25835"/>
                    <a:pt x="411" y="25872"/>
                    <a:pt x="433" y="25901"/>
                  </a:cubicBezTo>
                  <a:cubicBezTo>
                    <a:pt x="558" y="26106"/>
                    <a:pt x="719" y="26348"/>
                    <a:pt x="895" y="26627"/>
                  </a:cubicBezTo>
                  <a:lnTo>
                    <a:pt x="976" y="26752"/>
                  </a:lnTo>
                  <a:cubicBezTo>
                    <a:pt x="1137" y="26994"/>
                    <a:pt x="1313" y="27265"/>
                    <a:pt x="1511" y="27543"/>
                  </a:cubicBezTo>
                  <a:cubicBezTo>
                    <a:pt x="1658" y="27763"/>
                    <a:pt x="1826" y="27983"/>
                    <a:pt x="1995" y="28218"/>
                  </a:cubicBezTo>
                  <a:cubicBezTo>
                    <a:pt x="1790" y="28541"/>
                    <a:pt x="1592" y="28871"/>
                    <a:pt x="1409" y="29193"/>
                  </a:cubicBezTo>
                  <a:cubicBezTo>
                    <a:pt x="1328" y="29325"/>
                    <a:pt x="1255" y="29464"/>
                    <a:pt x="1181" y="29596"/>
                  </a:cubicBezTo>
                  <a:cubicBezTo>
                    <a:pt x="719" y="30440"/>
                    <a:pt x="353" y="31327"/>
                    <a:pt x="89" y="32250"/>
                  </a:cubicBezTo>
                  <a:cubicBezTo>
                    <a:pt x="1" y="32580"/>
                    <a:pt x="67" y="32940"/>
                    <a:pt x="272" y="33211"/>
                  </a:cubicBezTo>
                  <a:cubicBezTo>
                    <a:pt x="294" y="33240"/>
                    <a:pt x="323" y="33270"/>
                    <a:pt x="345" y="33306"/>
                  </a:cubicBezTo>
                  <a:cubicBezTo>
                    <a:pt x="375" y="33328"/>
                    <a:pt x="404" y="33358"/>
                    <a:pt x="426" y="33380"/>
                  </a:cubicBezTo>
                  <a:lnTo>
                    <a:pt x="441" y="33387"/>
                  </a:lnTo>
                  <a:cubicBezTo>
                    <a:pt x="463" y="33409"/>
                    <a:pt x="492" y="33431"/>
                    <a:pt x="521" y="33453"/>
                  </a:cubicBezTo>
                  <a:cubicBezTo>
                    <a:pt x="521" y="33453"/>
                    <a:pt x="529" y="33460"/>
                    <a:pt x="536" y="33468"/>
                  </a:cubicBezTo>
                  <a:cubicBezTo>
                    <a:pt x="565" y="33482"/>
                    <a:pt x="587" y="33504"/>
                    <a:pt x="617" y="33519"/>
                  </a:cubicBezTo>
                  <a:lnTo>
                    <a:pt x="639" y="33534"/>
                  </a:lnTo>
                  <a:cubicBezTo>
                    <a:pt x="668" y="33541"/>
                    <a:pt x="697" y="33556"/>
                    <a:pt x="727" y="33570"/>
                  </a:cubicBezTo>
                  <a:lnTo>
                    <a:pt x="756" y="33585"/>
                  </a:lnTo>
                  <a:cubicBezTo>
                    <a:pt x="785" y="33592"/>
                    <a:pt x="815" y="33600"/>
                    <a:pt x="844" y="33614"/>
                  </a:cubicBezTo>
                  <a:lnTo>
                    <a:pt x="873" y="33622"/>
                  </a:lnTo>
                  <a:cubicBezTo>
                    <a:pt x="917" y="33636"/>
                    <a:pt x="961" y="33644"/>
                    <a:pt x="998" y="33651"/>
                  </a:cubicBezTo>
                  <a:cubicBezTo>
                    <a:pt x="2912" y="33951"/>
                    <a:pt x="4832" y="34193"/>
                    <a:pt x="6746" y="34384"/>
                  </a:cubicBezTo>
                  <a:cubicBezTo>
                    <a:pt x="7961" y="35042"/>
                    <a:pt x="9200" y="35511"/>
                    <a:pt x="10262" y="35511"/>
                  </a:cubicBezTo>
                  <a:cubicBezTo>
                    <a:pt x="10988" y="35511"/>
                    <a:pt x="11631" y="35292"/>
                    <a:pt x="12128" y="34765"/>
                  </a:cubicBezTo>
                  <a:cubicBezTo>
                    <a:pt x="13642" y="34838"/>
                    <a:pt x="15156" y="34869"/>
                    <a:pt x="16676" y="34869"/>
                  </a:cubicBezTo>
                  <a:cubicBezTo>
                    <a:pt x="16841" y="34869"/>
                    <a:pt x="17006" y="34869"/>
                    <a:pt x="17172" y="34868"/>
                  </a:cubicBezTo>
                  <a:lnTo>
                    <a:pt x="17238" y="34868"/>
                  </a:lnTo>
                  <a:cubicBezTo>
                    <a:pt x="22040" y="34839"/>
                    <a:pt x="26835" y="34494"/>
                    <a:pt x="31593" y="33834"/>
                  </a:cubicBezTo>
                  <a:lnTo>
                    <a:pt x="31740" y="33812"/>
                  </a:lnTo>
                  <a:cubicBezTo>
                    <a:pt x="32671" y="33688"/>
                    <a:pt x="33602" y="33541"/>
                    <a:pt x="34541" y="33394"/>
                  </a:cubicBezTo>
                  <a:cubicBezTo>
                    <a:pt x="34585" y="33387"/>
                    <a:pt x="34629" y="33372"/>
                    <a:pt x="34673" y="33365"/>
                  </a:cubicBezTo>
                  <a:cubicBezTo>
                    <a:pt x="34753" y="33336"/>
                    <a:pt x="34834" y="33306"/>
                    <a:pt x="34915" y="33262"/>
                  </a:cubicBezTo>
                  <a:cubicBezTo>
                    <a:pt x="34988" y="33218"/>
                    <a:pt x="35054" y="33174"/>
                    <a:pt x="35113" y="33116"/>
                  </a:cubicBezTo>
                  <a:cubicBezTo>
                    <a:pt x="35472" y="32786"/>
                    <a:pt x="35582" y="32272"/>
                    <a:pt x="35391" y="31833"/>
                  </a:cubicBezTo>
                  <a:cubicBezTo>
                    <a:pt x="34981" y="30887"/>
                    <a:pt x="34526" y="29934"/>
                    <a:pt x="34028" y="28988"/>
                  </a:cubicBezTo>
                  <a:cubicBezTo>
                    <a:pt x="33954" y="28856"/>
                    <a:pt x="33888" y="28724"/>
                    <a:pt x="33815" y="28592"/>
                  </a:cubicBezTo>
                  <a:cubicBezTo>
                    <a:pt x="33632" y="28247"/>
                    <a:pt x="33434" y="27903"/>
                    <a:pt x="33236" y="27558"/>
                  </a:cubicBezTo>
                  <a:cubicBezTo>
                    <a:pt x="33184" y="27477"/>
                    <a:pt x="33140" y="27397"/>
                    <a:pt x="33089" y="27316"/>
                  </a:cubicBezTo>
                  <a:cubicBezTo>
                    <a:pt x="33082" y="27272"/>
                    <a:pt x="33074" y="27236"/>
                    <a:pt x="33067" y="27192"/>
                  </a:cubicBezTo>
                  <a:cubicBezTo>
                    <a:pt x="33067" y="27184"/>
                    <a:pt x="33060" y="27170"/>
                    <a:pt x="33052" y="27155"/>
                  </a:cubicBezTo>
                  <a:cubicBezTo>
                    <a:pt x="33045" y="27133"/>
                    <a:pt x="33038" y="27104"/>
                    <a:pt x="33030" y="27074"/>
                  </a:cubicBezTo>
                  <a:lnTo>
                    <a:pt x="33016" y="27038"/>
                  </a:lnTo>
                  <a:cubicBezTo>
                    <a:pt x="33008" y="27016"/>
                    <a:pt x="33001" y="26986"/>
                    <a:pt x="32994" y="26964"/>
                  </a:cubicBezTo>
                  <a:lnTo>
                    <a:pt x="32979" y="26928"/>
                  </a:lnTo>
                  <a:cubicBezTo>
                    <a:pt x="32972" y="26906"/>
                    <a:pt x="32964" y="26884"/>
                    <a:pt x="32950" y="26862"/>
                  </a:cubicBezTo>
                  <a:cubicBezTo>
                    <a:pt x="32942" y="26840"/>
                    <a:pt x="32942" y="26840"/>
                    <a:pt x="32935" y="26825"/>
                  </a:cubicBezTo>
                  <a:cubicBezTo>
                    <a:pt x="32928" y="26810"/>
                    <a:pt x="32913" y="26781"/>
                    <a:pt x="32906" y="26759"/>
                  </a:cubicBezTo>
                  <a:cubicBezTo>
                    <a:pt x="32891" y="26737"/>
                    <a:pt x="32891" y="26737"/>
                    <a:pt x="32884" y="26730"/>
                  </a:cubicBezTo>
                  <a:cubicBezTo>
                    <a:pt x="32876" y="26715"/>
                    <a:pt x="32862" y="26686"/>
                    <a:pt x="32847" y="26664"/>
                  </a:cubicBezTo>
                  <a:lnTo>
                    <a:pt x="32832" y="26634"/>
                  </a:lnTo>
                  <a:cubicBezTo>
                    <a:pt x="32818" y="26612"/>
                    <a:pt x="32803" y="26590"/>
                    <a:pt x="32788" y="26568"/>
                  </a:cubicBezTo>
                  <a:lnTo>
                    <a:pt x="32774" y="26546"/>
                  </a:lnTo>
                  <a:cubicBezTo>
                    <a:pt x="32752" y="26524"/>
                    <a:pt x="32730" y="26502"/>
                    <a:pt x="32715" y="26480"/>
                  </a:cubicBezTo>
                  <a:lnTo>
                    <a:pt x="32708" y="26466"/>
                  </a:lnTo>
                  <a:cubicBezTo>
                    <a:pt x="32620" y="26370"/>
                    <a:pt x="32525" y="26282"/>
                    <a:pt x="32415" y="26202"/>
                  </a:cubicBezTo>
                  <a:cubicBezTo>
                    <a:pt x="32011" y="25564"/>
                    <a:pt x="31579" y="24926"/>
                    <a:pt x="31132" y="24288"/>
                  </a:cubicBezTo>
                  <a:cubicBezTo>
                    <a:pt x="30890" y="23951"/>
                    <a:pt x="30648" y="23614"/>
                    <a:pt x="30398" y="23276"/>
                  </a:cubicBezTo>
                  <a:cubicBezTo>
                    <a:pt x="30369" y="23240"/>
                    <a:pt x="30347" y="23210"/>
                    <a:pt x="30318" y="23181"/>
                  </a:cubicBezTo>
                  <a:cubicBezTo>
                    <a:pt x="30310" y="23174"/>
                    <a:pt x="30303" y="23166"/>
                    <a:pt x="30296" y="23152"/>
                  </a:cubicBezTo>
                  <a:cubicBezTo>
                    <a:pt x="30274" y="23137"/>
                    <a:pt x="30259" y="23122"/>
                    <a:pt x="30237" y="23100"/>
                  </a:cubicBezTo>
                  <a:lnTo>
                    <a:pt x="30200" y="23071"/>
                  </a:lnTo>
                  <a:lnTo>
                    <a:pt x="30186" y="23056"/>
                  </a:lnTo>
                  <a:cubicBezTo>
                    <a:pt x="30281" y="22873"/>
                    <a:pt x="30369" y="22682"/>
                    <a:pt x="30450" y="22492"/>
                  </a:cubicBezTo>
                  <a:cubicBezTo>
                    <a:pt x="30486" y="22419"/>
                    <a:pt x="30516" y="22338"/>
                    <a:pt x="30545" y="22265"/>
                  </a:cubicBezTo>
                  <a:cubicBezTo>
                    <a:pt x="30582" y="22184"/>
                    <a:pt x="30611" y="22103"/>
                    <a:pt x="30640" y="22023"/>
                  </a:cubicBezTo>
                  <a:cubicBezTo>
                    <a:pt x="30692" y="21876"/>
                    <a:pt x="30750" y="21722"/>
                    <a:pt x="30794" y="21575"/>
                  </a:cubicBezTo>
                  <a:cubicBezTo>
                    <a:pt x="30865" y="21577"/>
                    <a:pt x="30935" y="21578"/>
                    <a:pt x="31006" y="21578"/>
                  </a:cubicBezTo>
                  <a:cubicBezTo>
                    <a:pt x="32166" y="21578"/>
                    <a:pt x="33315" y="21351"/>
                    <a:pt x="34387" y="20908"/>
                  </a:cubicBezTo>
                  <a:cubicBezTo>
                    <a:pt x="34585" y="20820"/>
                    <a:pt x="34717" y="20571"/>
                    <a:pt x="34717" y="20285"/>
                  </a:cubicBezTo>
                  <a:cubicBezTo>
                    <a:pt x="34717" y="19735"/>
                    <a:pt x="34746" y="19420"/>
                    <a:pt x="34702" y="18819"/>
                  </a:cubicBezTo>
                  <a:cubicBezTo>
                    <a:pt x="34695" y="18665"/>
                    <a:pt x="34687" y="18511"/>
                    <a:pt x="34673" y="18364"/>
                  </a:cubicBezTo>
                  <a:cubicBezTo>
                    <a:pt x="34643" y="18078"/>
                    <a:pt x="34475" y="17865"/>
                    <a:pt x="34270" y="17822"/>
                  </a:cubicBezTo>
                  <a:cubicBezTo>
                    <a:pt x="33316" y="17646"/>
                    <a:pt x="32349" y="17543"/>
                    <a:pt x="31373" y="17506"/>
                  </a:cubicBezTo>
                  <a:cubicBezTo>
                    <a:pt x="31373" y="17125"/>
                    <a:pt x="31366" y="16744"/>
                    <a:pt x="31344" y="16370"/>
                  </a:cubicBezTo>
                  <a:cubicBezTo>
                    <a:pt x="31337" y="15776"/>
                    <a:pt x="31132" y="15197"/>
                    <a:pt x="30765" y="14735"/>
                  </a:cubicBezTo>
                  <a:lnTo>
                    <a:pt x="30809" y="14574"/>
                  </a:lnTo>
                  <a:lnTo>
                    <a:pt x="32825" y="13760"/>
                  </a:lnTo>
                  <a:cubicBezTo>
                    <a:pt x="33089" y="13657"/>
                    <a:pt x="33324" y="13503"/>
                    <a:pt x="33529" y="13298"/>
                  </a:cubicBezTo>
                  <a:cubicBezTo>
                    <a:pt x="34489" y="12323"/>
                    <a:pt x="33896" y="10981"/>
                    <a:pt x="32715" y="10680"/>
                  </a:cubicBezTo>
                  <a:cubicBezTo>
                    <a:pt x="32565" y="10643"/>
                    <a:pt x="32411" y="10624"/>
                    <a:pt x="32258" y="10624"/>
                  </a:cubicBezTo>
                  <a:cubicBezTo>
                    <a:pt x="31875" y="10624"/>
                    <a:pt x="31495" y="10741"/>
                    <a:pt x="31176" y="10966"/>
                  </a:cubicBezTo>
                  <a:lnTo>
                    <a:pt x="31058" y="11040"/>
                  </a:lnTo>
                  <a:cubicBezTo>
                    <a:pt x="31000" y="10871"/>
                    <a:pt x="30919" y="10710"/>
                    <a:pt x="30816" y="10563"/>
                  </a:cubicBezTo>
                  <a:cubicBezTo>
                    <a:pt x="30479" y="10086"/>
                    <a:pt x="29922" y="9830"/>
                    <a:pt x="29379" y="9610"/>
                  </a:cubicBezTo>
                  <a:cubicBezTo>
                    <a:pt x="28837" y="9390"/>
                    <a:pt x="28265" y="9199"/>
                    <a:pt x="27847" y="8789"/>
                  </a:cubicBezTo>
                  <a:cubicBezTo>
                    <a:pt x="27429" y="8378"/>
                    <a:pt x="27216" y="7689"/>
                    <a:pt x="27539" y="7205"/>
                  </a:cubicBezTo>
                  <a:cubicBezTo>
                    <a:pt x="27759" y="6846"/>
                    <a:pt x="28177" y="6692"/>
                    <a:pt x="28580" y="6575"/>
                  </a:cubicBezTo>
                  <a:cubicBezTo>
                    <a:pt x="30897" y="5922"/>
                    <a:pt x="33412" y="6091"/>
                    <a:pt x="35648" y="5196"/>
                  </a:cubicBezTo>
                  <a:cubicBezTo>
                    <a:pt x="36132" y="5006"/>
                    <a:pt x="36616" y="4742"/>
                    <a:pt x="36894" y="4309"/>
                  </a:cubicBezTo>
                  <a:cubicBezTo>
                    <a:pt x="37151" y="3891"/>
                    <a:pt x="37224" y="3385"/>
                    <a:pt x="37107" y="2909"/>
                  </a:cubicBezTo>
                  <a:cubicBezTo>
                    <a:pt x="36924" y="2102"/>
                    <a:pt x="36300" y="1450"/>
                    <a:pt x="35582" y="1046"/>
                  </a:cubicBezTo>
                  <a:cubicBezTo>
                    <a:pt x="34856" y="643"/>
                    <a:pt x="34035" y="467"/>
                    <a:pt x="33221" y="328"/>
                  </a:cubicBezTo>
                  <a:cubicBezTo>
                    <a:pt x="32072" y="129"/>
                    <a:pt x="30909" y="1"/>
                    <a:pt x="29743" y="1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66675" dir="2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2461;p54">
              <a:extLst>
                <a:ext uri="{FF2B5EF4-FFF2-40B4-BE49-F238E27FC236}">
                  <a16:creationId xmlns:a16="http://schemas.microsoft.com/office/drawing/2014/main" id="{4A5BB78E-62B7-E1BF-030C-6FF6914898FB}"/>
                </a:ext>
              </a:extLst>
            </p:cNvPr>
            <p:cNvGrpSpPr/>
            <p:nvPr/>
          </p:nvGrpSpPr>
          <p:grpSpPr>
            <a:xfrm>
              <a:off x="916162" y="1693908"/>
              <a:ext cx="2058010" cy="1959132"/>
              <a:chOff x="1479025" y="2229775"/>
              <a:chExt cx="932450" cy="887650"/>
            </a:xfrm>
          </p:grpSpPr>
          <p:sp>
            <p:nvSpPr>
              <p:cNvPr id="10" name="Google Shape;2462;p54">
                <a:extLst>
                  <a:ext uri="{FF2B5EF4-FFF2-40B4-BE49-F238E27FC236}">
                    <a16:creationId xmlns:a16="http://schemas.microsoft.com/office/drawing/2014/main" id="{5CC4C966-B6F6-B6F3-A881-424ABA3AFDC0}"/>
                  </a:ext>
                </a:extLst>
              </p:cNvPr>
              <p:cNvSpPr/>
              <p:nvPr/>
            </p:nvSpPr>
            <p:spPr>
              <a:xfrm>
                <a:off x="1479025" y="2798475"/>
                <a:ext cx="893775" cy="302925"/>
              </a:xfrm>
              <a:custGeom>
                <a:avLst/>
                <a:gdLst/>
                <a:ahLst/>
                <a:cxnLst/>
                <a:rect l="l" t="t" r="r" b="b"/>
                <a:pathLst>
                  <a:path w="35751" h="12117" extrusionOk="0">
                    <a:moveTo>
                      <a:pt x="23847" y="1"/>
                    </a:moveTo>
                    <a:cubicBezTo>
                      <a:pt x="18229" y="1"/>
                      <a:pt x="12533" y="166"/>
                      <a:pt x="6768" y="477"/>
                    </a:cubicBezTo>
                    <a:cubicBezTo>
                      <a:pt x="6526" y="492"/>
                      <a:pt x="6291" y="587"/>
                      <a:pt x="6108" y="748"/>
                    </a:cubicBezTo>
                    <a:cubicBezTo>
                      <a:pt x="3666" y="2838"/>
                      <a:pt x="983" y="6518"/>
                      <a:pt x="176" y="9495"/>
                    </a:cubicBezTo>
                    <a:cubicBezTo>
                      <a:pt x="1" y="10140"/>
                      <a:pt x="433" y="10793"/>
                      <a:pt x="1093" y="10896"/>
                    </a:cubicBezTo>
                    <a:cubicBezTo>
                      <a:pt x="6319" y="11719"/>
                      <a:pt x="11559" y="12117"/>
                      <a:pt x="16809" y="12117"/>
                    </a:cubicBezTo>
                    <a:cubicBezTo>
                      <a:pt x="22731" y="12117"/>
                      <a:pt x="28667" y="11611"/>
                      <a:pt x="34614" y="10639"/>
                    </a:cubicBezTo>
                    <a:cubicBezTo>
                      <a:pt x="35332" y="10522"/>
                      <a:pt x="35750" y="9752"/>
                      <a:pt x="35457" y="9085"/>
                    </a:cubicBezTo>
                    <a:cubicBezTo>
                      <a:pt x="34233" y="6232"/>
                      <a:pt x="32590" y="3380"/>
                      <a:pt x="30457" y="521"/>
                    </a:cubicBezTo>
                    <a:cubicBezTo>
                      <a:pt x="30251" y="242"/>
                      <a:pt x="29929" y="66"/>
                      <a:pt x="29577" y="59"/>
                    </a:cubicBezTo>
                    <a:cubicBezTo>
                      <a:pt x="27676" y="20"/>
                      <a:pt x="25766" y="1"/>
                      <a:pt x="238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463;p54">
                <a:extLst>
                  <a:ext uri="{FF2B5EF4-FFF2-40B4-BE49-F238E27FC236}">
                    <a16:creationId xmlns:a16="http://schemas.microsoft.com/office/drawing/2014/main" id="{B8B2C0C4-7B4C-D873-F4E9-33036E7380CE}"/>
                  </a:ext>
                </a:extLst>
              </p:cNvPr>
              <p:cNvSpPr/>
              <p:nvPr/>
            </p:nvSpPr>
            <p:spPr>
              <a:xfrm>
                <a:off x="1486350" y="2800850"/>
                <a:ext cx="886450" cy="300550"/>
              </a:xfrm>
              <a:custGeom>
                <a:avLst/>
                <a:gdLst/>
                <a:ahLst/>
                <a:cxnLst/>
                <a:rect l="l" t="t" r="r" b="b"/>
                <a:pathLst>
                  <a:path w="35458" h="12022" extrusionOk="0">
                    <a:moveTo>
                      <a:pt x="29526" y="1"/>
                    </a:moveTo>
                    <a:lnTo>
                      <a:pt x="29526" y="1"/>
                    </a:lnTo>
                    <a:cubicBezTo>
                      <a:pt x="31491" y="2618"/>
                      <a:pt x="33140" y="5456"/>
                      <a:pt x="34453" y="8462"/>
                    </a:cubicBezTo>
                    <a:cubicBezTo>
                      <a:pt x="34739" y="9129"/>
                      <a:pt x="34321" y="9899"/>
                      <a:pt x="33602" y="10016"/>
                    </a:cubicBezTo>
                    <a:cubicBezTo>
                      <a:pt x="27661" y="10987"/>
                      <a:pt x="21732" y="11491"/>
                      <a:pt x="15814" y="11491"/>
                    </a:cubicBezTo>
                    <a:cubicBezTo>
                      <a:pt x="10559" y="11491"/>
                      <a:pt x="5312" y="11093"/>
                      <a:pt x="74" y="10273"/>
                    </a:cubicBezTo>
                    <a:cubicBezTo>
                      <a:pt x="52" y="10273"/>
                      <a:pt x="23" y="10265"/>
                      <a:pt x="1" y="10258"/>
                    </a:cubicBezTo>
                    <a:lnTo>
                      <a:pt x="1" y="10258"/>
                    </a:lnTo>
                    <a:cubicBezTo>
                      <a:pt x="169" y="10544"/>
                      <a:pt x="463" y="10749"/>
                      <a:pt x="793" y="10801"/>
                    </a:cubicBezTo>
                    <a:cubicBezTo>
                      <a:pt x="6022" y="11624"/>
                      <a:pt x="11264" y="12022"/>
                      <a:pt x="16515" y="12022"/>
                    </a:cubicBezTo>
                    <a:cubicBezTo>
                      <a:pt x="22438" y="12022"/>
                      <a:pt x="28374" y="11516"/>
                      <a:pt x="34321" y="10544"/>
                    </a:cubicBezTo>
                    <a:cubicBezTo>
                      <a:pt x="35039" y="10427"/>
                      <a:pt x="35457" y="9657"/>
                      <a:pt x="35171" y="8982"/>
                    </a:cubicBezTo>
                    <a:cubicBezTo>
                      <a:pt x="33940" y="6137"/>
                      <a:pt x="32305" y="3278"/>
                      <a:pt x="30171" y="426"/>
                    </a:cubicBezTo>
                    <a:cubicBezTo>
                      <a:pt x="30010" y="213"/>
                      <a:pt x="29782" y="59"/>
                      <a:pt x="295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464;p54">
                <a:extLst>
                  <a:ext uri="{FF2B5EF4-FFF2-40B4-BE49-F238E27FC236}">
                    <a16:creationId xmlns:a16="http://schemas.microsoft.com/office/drawing/2014/main" id="{43F36DB3-320D-A32C-8CEA-DE82975C23FA}"/>
                  </a:ext>
                </a:extLst>
              </p:cNvPr>
              <p:cNvSpPr/>
              <p:nvPr/>
            </p:nvSpPr>
            <p:spPr>
              <a:xfrm>
                <a:off x="1619050" y="2806175"/>
                <a:ext cx="117150" cy="280475"/>
              </a:xfrm>
              <a:custGeom>
                <a:avLst/>
                <a:gdLst/>
                <a:ahLst/>
                <a:cxnLst/>
                <a:rect l="l" t="t" r="r" b="b"/>
                <a:pathLst>
                  <a:path w="4686" h="11219" extrusionOk="0">
                    <a:moveTo>
                      <a:pt x="4686" y="0"/>
                    </a:moveTo>
                    <a:lnTo>
                      <a:pt x="4400" y="15"/>
                    </a:lnTo>
                    <a:cubicBezTo>
                      <a:pt x="4158" y="528"/>
                      <a:pt x="3909" y="1042"/>
                      <a:pt x="3674" y="1562"/>
                    </a:cubicBezTo>
                    <a:cubicBezTo>
                      <a:pt x="2897" y="3263"/>
                      <a:pt x="2186" y="4979"/>
                      <a:pt x="1526" y="6731"/>
                    </a:cubicBezTo>
                    <a:cubicBezTo>
                      <a:pt x="976" y="8197"/>
                      <a:pt x="470" y="9686"/>
                      <a:pt x="1" y="11189"/>
                    </a:cubicBezTo>
                    <a:lnTo>
                      <a:pt x="258" y="11218"/>
                    </a:lnTo>
                    <a:cubicBezTo>
                      <a:pt x="646" y="9964"/>
                      <a:pt x="1064" y="8718"/>
                      <a:pt x="1519" y="7486"/>
                    </a:cubicBezTo>
                    <a:cubicBezTo>
                      <a:pt x="2157" y="5734"/>
                      <a:pt x="2860" y="4004"/>
                      <a:pt x="3623" y="2295"/>
                    </a:cubicBezTo>
                    <a:cubicBezTo>
                      <a:pt x="3967" y="1525"/>
                      <a:pt x="4319" y="763"/>
                      <a:pt x="4686" y="0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465;p54">
                <a:extLst>
                  <a:ext uri="{FF2B5EF4-FFF2-40B4-BE49-F238E27FC236}">
                    <a16:creationId xmlns:a16="http://schemas.microsoft.com/office/drawing/2014/main" id="{D311A44C-BDA7-72B4-3F39-008C1C4F5FFD}"/>
                  </a:ext>
                </a:extLst>
              </p:cNvPr>
              <p:cNvSpPr/>
              <p:nvPr/>
            </p:nvSpPr>
            <p:spPr>
              <a:xfrm>
                <a:off x="1910325" y="2799950"/>
                <a:ext cx="24575" cy="301350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2054" extrusionOk="0">
                    <a:moveTo>
                      <a:pt x="726" y="0"/>
                    </a:moveTo>
                    <a:cubicBezTo>
                      <a:pt x="689" y="367"/>
                      <a:pt x="653" y="741"/>
                      <a:pt x="616" y="1107"/>
                    </a:cubicBezTo>
                    <a:cubicBezTo>
                      <a:pt x="403" y="3387"/>
                      <a:pt x="242" y="5668"/>
                      <a:pt x="132" y="7955"/>
                    </a:cubicBezTo>
                    <a:cubicBezTo>
                      <a:pt x="66" y="9319"/>
                      <a:pt x="22" y="10690"/>
                      <a:pt x="0" y="12054"/>
                    </a:cubicBezTo>
                    <a:lnTo>
                      <a:pt x="257" y="12054"/>
                    </a:lnTo>
                    <a:cubicBezTo>
                      <a:pt x="279" y="10998"/>
                      <a:pt x="308" y="9935"/>
                      <a:pt x="345" y="8879"/>
                    </a:cubicBezTo>
                    <a:cubicBezTo>
                      <a:pt x="440" y="6591"/>
                      <a:pt x="587" y="4311"/>
                      <a:pt x="785" y="2031"/>
                    </a:cubicBezTo>
                    <a:cubicBezTo>
                      <a:pt x="851" y="1349"/>
                      <a:pt x="917" y="675"/>
                      <a:pt x="983" y="0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466;p54">
                <a:extLst>
                  <a:ext uri="{FF2B5EF4-FFF2-40B4-BE49-F238E27FC236}">
                    <a16:creationId xmlns:a16="http://schemas.microsoft.com/office/drawing/2014/main" id="{C2DBFE6B-852D-BCB7-BF73-7F261DB205B6}"/>
                  </a:ext>
                </a:extLst>
              </p:cNvPr>
              <p:cNvSpPr/>
              <p:nvPr/>
            </p:nvSpPr>
            <p:spPr>
              <a:xfrm>
                <a:off x="2117450" y="2798650"/>
                <a:ext cx="64525" cy="288350"/>
              </a:xfrm>
              <a:custGeom>
                <a:avLst/>
                <a:gdLst/>
                <a:ahLst/>
                <a:cxnLst/>
                <a:rect l="l" t="t" r="r" b="b"/>
                <a:pathLst>
                  <a:path w="2581" h="11534" extrusionOk="0">
                    <a:moveTo>
                      <a:pt x="0" y="1"/>
                    </a:moveTo>
                    <a:cubicBezTo>
                      <a:pt x="15" y="74"/>
                      <a:pt x="29" y="147"/>
                      <a:pt x="44" y="221"/>
                    </a:cubicBezTo>
                    <a:cubicBezTo>
                      <a:pt x="572" y="2516"/>
                      <a:pt x="1056" y="4825"/>
                      <a:pt x="1510" y="7142"/>
                    </a:cubicBezTo>
                    <a:cubicBezTo>
                      <a:pt x="1796" y="8601"/>
                      <a:pt x="2068" y="10067"/>
                      <a:pt x="2324" y="11534"/>
                    </a:cubicBezTo>
                    <a:lnTo>
                      <a:pt x="2581" y="11504"/>
                    </a:lnTo>
                    <a:cubicBezTo>
                      <a:pt x="2376" y="10339"/>
                      <a:pt x="2163" y="9180"/>
                      <a:pt x="1936" y="8022"/>
                    </a:cubicBezTo>
                    <a:cubicBezTo>
                      <a:pt x="1496" y="5705"/>
                      <a:pt x="1019" y="3388"/>
                      <a:pt x="506" y="1086"/>
                    </a:cubicBezTo>
                    <a:cubicBezTo>
                      <a:pt x="425" y="727"/>
                      <a:pt x="337" y="367"/>
                      <a:pt x="257" y="1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467;p54">
                <a:extLst>
                  <a:ext uri="{FF2B5EF4-FFF2-40B4-BE49-F238E27FC236}">
                    <a16:creationId xmlns:a16="http://schemas.microsoft.com/office/drawing/2014/main" id="{16427B6E-C292-5C93-B583-B95953A7A8B4}"/>
                  </a:ext>
                </a:extLst>
              </p:cNvPr>
              <p:cNvSpPr/>
              <p:nvPr/>
            </p:nvSpPr>
            <p:spPr>
              <a:xfrm>
                <a:off x="1761300" y="2803050"/>
                <a:ext cx="57575" cy="295125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11805" extrusionOk="0">
                    <a:moveTo>
                      <a:pt x="2303" y="1"/>
                    </a:moveTo>
                    <a:lnTo>
                      <a:pt x="1855" y="15"/>
                    </a:lnTo>
                    <a:cubicBezTo>
                      <a:pt x="1401" y="1863"/>
                      <a:pt x="1020" y="3725"/>
                      <a:pt x="719" y="5602"/>
                    </a:cubicBezTo>
                    <a:cubicBezTo>
                      <a:pt x="389" y="7648"/>
                      <a:pt x="147" y="9708"/>
                      <a:pt x="0" y="11783"/>
                    </a:cubicBezTo>
                    <a:lnTo>
                      <a:pt x="426" y="11805"/>
                    </a:lnTo>
                    <a:cubicBezTo>
                      <a:pt x="550" y="10016"/>
                      <a:pt x="741" y="8234"/>
                      <a:pt x="1012" y="6453"/>
                    </a:cubicBezTo>
                    <a:cubicBezTo>
                      <a:pt x="1320" y="4385"/>
                      <a:pt x="1731" y="2325"/>
                      <a:pt x="2229" y="287"/>
                    </a:cubicBezTo>
                    <a:cubicBezTo>
                      <a:pt x="2251" y="191"/>
                      <a:pt x="2273" y="96"/>
                      <a:pt x="2303" y="1"/>
                    </a:cubicBezTo>
                    <a:close/>
                  </a:path>
                </a:pathLst>
              </a:custGeom>
              <a:solidFill>
                <a:srgbClr val="6251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468;p54">
                <a:extLst>
                  <a:ext uri="{FF2B5EF4-FFF2-40B4-BE49-F238E27FC236}">
                    <a16:creationId xmlns:a16="http://schemas.microsoft.com/office/drawing/2014/main" id="{618BE2DD-3E47-64FF-900E-33028A1D529B}"/>
                  </a:ext>
                </a:extLst>
              </p:cNvPr>
              <p:cNvSpPr/>
              <p:nvPr/>
            </p:nvSpPr>
            <p:spPr>
              <a:xfrm>
                <a:off x="2000500" y="2798850"/>
                <a:ext cx="40525" cy="299150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1966" extrusionOk="0">
                    <a:moveTo>
                      <a:pt x="0" y="0"/>
                    </a:moveTo>
                    <a:lnTo>
                      <a:pt x="1012" y="10169"/>
                    </a:lnTo>
                    <a:cubicBezTo>
                      <a:pt x="1071" y="10771"/>
                      <a:pt x="1137" y="11372"/>
                      <a:pt x="1195" y="11966"/>
                    </a:cubicBezTo>
                    <a:lnTo>
                      <a:pt x="1621" y="11944"/>
                    </a:lnTo>
                    <a:cubicBezTo>
                      <a:pt x="1371" y="9517"/>
                      <a:pt x="1129" y="7083"/>
                      <a:pt x="888" y="4656"/>
                    </a:cubicBez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469;p54">
                <a:extLst>
                  <a:ext uri="{FF2B5EF4-FFF2-40B4-BE49-F238E27FC236}">
                    <a16:creationId xmlns:a16="http://schemas.microsoft.com/office/drawing/2014/main" id="{123CA879-71E3-AB37-F382-EBAA30B66C74}"/>
                  </a:ext>
                </a:extLst>
              </p:cNvPr>
              <p:cNvSpPr/>
              <p:nvPr/>
            </p:nvSpPr>
            <p:spPr>
              <a:xfrm>
                <a:off x="2169850" y="2799200"/>
                <a:ext cx="111650" cy="276250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11050" extrusionOk="0">
                    <a:moveTo>
                      <a:pt x="1" y="1"/>
                    </a:moveTo>
                    <a:cubicBezTo>
                      <a:pt x="558" y="1518"/>
                      <a:pt x="1108" y="3036"/>
                      <a:pt x="1665" y="4561"/>
                    </a:cubicBezTo>
                    <a:cubicBezTo>
                      <a:pt x="2332" y="6379"/>
                      <a:pt x="2992" y="8190"/>
                      <a:pt x="3659" y="10009"/>
                    </a:cubicBezTo>
                    <a:lnTo>
                      <a:pt x="4041" y="11050"/>
                    </a:lnTo>
                    <a:lnTo>
                      <a:pt x="4466" y="10991"/>
                    </a:lnTo>
                    <a:lnTo>
                      <a:pt x="4319" y="10581"/>
                    </a:lnTo>
                    <a:cubicBezTo>
                      <a:pt x="3652" y="8762"/>
                      <a:pt x="2992" y="6944"/>
                      <a:pt x="2325" y="5126"/>
                    </a:cubicBezTo>
                    <a:cubicBezTo>
                      <a:pt x="1702" y="3417"/>
                      <a:pt x="1079" y="1716"/>
                      <a:pt x="456" y="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470;p54">
                <a:extLst>
                  <a:ext uri="{FF2B5EF4-FFF2-40B4-BE49-F238E27FC236}">
                    <a16:creationId xmlns:a16="http://schemas.microsoft.com/office/drawing/2014/main" id="{9C3A4833-80ED-CAAE-1F6C-63012E0D6316}"/>
                  </a:ext>
                </a:extLst>
              </p:cNvPr>
              <p:cNvSpPr/>
              <p:nvPr/>
            </p:nvSpPr>
            <p:spPr>
              <a:xfrm>
                <a:off x="1521175" y="2810200"/>
                <a:ext cx="131275" cy="264525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10581" extrusionOk="0">
                    <a:moveTo>
                      <a:pt x="5250" y="1"/>
                    </a:moveTo>
                    <a:lnTo>
                      <a:pt x="5096" y="8"/>
                    </a:lnTo>
                    <a:cubicBezTo>
                      <a:pt x="4950" y="15"/>
                      <a:pt x="4818" y="52"/>
                      <a:pt x="4686" y="111"/>
                    </a:cubicBezTo>
                    <a:cubicBezTo>
                      <a:pt x="3799" y="1614"/>
                      <a:pt x="2970" y="3161"/>
                      <a:pt x="2230" y="4744"/>
                    </a:cubicBezTo>
                    <a:cubicBezTo>
                      <a:pt x="1350" y="6614"/>
                      <a:pt x="602" y="8542"/>
                      <a:pt x="1" y="10522"/>
                    </a:cubicBezTo>
                    <a:cubicBezTo>
                      <a:pt x="140" y="10544"/>
                      <a:pt x="279" y="10566"/>
                      <a:pt x="426" y="10580"/>
                    </a:cubicBezTo>
                    <a:cubicBezTo>
                      <a:pt x="947" y="8872"/>
                      <a:pt x="1577" y="7201"/>
                      <a:pt x="2318" y="5573"/>
                    </a:cubicBezTo>
                    <a:cubicBezTo>
                      <a:pt x="3183" y="3659"/>
                      <a:pt x="4165" y="1797"/>
                      <a:pt x="52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471;p54">
                <a:extLst>
                  <a:ext uri="{FF2B5EF4-FFF2-40B4-BE49-F238E27FC236}">
                    <a16:creationId xmlns:a16="http://schemas.microsoft.com/office/drawing/2014/main" id="{1C0C2F18-4ADA-8B88-D66D-2748CB7110B2}"/>
                  </a:ext>
                </a:extLst>
              </p:cNvPr>
              <p:cNvSpPr/>
              <p:nvPr/>
            </p:nvSpPr>
            <p:spPr>
              <a:xfrm>
                <a:off x="1510550" y="2944375"/>
                <a:ext cx="820825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32833" h="1674" extrusionOk="0">
                    <a:moveTo>
                      <a:pt x="32627" y="1"/>
                    </a:moveTo>
                    <a:cubicBezTo>
                      <a:pt x="29672" y="396"/>
                      <a:pt x="26710" y="697"/>
                      <a:pt x="23741" y="902"/>
                    </a:cubicBezTo>
                    <a:cubicBezTo>
                      <a:pt x="20625" y="1122"/>
                      <a:pt x="17502" y="1240"/>
                      <a:pt x="14364" y="1247"/>
                    </a:cubicBezTo>
                    <a:cubicBezTo>
                      <a:pt x="14140" y="1248"/>
                      <a:pt x="13917" y="1249"/>
                      <a:pt x="13694" y="1249"/>
                    </a:cubicBezTo>
                    <a:cubicBezTo>
                      <a:pt x="10788" y="1249"/>
                      <a:pt x="7888" y="1160"/>
                      <a:pt x="4994" y="976"/>
                    </a:cubicBezTo>
                    <a:cubicBezTo>
                      <a:pt x="3403" y="873"/>
                      <a:pt x="1812" y="748"/>
                      <a:pt x="228" y="602"/>
                    </a:cubicBezTo>
                    <a:cubicBezTo>
                      <a:pt x="147" y="734"/>
                      <a:pt x="74" y="866"/>
                      <a:pt x="1" y="1005"/>
                    </a:cubicBezTo>
                    <a:cubicBezTo>
                      <a:pt x="1232" y="1122"/>
                      <a:pt x="2464" y="1225"/>
                      <a:pt x="3696" y="1313"/>
                    </a:cubicBezTo>
                    <a:cubicBezTo>
                      <a:pt x="6841" y="1540"/>
                      <a:pt x="10001" y="1658"/>
                      <a:pt x="13161" y="1672"/>
                    </a:cubicBezTo>
                    <a:cubicBezTo>
                      <a:pt x="13386" y="1673"/>
                      <a:pt x="13611" y="1674"/>
                      <a:pt x="13836" y="1674"/>
                    </a:cubicBezTo>
                    <a:cubicBezTo>
                      <a:pt x="16770" y="1674"/>
                      <a:pt x="19698" y="1585"/>
                      <a:pt x="22626" y="1401"/>
                    </a:cubicBezTo>
                    <a:cubicBezTo>
                      <a:pt x="25779" y="1203"/>
                      <a:pt x="28924" y="910"/>
                      <a:pt x="32055" y="499"/>
                    </a:cubicBezTo>
                    <a:cubicBezTo>
                      <a:pt x="32312" y="470"/>
                      <a:pt x="32576" y="433"/>
                      <a:pt x="32832" y="396"/>
                    </a:cubicBezTo>
                    <a:cubicBezTo>
                      <a:pt x="32766" y="265"/>
                      <a:pt x="32693" y="133"/>
                      <a:pt x="3262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472;p54">
                <a:extLst>
                  <a:ext uri="{FF2B5EF4-FFF2-40B4-BE49-F238E27FC236}">
                    <a16:creationId xmlns:a16="http://schemas.microsoft.com/office/drawing/2014/main" id="{15DF9589-BB62-36B0-A676-3D4E62B3B7B6}"/>
                  </a:ext>
                </a:extLst>
              </p:cNvPr>
              <p:cNvSpPr/>
              <p:nvPr/>
            </p:nvSpPr>
            <p:spPr>
              <a:xfrm>
                <a:off x="1593025" y="2836775"/>
                <a:ext cx="6727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26909" h="1691" extrusionOk="0">
                    <a:moveTo>
                      <a:pt x="26645" y="1"/>
                    </a:moveTo>
                    <a:cubicBezTo>
                      <a:pt x="23895" y="499"/>
                      <a:pt x="21124" y="844"/>
                      <a:pt x="18338" y="1049"/>
                    </a:cubicBezTo>
                    <a:cubicBezTo>
                      <a:pt x="16398" y="1194"/>
                      <a:pt x="14452" y="1266"/>
                      <a:pt x="12508" y="1266"/>
                    </a:cubicBezTo>
                    <a:cubicBezTo>
                      <a:pt x="11292" y="1266"/>
                      <a:pt x="10078" y="1238"/>
                      <a:pt x="8865" y="1181"/>
                    </a:cubicBezTo>
                    <a:cubicBezTo>
                      <a:pt x="6013" y="1057"/>
                      <a:pt x="3176" y="771"/>
                      <a:pt x="353" y="338"/>
                    </a:cubicBezTo>
                    <a:cubicBezTo>
                      <a:pt x="235" y="463"/>
                      <a:pt x="118" y="587"/>
                      <a:pt x="1" y="712"/>
                    </a:cubicBezTo>
                    <a:cubicBezTo>
                      <a:pt x="2545" y="1115"/>
                      <a:pt x="5104" y="1394"/>
                      <a:pt x="7677" y="1548"/>
                    </a:cubicBezTo>
                    <a:cubicBezTo>
                      <a:pt x="9261" y="1643"/>
                      <a:pt x="10846" y="1691"/>
                      <a:pt x="12433" y="1691"/>
                    </a:cubicBezTo>
                    <a:cubicBezTo>
                      <a:pt x="14019" y="1691"/>
                      <a:pt x="15607" y="1643"/>
                      <a:pt x="17194" y="1548"/>
                    </a:cubicBezTo>
                    <a:cubicBezTo>
                      <a:pt x="20369" y="1365"/>
                      <a:pt x="23529" y="991"/>
                      <a:pt x="26659" y="426"/>
                    </a:cubicBezTo>
                    <a:lnTo>
                      <a:pt x="26908" y="382"/>
                    </a:lnTo>
                    <a:cubicBezTo>
                      <a:pt x="26820" y="257"/>
                      <a:pt x="26732" y="125"/>
                      <a:pt x="266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473;p54">
                <a:extLst>
                  <a:ext uri="{FF2B5EF4-FFF2-40B4-BE49-F238E27FC236}">
                    <a16:creationId xmlns:a16="http://schemas.microsoft.com/office/drawing/2014/main" id="{46214697-4FB2-6BAF-A03C-43745CF38513}"/>
                  </a:ext>
                </a:extLst>
              </p:cNvPr>
              <p:cNvSpPr/>
              <p:nvPr/>
            </p:nvSpPr>
            <p:spPr>
              <a:xfrm>
                <a:off x="1619050" y="2229775"/>
                <a:ext cx="792425" cy="447200"/>
              </a:xfrm>
              <a:custGeom>
                <a:avLst/>
                <a:gdLst/>
                <a:ahLst/>
                <a:cxnLst/>
                <a:rect l="l" t="t" r="r" b="b"/>
                <a:pathLst>
                  <a:path w="31697" h="17888" extrusionOk="0">
                    <a:moveTo>
                      <a:pt x="15837" y="3980"/>
                    </a:moveTo>
                    <a:cubicBezTo>
                      <a:pt x="16504" y="3980"/>
                      <a:pt x="17162" y="4152"/>
                      <a:pt x="17685" y="4580"/>
                    </a:cubicBezTo>
                    <a:cubicBezTo>
                      <a:pt x="18030" y="4859"/>
                      <a:pt x="18250" y="5343"/>
                      <a:pt x="18103" y="5761"/>
                    </a:cubicBezTo>
                    <a:cubicBezTo>
                      <a:pt x="17978" y="6113"/>
                      <a:pt x="17641" y="6347"/>
                      <a:pt x="17289" y="6501"/>
                    </a:cubicBezTo>
                    <a:cubicBezTo>
                      <a:pt x="16915" y="6663"/>
                      <a:pt x="16512" y="6765"/>
                      <a:pt x="16102" y="6802"/>
                    </a:cubicBezTo>
                    <a:cubicBezTo>
                      <a:pt x="15823" y="6824"/>
                      <a:pt x="15537" y="6816"/>
                      <a:pt x="15266" y="6882"/>
                    </a:cubicBezTo>
                    <a:cubicBezTo>
                      <a:pt x="14994" y="6941"/>
                      <a:pt x="14723" y="7095"/>
                      <a:pt x="14606" y="7352"/>
                    </a:cubicBezTo>
                    <a:cubicBezTo>
                      <a:pt x="14547" y="7513"/>
                      <a:pt x="14525" y="7689"/>
                      <a:pt x="14540" y="7858"/>
                    </a:cubicBezTo>
                    <a:cubicBezTo>
                      <a:pt x="14584" y="8451"/>
                      <a:pt x="14811" y="9111"/>
                      <a:pt x="14481" y="9610"/>
                    </a:cubicBezTo>
                    <a:cubicBezTo>
                      <a:pt x="14283" y="9911"/>
                      <a:pt x="13931" y="10072"/>
                      <a:pt x="13579" y="10160"/>
                    </a:cubicBezTo>
                    <a:cubicBezTo>
                      <a:pt x="13315" y="10227"/>
                      <a:pt x="13046" y="10260"/>
                      <a:pt x="12777" y="10260"/>
                    </a:cubicBezTo>
                    <a:cubicBezTo>
                      <a:pt x="12486" y="10260"/>
                      <a:pt x="12197" y="10221"/>
                      <a:pt x="11915" y="10145"/>
                    </a:cubicBezTo>
                    <a:cubicBezTo>
                      <a:pt x="11732" y="10101"/>
                      <a:pt x="11527" y="9998"/>
                      <a:pt x="11512" y="9815"/>
                    </a:cubicBezTo>
                    <a:cubicBezTo>
                      <a:pt x="11519" y="9705"/>
                      <a:pt x="11571" y="9603"/>
                      <a:pt x="11651" y="9522"/>
                    </a:cubicBezTo>
                    <a:cubicBezTo>
                      <a:pt x="12091" y="9001"/>
                      <a:pt x="12758" y="8635"/>
                      <a:pt x="12956" y="7982"/>
                    </a:cubicBezTo>
                    <a:cubicBezTo>
                      <a:pt x="13205" y="7176"/>
                      <a:pt x="12619" y="6296"/>
                      <a:pt x="12868" y="5489"/>
                    </a:cubicBezTo>
                    <a:cubicBezTo>
                      <a:pt x="13044" y="4910"/>
                      <a:pt x="13601" y="4529"/>
                      <a:pt x="14166" y="4309"/>
                    </a:cubicBezTo>
                    <a:cubicBezTo>
                      <a:pt x="14676" y="4108"/>
                      <a:pt x="15260" y="3980"/>
                      <a:pt x="15837" y="3980"/>
                    </a:cubicBezTo>
                    <a:close/>
                    <a:moveTo>
                      <a:pt x="20738" y="9291"/>
                    </a:moveTo>
                    <a:cubicBezTo>
                      <a:pt x="21272" y="9291"/>
                      <a:pt x="22031" y="9806"/>
                      <a:pt x="22334" y="9984"/>
                    </a:cubicBezTo>
                    <a:lnTo>
                      <a:pt x="22341" y="9984"/>
                    </a:lnTo>
                    <a:cubicBezTo>
                      <a:pt x="22920" y="10321"/>
                      <a:pt x="23580" y="10673"/>
                      <a:pt x="24027" y="11186"/>
                    </a:cubicBezTo>
                    <a:cubicBezTo>
                      <a:pt x="24489" y="11729"/>
                      <a:pt x="24577" y="12499"/>
                      <a:pt x="24628" y="13210"/>
                    </a:cubicBezTo>
                    <a:cubicBezTo>
                      <a:pt x="24650" y="13466"/>
                      <a:pt x="24665" y="13738"/>
                      <a:pt x="24555" y="13972"/>
                    </a:cubicBezTo>
                    <a:cubicBezTo>
                      <a:pt x="24474" y="14119"/>
                      <a:pt x="24364" y="14244"/>
                      <a:pt x="24232" y="14339"/>
                    </a:cubicBezTo>
                    <a:cubicBezTo>
                      <a:pt x="23939" y="14574"/>
                      <a:pt x="23595" y="14742"/>
                      <a:pt x="23228" y="14823"/>
                    </a:cubicBezTo>
                    <a:cubicBezTo>
                      <a:pt x="23177" y="14837"/>
                      <a:pt x="23124" y="14845"/>
                      <a:pt x="23070" y="14845"/>
                    </a:cubicBezTo>
                    <a:cubicBezTo>
                      <a:pt x="23017" y="14845"/>
                      <a:pt x="22964" y="14837"/>
                      <a:pt x="22913" y="14823"/>
                    </a:cubicBezTo>
                    <a:cubicBezTo>
                      <a:pt x="22803" y="14771"/>
                      <a:pt x="22715" y="14684"/>
                      <a:pt x="22656" y="14581"/>
                    </a:cubicBezTo>
                    <a:cubicBezTo>
                      <a:pt x="22422" y="14222"/>
                      <a:pt x="22253" y="13833"/>
                      <a:pt x="22165" y="13415"/>
                    </a:cubicBezTo>
                    <a:cubicBezTo>
                      <a:pt x="22062" y="12961"/>
                      <a:pt x="22055" y="12477"/>
                      <a:pt x="21850" y="12066"/>
                    </a:cubicBezTo>
                    <a:cubicBezTo>
                      <a:pt x="21468" y="11318"/>
                      <a:pt x="19811" y="10614"/>
                      <a:pt x="20244" y="9603"/>
                    </a:cubicBezTo>
                    <a:cubicBezTo>
                      <a:pt x="20341" y="9376"/>
                      <a:pt x="20521" y="9291"/>
                      <a:pt x="20738" y="9291"/>
                    </a:cubicBezTo>
                    <a:close/>
                    <a:moveTo>
                      <a:pt x="24212" y="1"/>
                    </a:moveTo>
                    <a:cubicBezTo>
                      <a:pt x="23913" y="1"/>
                      <a:pt x="23614" y="9"/>
                      <a:pt x="23316" y="27"/>
                    </a:cubicBezTo>
                    <a:cubicBezTo>
                      <a:pt x="22788" y="57"/>
                      <a:pt x="22253" y="123"/>
                      <a:pt x="21798" y="394"/>
                    </a:cubicBezTo>
                    <a:cubicBezTo>
                      <a:pt x="21344" y="658"/>
                      <a:pt x="20992" y="1164"/>
                      <a:pt x="21065" y="1684"/>
                    </a:cubicBezTo>
                    <a:cubicBezTo>
                      <a:pt x="21109" y="2021"/>
                      <a:pt x="21322" y="2366"/>
                      <a:pt x="21190" y="2681"/>
                    </a:cubicBezTo>
                    <a:cubicBezTo>
                      <a:pt x="21058" y="2989"/>
                      <a:pt x="20677" y="3077"/>
                      <a:pt x="20347" y="3107"/>
                    </a:cubicBezTo>
                    <a:cubicBezTo>
                      <a:pt x="19945" y="3147"/>
                      <a:pt x="19538" y="3162"/>
                      <a:pt x="19128" y="3162"/>
                    </a:cubicBezTo>
                    <a:cubicBezTo>
                      <a:pt x="18155" y="3162"/>
                      <a:pt x="17166" y="3081"/>
                      <a:pt x="16204" y="3081"/>
                    </a:cubicBezTo>
                    <a:cubicBezTo>
                      <a:pt x="14946" y="3081"/>
                      <a:pt x="13734" y="3219"/>
                      <a:pt x="12663" y="3854"/>
                    </a:cubicBezTo>
                    <a:cubicBezTo>
                      <a:pt x="12370" y="4030"/>
                      <a:pt x="12084" y="4243"/>
                      <a:pt x="11915" y="4536"/>
                    </a:cubicBezTo>
                    <a:cubicBezTo>
                      <a:pt x="11358" y="5511"/>
                      <a:pt x="12208" y="6736"/>
                      <a:pt x="11996" y="7836"/>
                    </a:cubicBezTo>
                    <a:cubicBezTo>
                      <a:pt x="11827" y="8686"/>
                      <a:pt x="11050" y="9280"/>
                      <a:pt x="10258" y="9625"/>
                    </a:cubicBezTo>
                    <a:cubicBezTo>
                      <a:pt x="8403" y="10416"/>
                      <a:pt x="6255" y="10248"/>
                      <a:pt x="4363" y="10966"/>
                    </a:cubicBezTo>
                    <a:cubicBezTo>
                      <a:pt x="1783" y="11941"/>
                      <a:pt x="1" y="14852"/>
                      <a:pt x="111" y="17609"/>
                    </a:cubicBezTo>
                    <a:cubicBezTo>
                      <a:pt x="111" y="17609"/>
                      <a:pt x="2424" y="17593"/>
                      <a:pt x="5737" y="17593"/>
                    </a:cubicBezTo>
                    <a:cubicBezTo>
                      <a:pt x="11326" y="17593"/>
                      <a:pt x="19761" y="17639"/>
                      <a:pt x="24724" y="17887"/>
                    </a:cubicBezTo>
                    <a:cubicBezTo>
                      <a:pt x="24606" y="15849"/>
                      <a:pt x="25779" y="13906"/>
                      <a:pt x="25677" y="11868"/>
                    </a:cubicBezTo>
                    <a:cubicBezTo>
                      <a:pt x="25655" y="11406"/>
                      <a:pt x="25552" y="10937"/>
                      <a:pt x="25288" y="10563"/>
                    </a:cubicBezTo>
                    <a:cubicBezTo>
                      <a:pt x="24951" y="10086"/>
                      <a:pt x="24394" y="9830"/>
                      <a:pt x="23851" y="9610"/>
                    </a:cubicBezTo>
                    <a:cubicBezTo>
                      <a:pt x="23309" y="9390"/>
                      <a:pt x="22737" y="9192"/>
                      <a:pt x="22319" y="8781"/>
                    </a:cubicBezTo>
                    <a:cubicBezTo>
                      <a:pt x="21901" y="8371"/>
                      <a:pt x="21688" y="7682"/>
                      <a:pt x="22011" y="7198"/>
                    </a:cubicBezTo>
                    <a:cubicBezTo>
                      <a:pt x="22231" y="6853"/>
                      <a:pt x="22649" y="6692"/>
                      <a:pt x="23045" y="6582"/>
                    </a:cubicBezTo>
                    <a:cubicBezTo>
                      <a:pt x="25362" y="5922"/>
                      <a:pt x="27884" y="6091"/>
                      <a:pt x="30113" y="5196"/>
                    </a:cubicBezTo>
                    <a:cubicBezTo>
                      <a:pt x="30596" y="5006"/>
                      <a:pt x="31080" y="4749"/>
                      <a:pt x="31366" y="4316"/>
                    </a:cubicBezTo>
                    <a:cubicBezTo>
                      <a:pt x="31616" y="3891"/>
                      <a:pt x="31696" y="3385"/>
                      <a:pt x="31579" y="2909"/>
                    </a:cubicBezTo>
                    <a:cubicBezTo>
                      <a:pt x="31396" y="2102"/>
                      <a:pt x="30772" y="1450"/>
                      <a:pt x="30047" y="1046"/>
                    </a:cubicBezTo>
                    <a:cubicBezTo>
                      <a:pt x="29328" y="643"/>
                      <a:pt x="28507" y="467"/>
                      <a:pt x="27693" y="328"/>
                    </a:cubicBezTo>
                    <a:cubicBezTo>
                      <a:pt x="26544" y="129"/>
                      <a:pt x="25376" y="1"/>
                      <a:pt x="24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474;p54">
                <a:extLst>
                  <a:ext uri="{FF2B5EF4-FFF2-40B4-BE49-F238E27FC236}">
                    <a16:creationId xmlns:a16="http://schemas.microsoft.com/office/drawing/2014/main" id="{4F162F36-B50A-6D28-7214-F90F750D14B5}"/>
                  </a:ext>
                </a:extLst>
              </p:cNvPr>
              <p:cNvSpPr/>
              <p:nvPr/>
            </p:nvSpPr>
            <p:spPr>
              <a:xfrm>
                <a:off x="1631700" y="2817175"/>
                <a:ext cx="594100" cy="148800"/>
              </a:xfrm>
              <a:custGeom>
                <a:avLst/>
                <a:gdLst/>
                <a:ahLst/>
                <a:cxnLst/>
                <a:rect l="l" t="t" r="r" b="b"/>
                <a:pathLst>
                  <a:path w="23764" h="5952" extrusionOk="0">
                    <a:moveTo>
                      <a:pt x="1" y="0"/>
                    </a:moveTo>
                    <a:cubicBezTo>
                      <a:pt x="1" y="0"/>
                      <a:pt x="2467" y="5952"/>
                      <a:pt x="11154" y="5952"/>
                    </a:cubicBezTo>
                    <a:cubicBezTo>
                      <a:pt x="11491" y="5952"/>
                      <a:pt x="11837" y="5943"/>
                      <a:pt x="12194" y="5924"/>
                    </a:cubicBezTo>
                    <a:cubicBezTo>
                      <a:pt x="21718" y="5433"/>
                      <a:pt x="23763" y="220"/>
                      <a:pt x="23763" y="22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251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475;p54">
                <a:extLst>
                  <a:ext uri="{FF2B5EF4-FFF2-40B4-BE49-F238E27FC236}">
                    <a16:creationId xmlns:a16="http://schemas.microsoft.com/office/drawing/2014/main" id="{79256856-B7A9-1674-1339-AB6C07270845}"/>
                  </a:ext>
                </a:extLst>
              </p:cNvPr>
              <p:cNvSpPr/>
              <p:nvPr/>
            </p:nvSpPr>
            <p:spPr>
              <a:xfrm>
                <a:off x="1592125" y="2638650"/>
                <a:ext cx="679400" cy="302175"/>
              </a:xfrm>
              <a:custGeom>
                <a:avLst/>
                <a:gdLst/>
                <a:ahLst/>
                <a:cxnLst/>
                <a:rect l="l" t="t" r="r" b="b"/>
                <a:pathLst>
                  <a:path w="27176" h="12087" extrusionOk="0">
                    <a:moveTo>
                      <a:pt x="0" y="0"/>
                    </a:moveTo>
                    <a:cubicBezTo>
                      <a:pt x="0" y="3996"/>
                      <a:pt x="374" y="11907"/>
                      <a:pt x="13109" y="12083"/>
                    </a:cubicBezTo>
                    <a:cubicBezTo>
                      <a:pt x="13266" y="12085"/>
                      <a:pt x="13422" y="12086"/>
                      <a:pt x="13575" y="12086"/>
                    </a:cubicBezTo>
                    <a:cubicBezTo>
                      <a:pt x="25635" y="12086"/>
                      <a:pt x="27175" y="5314"/>
                      <a:pt x="268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76;p54">
                <a:extLst>
                  <a:ext uri="{FF2B5EF4-FFF2-40B4-BE49-F238E27FC236}">
                    <a16:creationId xmlns:a16="http://schemas.microsoft.com/office/drawing/2014/main" id="{18DFABFC-E61E-F40E-E153-9C86E328F456}"/>
                  </a:ext>
                </a:extLst>
              </p:cNvPr>
              <p:cNvSpPr/>
              <p:nvPr/>
            </p:nvSpPr>
            <p:spPr>
              <a:xfrm>
                <a:off x="1885200" y="2638650"/>
                <a:ext cx="386325" cy="302175"/>
              </a:xfrm>
              <a:custGeom>
                <a:avLst/>
                <a:gdLst/>
                <a:ahLst/>
                <a:cxnLst/>
                <a:rect l="l" t="t" r="r" b="b"/>
                <a:pathLst>
                  <a:path w="15453" h="12087" extrusionOk="0">
                    <a:moveTo>
                      <a:pt x="11490" y="0"/>
                    </a:moveTo>
                    <a:cubicBezTo>
                      <a:pt x="11768" y="5030"/>
                      <a:pt x="10397" y="11372"/>
                      <a:pt x="1" y="12032"/>
                    </a:cubicBezTo>
                    <a:cubicBezTo>
                      <a:pt x="448" y="12061"/>
                      <a:pt x="910" y="12076"/>
                      <a:pt x="1386" y="12083"/>
                    </a:cubicBezTo>
                    <a:cubicBezTo>
                      <a:pt x="1543" y="12085"/>
                      <a:pt x="1699" y="12086"/>
                      <a:pt x="1852" y="12086"/>
                    </a:cubicBezTo>
                    <a:cubicBezTo>
                      <a:pt x="13912" y="12086"/>
                      <a:pt x="15452" y="5314"/>
                      <a:pt x="1516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477;p54">
                <a:extLst>
                  <a:ext uri="{FF2B5EF4-FFF2-40B4-BE49-F238E27FC236}">
                    <a16:creationId xmlns:a16="http://schemas.microsoft.com/office/drawing/2014/main" id="{5EA1EC90-55D9-EC1B-AAD7-63CCB10A3148}"/>
                  </a:ext>
                </a:extLst>
              </p:cNvPr>
              <p:cNvSpPr/>
              <p:nvPr/>
            </p:nvSpPr>
            <p:spPr>
              <a:xfrm>
                <a:off x="1641425" y="2832375"/>
                <a:ext cx="575925" cy="61700"/>
              </a:xfrm>
              <a:custGeom>
                <a:avLst/>
                <a:gdLst/>
                <a:ahLst/>
                <a:cxnLst/>
                <a:rect l="l" t="t" r="r" b="b"/>
                <a:pathLst>
                  <a:path w="23037" h="2468" extrusionOk="0">
                    <a:moveTo>
                      <a:pt x="0" y="1"/>
                    </a:moveTo>
                    <a:cubicBezTo>
                      <a:pt x="103" y="147"/>
                      <a:pt x="213" y="279"/>
                      <a:pt x="323" y="419"/>
                    </a:cubicBezTo>
                    <a:cubicBezTo>
                      <a:pt x="1467" y="851"/>
                      <a:pt x="2633" y="1218"/>
                      <a:pt x="3813" y="1511"/>
                    </a:cubicBezTo>
                    <a:cubicBezTo>
                      <a:pt x="5602" y="1958"/>
                      <a:pt x="7428" y="2244"/>
                      <a:pt x="9260" y="2384"/>
                    </a:cubicBezTo>
                    <a:cubicBezTo>
                      <a:pt x="10043" y="2440"/>
                      <a:pt x="10826" y="2468"/>
                      <a:pt x="11609" y="2468"/>
                    </a:cubicBezTo>
                    <a:cubicBezTo>
                      <a:pt x="14521" y="2468"/>
                      <a:pt x="17422" y="2080"/>
                      <a:pt x="20236" y="1306"/>
                    </a:cubicBezTo>
                    <a:cubicBezTo>
                      <a:pt x="21072" y="1079"/>
                      <a:pt x="21893" y="815"/>
                      <a:pt x="22700" y="514"/>
                    </a:cubicBezTo>
                    <a:cubicBezTo>
                      <a:pt x="22817" y="382"/>
                      <a:pt x="22927" y="243"/>
                      <a:pt x="23037" y="96"/>
                    </a:cubicBezTo>
                    <a:lnTo>
                      <a:pt x="23037" y="96"/>
                    </a:lnTo>
                    <a:cubicBezTo>
                      <a:pt x="22304" y="382"/>
                      <a:pt x="21556" y="631"/>
                      <a:pt x="20808" y="859"/>
                    </a:cubicBezTo>
                    <a:cubicBezTo>
                      <a:pt x="19056" y="1379"/>
                      <a:pt x="17267" y="1746"/>
                      <a:pt x="15456" y="1966"/>
                    </a:cubicBezTo>
                    <a:cubicBezTo>
                      <a:pt x="14184" y="2115"/>
                      <a:pt x="12905" y="2188"/>
                      <a:pt x="11627" y="2188"/>
                    </a:cubicBezTo>
                    <a:cubicBezTo>
                      <a:pt x="11085" y="2188"/>
                      <a:pt x="10542" y="2175"/>
                      <a:pt x="10001" y="2149"/>
                    </a:cubicBezTo>
                    <a:cubicBezTo>
                      <a:pt x="8175" y="2054"/>
                      <a:pt x="6364" y="1812"/>
                      <a:pt x="4583" y="1416"/>
                    </a:cubicBezTo>
                    <a:cubicBezTo>
                      <a:pt x="3021" y="1064"/>
                      <a:pt x="1489" y="595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478;p54">
                <a:extLst>
                  <a:ext uri="{FF2B5EF4-FFF2-40B4-BE49-F238E27FC236}">
                    <a16:creationId xmlns:a16="http://schemas.microsoft.com/office/drawing/2014/main" id="{3CF14DEB-9C85-0F10-72E1-E6D2D566586E}"/>
                  </a:ext>
                </a:extLst>
              </p:cNvPr>
              <p:cNvSpPr/>
              <p:nvPr/>
            </p:nvSpPr>
            <p:spPr>
              <a:xfrm>
                <a:off x="1616875" y="2780150"/>
                <a:ext cx="629800" cy="82325"/>
              </a:xfrm>
              <a:custGeom>
                <a:avLst/>
                <a:gdLst/>
                <a:ahLst/>
                <a:cxnLst/>
                <a:rect l="l" t="t" r="r" b="b"/>
                <a:pathLst>
                  <a:path w="25192" h="3293" extrusionOk="0">
                    <a:moveTo>
                      <a:pt x="25192" y="0"/>
                    </a:moveTo>
                    <a:lnTo>
                      <a:pt x="25192" y="0"/>
                    </a:lnTo>
                    <a:cubicBezTo>
                      <a:pt x="24202" y="726"/>
                      <a:pt x="23117" y="1313"/>
                      <a:pt x="21966" y="1745"/>
                    </a:cubicBezTo>
                    <a:cubicBezTo>
                      <a:pt x="20104" y="2456"/>
                      <a:pt x="18117" y="2801"/>
                      <a:pt x="16130" y="2940"/>
                    </a:cubicBezTo>
                    <a:cubicBezTo>
                      <a:pt x="15287" y="2998"/>
                      <a:pt x="14439" y="3023"/>
                      <a:pt x="13590" y="3023"/>
                    </a:cubicBezTo>
                    <a:cubicBezTo>
                      <a:pt x="12394" y="3023"/>
                      <a:pt x="11196" y="2974"/>
                      <a:pt x="10008" y="2896"/>
                    </a:cubicBezTo>
                    <a:cubicBezTo>
                      <a:pt x="8153" y="2779"/>
                      <a:pt x="6291" y="2552"/>
                      <a:pt x="4487" y="2105"/>
                    </a:cubicBezTo>
                    <a:cubicBezTo>
                      <a:pt x="2918" y="1731"/>
                      <a:pt x="1408" y="1151"/>
                      <a:pt x="0" y="367"/>
                    </a:cubicBezTo>
                    <a:lnTo>
                      <a:pt x="0" y="367"/>
                    </a:lnTo>
                    <a:cubicBezTo>
                      <a:pt x="59" y="506"/>
                      <a:pt x="125" y="645"/>
                      <a:pt x="191" y="785"/>
                    </a:cubicBezTo>
                    <a:cubicBezTo>
                      <a:pt x="1320" y="1379"/>
                      <a:pt x="2507" y="1848"/>
                      <a:pt x="3739" y="2193"/>
                    </a:cubicBezTo>
                    <a:cubicBezTo>
                      <a:pt x="5550" y="2698"/>
                      <a:pt x="7427" y="2970"/>
                      <a:pt x="9304" y="3116"/>
                    </a:cubicBezTo>
                    <a:cubicBezTo>
                      <a:pt x="10668" y="3234"/>
                      <a:pt x="12035" y="3292"/>
                      <a:pt x="13405" y="3292"/>
                    </a:cubicBezTo>
                    <a:cubicBezTo>
                      <a:pt x="14090" y="3292"/>
                      <a:pt x="14776" y="3278"/>
                      <a:pt x="15463" y="3248"/>
                    </a:cubicBezTo>
                    <a:cubicBezTo>
                      <a:pt x="17508" y="3160"/>
                      <a:pt x="19554" y="2860"/>
                      <a:pt x="21497" y="2200"/>
                    </a:cubicBezTo>
                    <a:cubicBezTo>
                      <a:pt x="22736" y="1782"/>
                      <a:pt x="23916" y="1203"/>
                      <a:pt x="25001" y="477"/>
                    </a:cubicBezTo>
                    <a:cubicBezTo>
                      <a:pt x="25067" y="316"/>
                      <a:pt x="25133" y="162"/>
                      <a:pt x="251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479;p54">
                <a:extLst>
                  <a:ext uri="{FF2B5EF4-FFF2-40B4-BE49-F238E27FC236}">
                    <a16:creationId xmlns:a16="http://schemas.microsoft.com/office/drawing/2014/main" id="{66D07A8E-2AD0-3933-CBA9-EEEFBBB2576D}"/>
                  </a:ext>
                </a:extLst>
              </p:cNvPr>
              <p:cNvSpPr/>
              <p:nvPr/>
            </p:nvSpPr>
            <p:spPr>
              <a:xfrm>
                <a:off x="1592125" y="2511625"/>
                <a:ext cx="672150" cy="273300"/>
              </a:xfrm>
              <a:custGeom>
                <a:avLst/>
                <a:gdLst/>
                <a:ahLst/>
                <a:cxnLst/>
                <a:rect l="l" t="t" r="r" b="b"/>
                <a:pathLst>
                  <a:path w="26886" h="10932" extrusionOk="0">
                    <a:moveTo>
                      <a:pt x="13447" y="0"/>
                    </a:moveTo>
                    <a:cubicBezTo>
                      <a:pt x="6020" y="0"/>
                      <a:pt x="0" y="1848"/>
                      <a:pt x="0" y="5081"/>
                    </a:cubicBezTo>
                    <a:cubicBezTo>
                      <a:pt x="0" y="8314"/>
                      <a:pt x="5565" y="10932"/>
                      <a:pt x="12985" y="10932"/>
                    </a:cubicBezTo>
                    <a:cubicBezTo>
                      <a:pt x="20412" y="10932"/>
                      <a:pt x="26886" y="8314"/>
                      <a:pt x="26886" y="5081"/>
                    </a:cubicBezTo>
                    <a:cubicBezTo>
                      <a:pt x="26886" y="1848"/>
                      <a:pt x="20866" y="0"/>
                      <a:pt x="134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480;p54">
                <a:extLst>
                  <a:ext uri="{FF2B5EF4-FFF2-40B4-BE49-F238E27FC236}">
                    <a16:creationId xmlns:a16="http://schemas.microsoft.com/office/drawing/2014/main" id="{BF1FCE8D-2F4D-5037-3959-486344A800D1}"/>
                  </a:ext>
                </a:extLst>
              </p:cNvPr>
              <p:cNvSpPr/>
              <p:nvPr/>
            </p:nvSpPr>
            <p:spPr>
              <a:xfrm>
                <a:off x="1609175" y="2525925"/>
                <a:ext cx="638250" cy="233725"/>
              </a:xfrm>
              <a:custGeom>
                <a:avLst/>
                <a:gdLst/>
                <a:ahLst/>
                <a:cxnLst/>
                <a:rect l="l" t="t" r="r" b="b"/>
                <a:pathLst>
                  <a:path w="25530" h="9349" extrusionOk="0">
                    <a:moveTo>
                      <a:pt x="12765" y="0"/>
                    </a:moveTo>
                    <a:cubicBezTo>
                      <a:pt x="5712" y="0"/>
                      <a:pt x="0" y="1584"/>
                      <a:pt x="0" y="4348"/>
                    </a:cubicBezTo>
                    <a:cubicBezTo>
                      <a:pt x="0" y="7112"/>
                      <a:pt x="5279" y="9348"/>
                      <a:pt x="12332" y="9348"/>
                    </a:cubicBezTo>
                    <a:cubicBezTo>
                      <a:pt x="19378" y="9348"/>
                      <a:pt x="25529" y="7112"/>
                      <a:pt x="25529" y="4348"/>
                    </a:cubicBezTo>
                    <a:cubicBezTo>
                      <a:pt x="25529" y="1584"/>
                      <a:pt x="19811" y="0"/>
                      <a:pt x="12765" y="0"/>
                    </a:cubicBezTo>
                    <a:close/>
                  </a:path>
                </a:pathLst>
              </a:custGeom>
              <a:solidFill>
                <a:srgbClr val="A32E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481;p54">
                <a:extLst>
                  <a:ext uri="{FF2B5EF4-FFF2-40B4-BE49-F238E27FC236}">
                    <a16:creationId xmlns:a16="http://schemas.microsoft.com/office/drawing/2014/main" id="{03EBA428-40AC-FCC4-086F-8BCEC02ACC7C}"/>
                  </a:ext>
                </a:extLst>
              </p:cNvPr>
              <p:cNvSpPr/>
              <p:nvPr/>
            </p:nvSpPr>
            <p:spPr>
              <a:xfrm>
                <a:off x="2226875" y="2690150"/>
                <a:ext cx="122450" cy="78775"/>
              </a:xfrm>
              <a:custGeom>
                <a:avLst/>
                <a:gdLst/>
                <a:ahLst/>
                <a:cxnLst/>
                <a:rect l="l" t="t" r="r" b="b"/>
                <a:pathLst>
                  <a:path w="4898" h="3151" extrusionOk="0">
                    <a:moveTo>
                      <a:pt x="1518" y="0"/>
                    </a:moveTo>
                    <a:lnTo>
                      <a:pt x="1518" y="0"/>
                    </a:lnTo>
                    <a:cubicBezTo>
                      <a:pt x="1525" y="1049"/>
                      <a:pt x="0" y="2149"/>
                      <a:pt x="0" y="2149"/>
                    </a:cubicBezTo>
                    <a:lnTo>
                      <a:pt x="0" y="3094"/>
                    </a:lnTo>
                    <a:cubicBezTo>
                      <a:pt x="375" y="3131"/>
                      <a:pt x="748" y="3151"/>
                      <a:pt x="1119" y="3151"/>
                    </a:cubicBezTo>
                    <a:cubicBezTo>
                      <a:pt x="2293" y="3151"/>
                      <a:pt x="3442" y="2954"/>
                      <a:pt x="4546" y="2486"/>
                    </a:cubicBezTo>
                    <a:cubicBezTo>
                      <a:pt x="4744" y="2398"/>
                      <a:pt x="4868" y="2149"/>
                      <a:pt x="4868" y="1863"/>
                    </a:cubicBezTo>
                    <a:cubicBezTo>
                      <a:pt x="4868" y="1313"/>
                      <a:pt x="4898" y="998"/>
                      <a:pt x="4861" y="396"/>
                    </a:cubicBezTo>
                    <a:cubicBezTo>
                      <a:pt x="3754" y="169"/>
                      <a:pt x="2640" y="37"/>
                      <a:pt x="15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482;p54">
                <a:extLst>
                  <a:ext uri="{FF2B5EF4-FFF2-40B4-BE49-F238E27FC236}">
                    <a16:creationId xmlns:a16="http://schemas.microsoft.com/office/drawing/2014/main" id="{01F646E6-A795-5514-AC76-C51C7CD0B345}"/>
                  </a:ext>
                </a:extLst>
              </p:cNvPr>
              <p:cNvSpPr/>
              <p:nvPr/>
            </p:nvSpPr>
            <p:spPr>
              <a:xfrm>
                <a:off x="2226875" y="2667225"/>
                <a:ext cx="121725" cy="78950"/>
              </a:xfrm>
              <a:custGeom>
                <a:avLst/>
                <a:gdLst/>
                <a:ahLst/>
                <a:cxnLst/>
                <a:rect l="l" t="t" r="r" b="b"/>
                <a:pathLst>
                  <a:path w="4869" h="3158" extrusionOk="0">
                    <a:moveTo>
                      <a:pt x="1518" y="1"/>
                    </a:moveTo>
                    <a:lnTo>
                      <a:pt x="1518" y="1"/>
                    </a:lnTo>
                    <a:cubicBezTo>
                      <a:pt x="1532" y="1284"/>
                      <a:pt x="931" y="2068"/>
                      <a:pt x="0" y="3102"/>
                    </a:cubicBezTo>
                    <a:cubicBezTo>
                      <a:pt x="369" y="3139"/>
                      <a:pt x="736" y="3158"/>
                      <a:pt x="1101" y="3158"/>
                    </a:cubicBezTo>
                    <a:cubicBezTo>
                      <a:pt x="2281" y="3158"/>
                      <a:pt x="3437" y="2957"/>
                      <a:pt x="4546" y="2486"/>
                    </a:cubicBezTo>
                    <a:cubicBezTo>
                      <a:pt x="4744" y="2406"/>
                      <a:pt x="4868" y="2149"/>
                      <a:pt x="4868" y="1871"/>
                    </a:cubicBezTo>
                    <a:cubicBezTo>
                      <a:pt x="4868" y="1504"/>
                      <a:pt x="4861" y="1174"/>
                      <a:pt x="4824" y="851"/>
                    </a:cubicBezTo>
                    <a:cubicBezTo>
                      <a:pt x="4795" y="573"/>
                      <a:pt x="4634" y="353"/>
                      <a:pt x="4429" y="316"/>
                    </a:cubicBezTo>
                    <a:cubicBezTo>
                      <a:pt x="3468" y="140"/>
                      <a:pt x="2493" y="30"/>
                      <a:pt x="1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483;p54">
                <a:extLst>
                  <a:ext uri="{FF2B5EF4-FFF2-40B4-BE49-F238E27FC236}">
                    <a16:creationId xmlns:a16="http://schemas.microsoft.com/office/drawing/2014/main" id="{9C9FBA82-6ACB-9F25-E9A3-4636F66E25F3}"/>
                  </a:ext>
                </a:extLst>
              </p:cNvPr>
              <p:cNvSpPr/>
              <p:nvPr/>
            </p:nvSpPr>
            <p:spPr>
              <a:xfrm>
                <a:off x="1507800" y="2690150"/>
                <a:ext cx="122650" cy="78775"/>
              </a:xfrm>
              <a:custGeom>
                <a:avLst/>
                <a:gdLst/>
                <a:ahLst/>
                <a:cxnLst/>
                <a:rect l="l" t="t" r="r" b="b"/>
                <a:pathLst>
                  <a:path w="4906" h="3151" extrusionOk="0">
                    <a:moveTo>
                      <a:pt x="3388" y="0"/>
                    </a:moveTo>
                    <a:lnTo>
                      <a:pt x="3388" y="0"/>
                    </a:lnTo>
                    <a:cubicBezTo>
                      <a:pt x="2266" y="37"/>
                      <a:pt x="1144" y="169"/>
                      <a:pt x="45" y="396"/>
                    </a:cubicBezTo>
                    <a:cubicBezTo>
                      <a:pt x="1" y="998"/>
                      <a:pt x="37" y="1313"/>
                      <a:pt x="30" y="1863"/>
                    </a:cubicBezTo>
                    <a:cubicBezTo>
                      <a:pt x="30" y="2149"/>
                      <a:pt x="162" y="2398"/>
                      <a:pt x="360" y="2486"/>
                    </a:cubicBezTo>
                    <a:cubicBezTo>
                      <a:pt x="1458" y="2954"/>
                      <a:pt x="2610" y="3151"/>
                      <a:pt x="3786" y="3151"/>
                    </a:cubicBezTo>
                    <a:cubicBezTo>
                      <a:pt x="4157" y="3151"/>
                      <a:pt x="4531" y="3131"/>
                      <a:pt x="4906" y="3094"/>
                    </a:cubicBezTo>
                    <a:lnTo>
                      <a:pt x="4906" y="2149"/>
                    </a:lnTo>
                    <a:cubicBezTo>
                      <a:pt x="4906" y="2149"/>
                      <a:pt x="3373" y="1049"/>
                      <a:pt x="33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484;p54">
                <a:extLst>
                  <a:ext uri="{FF2B5EF4-FFF2-40B4-BE49-F238E27FC236}">
                    <a16:creationId xmlns:a16="http://schemas.microsoft.com/office/drawing/2014/main" id="{081AD6E9-6504-5562-14ED-CA45F25DD662}"/>
                  </a:ext>
                </a:extLst>
              </p:cNvPr>
              <p:cNvSpPr/>
              <p:nvPr/>
            </p:nvSpPr>
            <p:spPr>
              <a:xfrm>
                <a:off x="1508525" y="2667225"/>
                <a:ext cx="121925" cy="78950"/>
              </a:xfrm>
              <a:custGeom>
                <a:avLst/>
                <a:gdLst/>
                <a:ahLst/>
                <a:cxnLst/>
                <a:rect l="l" t="t" r="r" b="b"/>
                <a:pathLst>
                  <a:path w="4877" h="3158" extrusionOk="0">
                    <a:moveTo>
                      <a:pt x="3359" y="1"/>
                    </a:moveTo>
                    <a:cubicBezTo>
                      <a:pt x="2384" y="30"/>
                      <a:pt x="1409" y="140"/>
                      <a:pt x="448" y="316"/>
                    </a:cubicBezTo>
                    <a:cubicBezTo>
                      <a:pt x="243" y="353"/>
                      <a:pt x="82" y="573"/>
                      <a:pt x="52" y="851"/>
                    </a:cubicBezTo>
                    <a:cubicBezTo>
                      <a:pt x="16" y="1174"/>
                      <a:pt x="8" y="1504"/>
                      <a:pt x="1" y="1871"/>
                    </a:cubicBezTo>
                    <a:cubicBezTo>
                      <a:pt x="1" y="2149"/>
                      <a:pt x="133" y="2406"/>
                      <a:pt x="331" y="2486"/>
                    </a:cubicBezTo>
                    <a:cubicBezTo>
                      <a:pt x="1434" y="2957"/>
                      <a:pt x="2593" y="3158"/>
                      <a:pt x="3775" y="3158"/>
                    </a:cubicBezTo>
                    <a:cubicBezTo>
                      <a:pt x="4140" y="3158"/>
                      <a:pt x="4508" y="3139"/>
                      <a:pt x="4877" y="3102"/>
                    </a:cubicBezTo>
                    <a:cubicBezTo>
                      <a:pt x="3945" y="2068"/>
                      <a:pt x="3344" y="1284"/>
                      <a:pt x="33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485;p54">
                <a:extLst>
                  <a:ext uri="{FF2B5EF4-FFF2-40B4-BE49-F238E27FC236}">
                    <a16:creationId xmlns:a16="http://schemas.microsoft.com/office/drawing/2014/main" id="{52134A52-7701-1A72-5152-2308B2DC18B1}"/>
                  </a:ext>
                </a:extLst>
              </p:cNvPr>
              <p:cNvSpPr/>
              <p:nvPr/>
            </p:nvSpPr>
            <p:spPr>
              <a:xfrm>
                <a:off x="1621075" y="2593925"/>
                <a:ext cx="613525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24541" h="6629" extrusionOk="0">
                    <a:moveTo>
                      <a:pt x="12289" y="0"/>
                    </a:moveTo>
                    <a:cubicBezTo>
                      <a:pt x="6438" y="0"/>
                      <a:pt x="1511" y="1085"/>
                      <a:pt x="1" y="3036"/>
                    </a:cubicBezTo>
                    <a:cubicBezTo>
                      <a:pt x="1445" y="5110"/>
                      <a:pt x="6049" y="6628"/>
                      <a:pt x="11856" y="6628"/>
                    </a:cubicBezTo>
                    <a:cubicBezTo>
                      <a:pt x="17700" y="6628"/>
                      <a:pt x="22927" y="5088"/>
                      <a:pt x="24540" y="2992"/>
                    </a:cubicBezTo>
                    <a:cubicBezTo>
                      <a:pt x="22986" y="1071"/>
                      <a:pt x="18088" y="0"/>
                      <a:pt x="12289" y="0"/>
                    </a:cubicBezTo>
                    <a:close/>
                  </a:path>
                </a:pathLst>
              </a:custGeom>
              <a:solidFill>
                <a:srgbClr val="FA91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486;p54">
                <a:extLst>
                  <a:ext uri="{FF2B5EF4-FFF2-40B4-BE49-F238E27FC236}">
                    <a16:creationId xmlns:a16="http://schemas.microsoft.com/office/drawing/2014/main" id="{4387ED25-192B-06FE-E719-EF23B4E5CC11}"/>
                  </a:ext>
                </a:extLst>
              </p:cNvPr>
              <p:cNvSpPr/>
              <p:nvPr/>
            </p:nvSpPr>
            <p:spPr>
              <a:xfrm>
                <a:off x="1671475" y="2593925"/>
                <a:ext cx="49565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9826" h="6629" extrusionOk="0">
                    <a:moveTo>
                      <a:pt x="8205" y="458"/>
                    </a:moveTo>
                    <a:cubicBezTo>
                      <a:pt x="8438" y="458"/>
                      <a:pt x="8671" y="492"/>
                      <a:pt x="8880" y="587"/>
                    </a:cubicBezTo>
                    <a:cubicBezTo>
                      <a:pt x="8997" y="638"/>
                      <a:pt x="9107" y="711"/>
                      <a:pt x="9232" y="763"/>
                    </a:cubicBezTo>
                    <a:cubicBezTo>
                      <a:pt x="9290" y="785"/>
                      <a:pt x="9342" y="799"/>
                      <a:pt x="9400" y="814"/>
                    </a:cubicBezTo>
                    <a:cubicBezTo>
                      <a:pt x="9327" y="924"/>
                      <a:pt x="9342" y="1071"/>
                      <a:pt x="9422" y="1173"/>
                    </a:cubicBezTo>
                    <a:cubicBezTo>
                      <a:pt x="9474" y="1239"/>
                      <a:pt x="9547" y="1291"/>
                      <a:pt x="9627" y="1327"/>
                    </a:cubicBezTo>
                    <a:cubicBezTo>
                      <a:pt x="10211" y="1567"/>
                      <a:pt x="10836" y="1688"/>
                      <a:pt x="11464" y="1688"/>
                    </a:cubicBezTo>
                    <a:cubicBezTo>
                      <a:pt x="11720" y="1688"/>
                      <a:pt x="11976" y="1668"/>
                      <a:pt x="12230" y="1628"/>
                    </a:cubicBezTo>
                    <a:cubicBezTo>
                      <a:pt x="12359" y="1597"/>
                      <a:pt x="12492" y="1582"/>
                      <a:pt x="12626" y="1582"/>
                    </a:cubicBezTo>
                    <a:cubicBezTo>
                      <a:pt x="12653" y="1582"/>
                      <a:pt x="12680" y="1583"/>
                      <a:pt x="12707" y="1584"/>
                    </a:cubicBezTo>
                    <a:cubicBezTo>
                      <a:pt x="12971" y="1621"/>
                      <a:pt x="13213" y="1745"/>
                      <a:pt x="13396" y="1936"/>
                    </a:cubicBezTo>
                    <a:cubicBezTo>
                      <a:pt x="13499" y="2031"/>
                      <a:pt x="13594" y="2156"/>
                      <a:pt x="13528" y="2310"/>
                    </a:cubicBezTo>
                    <a:cubicBezTo>
                      <a:pt x="13491" y="2390"/>
                      <a:pt x="13425" y="2456"/>
                      <a:pt x="13337" y="2478"/>
                    </a:cubicBezTo>
                    <a:cubicBezTo>
                      <a:pt x="13286" y="2495"/>
                      <a:pt x="13236" y="2502"/>
                      <a:pt x="13186" y="2502"/>
                    </a:cubicBezTo>
                    <a:cubicBezTo>
                      <a:pt x="13035" y="2502"/>
                      <a:pt x="12889" y="2438"/>
                      <a:pt x="12751" y="2383"/>
                    </a:cubicBezTo>
                    <a:cubicBezTo>
                      <a:pt x="12472" y="2288"/>
                      <a:pt x="12186" y="2236"/>
                      <a:pt x="11893" y="2222"/>
                    </a:cubicBezTo>
                    <a:cubicBezTo>
                      <a:pt x="11884" y="2220"/>
                      <a:pt x="11875" y="2219"/>
                      <a:pt x="11866" y="2219"/>
                    </a:cubicBezTo>
                    <a:cubicBezTo>
                      <a:pt x="11838" y="2219"/>
                      <a:pt x="11811" y="2227"/>
                      <a:pt x="11783" y="2244"/>
                    </a:cubicBezTo>
                    <a:cubicBezTo>
                      <a:pt x="11739" y="2288"/>
                      <a:pt x="11724" y="2354"/>
                      <a:pt x="11746" y="2405"/>
                    </a:cubicBezTo>
                    <a:cubicBezTo>
                      <a:pt x="11805" y="2676"/>
                      <a:pt x="12076" y="2838"/>
                      <a:pt x="12326" y="2948"/>
                    </a:cubicBezTo>
                    <a:cubicBezTo>
                      <a:pt x="12656" y="3087"/>
                      <a:pt x="12993" y="3197"/>
                      <a:pt x="13345" y="3270"/>
                    </a:cubicBezTo>
                    <a:cubicBezTo>
                      <a:pt x="13682" y="3336"/>
                      <a:pt x="14078" y="3402"/>
                      <a:pt x="14261" y="3703"/>
                    </a:cubicBezTo>
                    <a:cubicBezTo>
                      <a:pt x="14312" y="3776"/>
                      <a:pt x="14334" y="3871"/>
                      <a:pt x="14320" y="3967"/>
                    </a:cubicBezTo>
                    <a:cubicBezTo>
                      <a:pt x="14290" y="4113"/>
                      <a:pt x="14144" y="4201"/>
                      <a:pt x="14012" y="4275"/>
                    </a:cubicBezTo>
                    <a:cubicBezTo>
                      <a:pt x="13770" y="4429"/>
                      <a:pt x="13506" y="4546"/>
                      <a:pt x="13227" y="4627"/>
                    </a:cubicBezTo>
                    <a:cubicBezTo>
                      <a:pt x="13121" y="4656"/>
                      <a:pt x="13013" y="4671"/>
                      <a:pt x="12906" y="4671"/>
                    </a:cubicBezTo>
                    <a:cubicBezTo>
                      <a:pt x="12724" y="4671"/>
                      <a:pt x="12546" y="4629"/>
                      <a:pt x="12384" y="4546"/>
                    </a:cubicBezTo>
                    <a:cubicBezTo>
                      <a:pt x="12326" y="4238"/>
                      <a:pt x="12912" y="4099"/>
                      <a:pt x="12839" y="3798"/>
                    </a:cubicBezTo>
                    <a:cubicBezTo>
                      <a:pt x="12705" y="3766"/>
                      <a:pt x="12559" y="3733"/>
                      <a:pt x="12420" y="3733"/>
                    </a:cubicBezTo>
                    <a:cubicBezTo>
                      <a:pt x="12308" y="3733"/>
                      <a:pt x="12200" y="3754"/>
                      <a:pt x="12106" y="3813"/>
                    </a:cubicBezTo>
                    <a:cubicBezTo>
                      <a:pt x="11981" y="3901"/>
                      <a:pt x="11900" y="4040"/>
                      <a:pt x="11790" y="4150"/>
                    </a:cubicBezTo>
                    <a:cubicBezTo>
                      <a:pt x="11541" y="4421"/>
                      <a:pt x="11172" y="4518"/>
                      <a:pt x="10796" y="4518"/>
                    </a:cubicBezTo>
                    <a:cubicBezTo>
                      <a:pt x="10652" y="4518"/>
                      <a:pt x="10508" y="4504"/>
                      <a:pt x="10368" y="4480"/>
                    </a:cubicBezTo>
                    <a:cubicBezTo>
                      <a:pt x="9869" y="4392"/>
                      <a:pt x="9386" y="4187"/>
                      <a:pt x="8880" y="4157"/>
                    </a:cubicBezTo>
                    <a:cubicBezTo>
                      <a:pt x="8859" y="4154"/>
                      <a:pt x="8839" y="4152"/>
                      <a:pt x="8819" y="4152"/>
                    </a:cubicBezTo>
                    <a:cubicBezTo>
                      <a:pt x="8760" y="4152"/>
                      <a:pt x="8702" y="4168"/>
                      <a:pt x="8652" y="4201"/>
                    </a:cubicBezTo>
                    <a:cubicBezTo>
                      <a:pt x="8542" y="4297"/>
                      <a:pt x="8586" y="4480"/>
                      <a:pt x="8660" y="4597"/>
                    </a:cubicBezTo>
                    <a:cubicBezTo>
                      <a:pt x="8674" y="4619"/>
                      <a:pt x="8696" y="4649"/>
                      <a:pt x="8726" y="4693"/>
                    </a:cubicBezTo>
                    <a:cubicBezTo>
                      <a:pt x="8765" y="4761"/>
                      <a:pt x="8713" y="4829"/>
                      <a:pt x="8650" y="4829"/>
                    </a:cubicBezTo>
                    <a:cubicBezTo>
                      <a:pt x="8631" y="4829"/>
                      <a:pt x="8612" y="4823"/>
                      <a:pt x="8594" y="4810"/>
                    </a:cubicBezTo>
                    <a:cubicBezTo>
                      <a:pt x="8506" y="4729"/>
                      <a:pt x="8410" y="4649"/>
                      <a:pt x="8308" y="4583"/>
                    </a:cubicBezTo>
                    <a:cubicBezTo>
                      <a:pt x="8141" y="4490"/>
                      <a:pt x="7942" y="4424"/>
                      <a:pt x="7752" y="4424"/>
                    </a:cubicBezTo>
                    <a:cubicBezTo>
                      <a:pt x="7626" y="4424"/>
                      <a:pt x="7504" y="4454"/>
                      <a:pt x="7399" y="4524"/>
                    </a:cubicBezTo>
                    <a:cubicBezTo>
                      <a:pt x="7333" y="4583"/>
                      <a:pt x="7252" y="4627"/>
                      <a:pt x="7164" y="4663"/>
                    </a:cubicBezTo>
                    <a:cubicBezTo>
                      <a:pt x="7137" y="4668"/>
                      <a:pt x="7109" y="4671"/>
                      <a:pt x="7081" y="4671"/>
                    </a:cubicBezTo>
                    <a:cubicBezTo>
                      <a:pt x="7026" y="4671"/>
                      <a:pt x="6968" y="4661"/>
                      <a:pt x="6915" y="4641"/>
                    </a:cubicBezTo>
                    <a:cubicBezTo>
                      <a:pt x="6475" y="4546"/>
                      <a:pt x="6006" y="4605"/>
                      <a:pt x="5573" y="4480"/>
                    </a:cubicBezTo>
                    <a:cubicBezTo>
                      <a:pt x="5008" y="4304"/>
                      <a:pt x="4591" y="3849"/>
                      <a:pt x="4459" y="3278"/>
                    </a:cubicBezTo>
                    <a:cubicBezTo>
                      <a:pt x="4422" y="3094"/>
                      <a:pt x="4415" y="2896"/>
                      <a:pt x="4283" y="2750"/>
                    </a:cubicBezTo>
                    <a:cubicBezTo>
                      <a:pt x="4232" y="2688"/>
                      <a:pt x="4151" y="2652"/>
                      <a:pt x="4069" y="2652"/>
                    </a:cubicBezTo>
                    <a:cubicBezTo>
                      <a:pt x="4045" y="2652"/>
                      <a:pt x="4020" y="2655"/>
                      <a:pt x="3997" y="2662"/>
                    </a:cubicBezTo>
                    <a:cubicBezTo>
                      <a:pt x="3828" y="2713"/>
                      <a:pt x="3806" y="2926"/>
                      <a:pt x="3850" y="3087"/>
                    </a:cubicBezTo>
                    <a:cubicBezTo>
                      <a:pt x="3892" y="3250"/>
                      <a:pt x="3761" y="3403"/>
                      <a:pt x="3607" y="3403"/>
                    </a:cubicBezTo>
                    <a:cubicBezTo>
                      <a:pt x="3573" y="3403"/>
                      <a:pt x="3539" y="3396"/>
                      <a:pt x="3505" y="3380"/>
                    </a:cubicBezTo>
                    <a:cubicBezTo>
                      <a:pt x="3293" y="3292"/>
                      <a:pt x="3117" y="3138"/>
                      <a:pt x="3007" y="2940"/>
                    </a:cubicBezTo>
                    <a:cubicBezTo>
                      <a:pt x="2904" y="2764"/>
                      <a:pt x="2904" y="2552"/>
                      <a:pt x="2992" y="2368"/>
                    </a:cubicBezTo>
                    <a:cubicBezTo>
                      <a:pt x="3146" y="2090"/>
                      <a:pt x="3454" y="2082"/>
                      <a:pt x="3725" y="2031"/>
                    </a:cubicBezTo>
                    <a:cubicBezTo>
                      <a:pt x="4429" y="1899"/>
                      <a:pt x="5045" y="1415"/>
                      <a:pt x="5764" y="1371"/>
                    </a:cubicBezTo>
                    <a:cubicBezTo>
                      <a:pt x="5806" y="1369"/>
                      <a:pt x="5849" y="1368"/>
                      <a:pt x="5891" y="1368"/>
                    </a:cubicBezTo>
                    <a:cubicBezTo>
                      <a:pt x="6032" y="1368"/>
                      <a:pt x="6173" y="1378"/>
                      <a:pt x="6313" y="1378"/>
                    </a:cubicBezTo>
                    <a:cubicBezTo>
                      <a:pt x="6372" y="1378"/>
                      <a:pt x="6431" y="1377"/>
                      <a:pt x="6489" y="1371"/>
                    </a:cubicBezTo>
                    <a:cubicBezTo>
                      <a:pt x="6768" y="1349"/>
                      <a:pt x="7171" y="1107"/>
                      <a:pt x="7186" y="843"/>
                    </a:cubicBezTo>
                    <a:cubicBezTo>
                      <a:pt x="7186" y="711"/>
                      <a:pt x="7289" y="587"/>
                      <a:pt x="7421" y="557"/>
                    </a:cubicBezTo>
                    <a:cubicBezTo>
                      <a:pt x="7553" y="528"/>
                      <a:pt x="7685" y="506"/>
                      <a:pt x="7824" y="484"/>
                    </a:cubicBezTo>
                    <a:cubicBezTo>
                      <a:pt x="7948" y="469"/>
                      <a:pt x="8077" y="458"/>
                      <a:pt x="8205" y="458"/>
                    </a:cubicBezTo>
                    <a:close/>
                    <a:moveTo>
                      <a:pt x="10273" y="0"/>
                    </a:moveTo>
                    <a:cubicBezTo>
                      <a:pt x="7487" y="0"/>
                      <a:pt x="4906" y="249"/>
                      <a:pt x="2809" y="719"/>
                    </a:cubicBezTo>
                    <a:lnTo>
                      <a:pt x="2706" y="741"/>
                    </a:lnTo>
                    <a:lnTo>
                      <a:pt x="2596" y="763"/>
                    </a:lnTo>
                    <a:lnTo>
                      <a:pt x="2296" y="836"/>
                    </a:lnTo>
                    <a:lnTo>
                      <a:pt x="2237" y="851"/>
                    </a:lnTo>
                    <a:cubicBezTo>
                      <a:pt x="1585" y="1012"/>
                      <a:pt x="947" y="1217"/>
                      <a:pt x="323" y="1474"/>
                    </a:cubicBezTo>
                    <a:cubicBezTo>
                      <a:pt x="104" y="1796"/>
                      <a:pt x="38" y="2222"/>
                      <a:pt x="16" y="2610"/>
                    </a:cubicBezTo>
                    <a:cubicBezTo>
                      <a:pt x="1" y="3043"/>
                      <a:pt x="30" y="3475"/>
                      <a:pt x="118" y="3893"/>
                    </a:cubicBezTo>
                    <a:cubicBezTo>
                      <a:pt x="177" y="4267"/>
                      <a:pt x="316" y="4627"/>
                      <a:pt x="521" y="4942"/>
                    </a:cubicBezTo>
                    <a:cubicBezTo>
                      <a:pt x="2743" y="5976"/>
                      <a:pt x="6035" y="6628"/>
                      <a:pt x="9840" y="6628"/>
                    </a:cubicBezTo>
                    <a:cubicBezTo>
                      <a:pt x="10287" y="6628"/>
                      <a:pt x="10727" y="6613"/>
                      <a:pt x="11167" y="6599"/>
                    </a:cubicBezTo>
                    <a:lnTo>
                      <a:pt x="11174" y="6599"/>
                    </a:lnTo>
                    <a:cubicBezTo>
                      <a:pt x="11255" y="6599"/>
                      <a:pt x="11336" y="6591"/>
                      <a:pt x="11424" y="6584"/>
                    </a:cubicBezTo>
                    <a:lnTo>
                      <a:pt x="11482" y="6584"/>
                    </a:lnTo>
                    <a:cubicBezTo>
                      <a:pt x="13418" y="6503"/>
                      <a:pt x="15339" y="6218"/>
                      <a:pt x="17223" y="5748"/>
                    </a:cubicBezTo>
                    <a:cubicBezTo>
                      <a:pt x="17443" y="5602"/>
                      <a:pt x="17656" y="5433"/>
                      <a:pt x="17861" y="5250"/>
                    </a:cubicBezTo>
                    <a:cubicBezTo>
                      <a:pt x="18132" y="5008"/>
                      <a:pt x="18382" y="4729"/>
                      <a:pt x="18521" y="4392"/>
                    </a:cubicBezTo>
                    <a:cubicBezTo>
                      <a:pt x="18660" y="4055"/>
                      <a:pt x="18675" y="3695"/>
                      <a:pt x="18675" y="3336"/>
                    </a:cubicBezTo>
                    <a:cubicBezTo>
                      <a:pt x="18675" y="2735"/>
                      <a:pt x="18646" y="2097"/>
                      <a:pt x="18330" y="1584"/>
                    </a:cubicBezTo>
                    <a:cubicBezTo>
                      <a:pt x="18213" y="1393"/>
                      <a:pt x="18059" y="1225"/>
                      <a:pt x="17883" y="1085"/>
                    </a:cubicBezTo>
                    <a:cubicBezTo>
                      <a:pt x="17917" y="1083"/>
                      <a:pt x="17951" y="1082"/>
                      <a:pt x="17984" y="1082"/>
                    </a:cubicBezTo>
                    <a:cubicBezTo>
                      <a:pt x="18183" y="1082"/>
                      <a:pt x="18377" y="1119"/>
                      <a:pt x="18565" y="1188"/>
                    </a:cubicBezTo>
                    <a:cubicBezTo>
                      <a:pt x="18741" y="1254"/>
                      <a:pt x="18895" y="1357"/>
                      <a:pt x="19078" y="1423"/>
                    </a:cubicBezTo>
                    <a:cubicBezTo>
                      <a:pt x="19213" y="1474"/>
                      <a:pt x="19365" y="1497"/>
                      <a:pt x="19514" y="1497"/>
                    </a:cubicBezTo>
                    <a:cubicBezTo>
                      <a:pt x="19535" y="1497"/>
                      <a:pt x="19556" y="1497"/>
                      <a:pt x="19577" y="1496"/>
                    </a:cubicBezTo>
                    <a:cubicBezTo>
                      <a:pt x="19635" y="1489"/>
                      <a:pt x="19694" y="1474"/>
                      <a:pt x="19745" y="1445"/>
                    </a:cubicBezTo>
                    <a:cubicBezTo>
                      <a:pt x="19789" y="1408"/>
                      <a:pt x="19819" y="1364"/>
                      <a:pt x="19826" y="1313"/>
                    </a:cubicBezTo>
                    <a:cubicBezTo>
                      <a:pt x="17480" y="455"/>
                      <a:pt x="14071" y="0"/>
                      <a:pt x="10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487;p54">
                <a:extLst>
                  <a:ext uri="{FF2B5EF4-FFF2-40B4-BE49-F238E27FC236}">
                    <a16:creationId xmlns:a16="http://schemas.microsoft.com/office/drawing/2014/main" id="{B2A756EE-F5DD-9CA8-18DB-C3EF8F058816}"/>
                  </a:ext>
                </a:extLst>
              </p:cNvPr>
              <p:cNvSpPr/>
              <p:nvPr/>
            </p:nvSpPr>
            <p:spPr>
              <a:xfrm>
                <a:off x="1621800" y="2597775"/>
                <a:ext cx="300100" cy="161875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6475" extrusionOk="0">
                    <a:moveTo>
                      <a:pt x="8572" y="0"/>
                    </a:moveTo>
                    <a:lnTo>
                      <a:pt x="8572" y="0"/>
                    </a:lnTo>
                    <a:cubicBezTo>
                      <a:pt x="4429" y="367"/>
                      <a:pt x="1174" y="1364"/>
                      <a:pt x="1" y="2882"/>
                    </a:cubicBezTo>
                    <a:cubicBezTo>
                      <a:pt x="1445" y="4956"/>
                      <a:pt x="6050" y="6474"/>
                      <a:pt x="11849" y="6474"/>
                    </a:cubicBezTo>
                    <a:lnTo>
                      <a:pt x="12003" y="6474"/>
                    </a:lnTo>
                    <a:cubicBezTo>
                      <a:pt x="11526" y="6240"/>
                      <a:pt x="11006" y="6122"/>
                      <a:pt x="10478" y="6115"/>
                    </a:cubicBezTo>
                    <a:cubicBezTo>
                      <a:pt x="10280" y="6115"/>
                      <a:pt x="10077" y="6130"/>
                      <a:pt x="9877" y="6130"/>
                    </a:cubicBezTo>
                    <a:cubicBezTo>
                      <a:pt x="9655" y="6130"/>
                      <a:pt x="9436" y="6111"/>
                      <a:pt x="9232" y="6034"/>
                    </a:cubicBezTo>
                    <a:cubicBezTo>
                      <a:pt x="9041" y="5961"/>
                      <a:pt x="8872" y="5844"/>
                      <a:pt x="8689" y="5778"/>
                    </a:cubicBezTo>
                    <a:cubicBezTo>
                      <a:pt x="8507" y="5712"/>
                      <a:pt x="8310" y="5694"/>
                      <a:pt x="8110" y="5694"/>
                    </a:cubicBezTo>
                    <a:cubicBezTo>
                      <a:pt x="7863" y="5694"/>
                      <a:pt x="7609" y="5722"/>
                      <a:pt x="7369" y="5722"/>
                    </a:cubicBezTo>
                    <a:cubicBezTo>
                      <a:pt x="7060" y="5722"/>
                      <a:pt x="6773" y="5677"/>
                      <a:pt x="6548" y="5470"/>
                    </a:cubicBezTo>
                    <a:cubicBezTo>
                      <a:pt x="6512" y="5440"/>
                      <a:pt x="6490" y="5396"/>
                      <a:pt x="6475" y="5360"/>
                    </a:cubicBezTo>
                    <a:cubicBezTo>
                      <a:pt x="6460" y="5242"/>
                      <a:pt x="6614" y="5176"/>
                      <a:pt x="6666" y="5074"/>
                    </a:cubicBezTo>
                    <a:cubicBezTo>
                      <a:pt x="6695" y="4986"/>
                      <a:pt x="6688" y="4890"/>
                      <a:pt x="6636" y="4810"/>
                    </a:cubicBezTo>
                    <a:cubicBezTo>
                      <a:pt x="6512" y="4553"/>
                      <a:pt x="6306" y="4355"/>
                      <a:pt x="6042" y="4238"/>
                    </a:cubicBezTo>
                    <a:cubicBezTo>
                      <a:pt x="6006" y="4223"/>
                      <a:pt x="5969" y="4216"/>
                      <a:pt x="5932" y="4216"/>
                    </a:cubicBezTo>
                    <a:cubicBezTo>
                      <a:pt x="5772" y="4216"/>
                      <a:pt x="5628" y="4352"/>
                      <a:pt x="5646" y="4531"/>
                    </a:cubicBezTo>
                    <a:cubicBezTo>
                      <a:pt x="5661" y="4707"/>
                      <a:pt x="5522" y="4861"/>
                      <a:pt x="5346" y="4861"/>
                    </a:cubicBezTo>
                    <a:cubicBezTo>
                      <a:pt x="4620" y="4861"/>
                      <a:pt x="3916" y="4612"/>
                      <a:pt x="3359" y="4143"/>
                    </a:cubicBezTo>
                    <a:cubicBezTo>
                      <a:pt x="3080" y="3908"/>
                      <a:pt x="2816" y="3505"/>
                      <a:pt x="3220" y="3197"/>
                    </a:cubicBezTo>
                    <a:cubicBezTo>
                      <a:pt x="3300" y="3138"/>
                      <a:pt x="3388" y="3094"/>
                      <a:pt x="3484" y="3065"/>
                    </a:cubicBezTo>
                    <a:cubicBezTo>
                      <a:pt x="3718" y="2992"/>
                      <a:pt x="4026" y="2801"/>
                      <a:pt x="3997" y="2544"/>
                    </a:cubicBezTo>
                    <a:cubicBezTo>
                      <a:pt x="3975" y="2324"/>
                      <a:pt x="3726" y="2148"/>
                      <a:pt x="3835" y="1936"/>
                    </a:cubicBezTo>
                    <a:cubicBezTo>
                      <a:pt x="3872" y="1870"/>
                      <a:pt x="3923" y="1826"/>
                      <a:pt x="3982" y="1796"/>
                    </a:cubicBezTo>
                    <a:cubicBezTo>
                      <a:pt x="4649" y="1430"/>
                      <a:pt x="5646" y="1650"/>
                      <a:pt x="6094" y="1034"/>
                    </a:cubicBezTo>
                    <a:cubicBezTo>
                      <a:pt x="6160" y="939"/>
                      <a:pt x="6211" y="829"/>
                      <a:pt x="6284" y="741"/>
                    </a:cubicBezTo>
                    <a:cubicBezTo>
                      <a:pt x="6548" y="433"/>
                      <a:pt x="7010" y="447"/>
                      <a:pt x="7406" y="425"/>
                    </a:cubicBezTo>
                    <a:cubicBezTo>
                      <a:pt x="7787" y="403"/>
                      <a:pt x="8176" y="308"/>
                      <a:pt x="8476" y="81"/>
                    </a:cubicBezTo>
                    <a:cubicBezTo>
                      <a:pt x="8513" y="59"/>
                      <a:pt x="8542" y="29"/>
                      <a:pt x="85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488;p54">
                <a:extLst>
                  <a:ext uri="{FF2B5EF4-FFF2-40B4-BE49-F238E27FC236}">
                    <a16:creationId xmlns:a16="http://schemas.microsoft.com/office/drawing/2014/main" id="{E57F7C73-3D30-C151-B72B-DB3E35790EA4}"/>
                  </a:ext>
                </a:extLst>
              </p:cNvPr>
              <p:cNvSpPr/>
              <p:nvPr/>
            </p:nvSpPr>
            <p:spPr>
              <a:xfrm>
                <a:off x="1650225" y="2624850"/>
                <a:ext cx="85075" cy="91125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3645" extrusionOk="0">
                    <a:moveTo>
                      <a:pt x="3227" y="1"/>
                    </a:moveTo>
                    <a:cubicBezTo>
                      <a:pt x="2963" y="1"/>
                      <a:pt x="2429" y="154"/>
                      <a:pt x="2339" y="171"/>
                    </a:cubicBezTo>
                    <a:cubicBezTo>
                      <a:pt x="1965" y="237"/>
                      <a:pt x="1591" y="340"/>
                      <a:pt x="1239" y="479"/>
                    </a:cubicBezTo>
                    <a:cubicBezTo>
                      <a:pt x="880" y="618"/>
                      <a:pt x="580" y="860"/>
                      <a:pt x="367" y="1183"/>
                    </a:cubicBezTo>
                    <a:cubicBezTo>
                      <a:pt x="0" y="1762"/>
                      <a:pt x="110" y="2517"/>
                      <a:pt x="624" y="2972"/>
                    </a:cubicBezTo>
                    <a:cubicBezTo>
                      <a:pt x="822" y="3140"/>
                      <a:pt x="1049" y="3272"/>
                      <a:pt x="1283" y="3368"/>
                    </a:cubicBezTo>
                    <a:cubicBezTo>
                      <a:pt x="1355" y="3403"/>
                      <a:pt x="1861" y="3644"/>
                      <a:pt x="2049" y="3644"/>
                    </a:cubicBezTo>
                    <a:cubicBezTo>
                      <a:pt x="2092" y="3644"/>
                      <a:pt x="2118" y="3632"/>
                      <a:pt x="2119" y="3602"/>
                    </a:cubicBezTo>
                    <a:cubicBezTo>
                      <a:pt x="2119" y="3551"/>
                      <a:pt x="2031" y="3507"/>
                      <a:pt x="1995" y="3485"/>
                    </a:cubicBezTo>
                    <a:cubicBezTo>
                      <a:pt x="1899" y="3434"/>
                      <a:pt x="1826" y="3360"/>
                      <a:pt x="1775" y="3272"/>
                    </a:cubicBezTo>
                    <a:cubicBezTo>
                      <a:pt x="1745" y="3184"/>
                      <a:pt x="1738" y="3096"/>
                      <a:pt x="1738" y="3008"/>
                    </a:cubicBezTo>
                    <a:cubicBezTo>
                      <a:pt x="1731" y="2920"/>
                      <a:pt x="1679" y="2832"/>
                      <a:pt x="1599" y="2788"/>
                    </a:cubicBezTo>
                    <a:cubicBezTo>
                      <a:pt x="1437" y="2664"/>
                      <a:pt x="1283" y="2480"/>
                      <a:pt x="1320" y="2282"/>
                    </a:cubicBezTo>
                    <a:cubicBezTo>
                      <a:pt x="1349" y="2158"/>
                      <a:pt x="1459" y="2062"/>
                      <a:pt x="1533" y="1945"/>
                    </a:cubicBezTo>
                    <a:cubicBezTo>
                      <a:pt x="1606" y="1835"/>
                      <a:pt x="1628" y="1659"/>
                      <a:pt x="1518" y="1586"/>
                    </a:cubicBezTo>
                    <a:cubicBezTo>
                      <a:pt x="1481" y="1564"/>
                      <a:pt x="1437" y="1557"/>
                      <a:pt x="1393" y="1549"/>
                    </a:cubicBezTo>
                    <a:cubicBezTo>
                      <a:pt x="1345" y="1543"/>
                      <a:pt x="1296" y="1539"/>
                      <a:pt x="1247" y="1539"/>
                    </a:cubicBezTo>
                    <a:cubicBezTo>
                      <a:pt x="1132" y="1539"/>
                      <a:pt x="1017" y="1557"/>
                      <a:pt x="910" y="1593"/>
                    </a:cubicBezTo>
                    <a:cubicBezTo>
                      <a:pt x="888" y="1608"/>
                      <a:pt x="858" y="1608"/>
                      <a:pt x="829" y="1608"/>
                    </a:cubicBezTo>
                    <a:cubicBezTo>
                      <a:pt x="792" y="1593"/>
                      <a:pt x="778" y="1549"/>
                      <a:pt x="778" y="1505"/>
                    </a:cubicBezTo>
                    <a:cubicBezTo>
                      <a:pt x="748" y="1234"/>
                      <a:pt x="902" y="970"/>
                      <a:pt x="1151" y="845"/>
                    </a:cubicBezTo>
                    <a:cubicBezTo>
                      <a:pt x="1291" y="794"/>
                      <a:pt x="1437" y="757"/>
                      <a:pt x="1584" y="728"/>
                    </a:cubicBezTo>
                    <a:cubicBezTo>
                      <a:pt x="1657" y="706"/>
                      <a:pt x="1731" y="677"/>
                      <a:pt x="1789" y="633"/>
                    </a:cubicBezTo>
                    <a:cubicBezTo>
                      <a:pt x="1848" y="581"/>
                      <a:pt x="1892" y="523"/>
                      <a:pt x="1958" y="479"/>
                    </a:cubicBezTo>
                    <a:cubicBezTo>
                      <a:pt x="2075" y="398"/>
                      <a:pt x="2229" y="398"/>
                      <a:pt x="2361" y="384"/>
                    </a:cubicBezTo>
                    <a:cubicBezTo>
                      <a:pt x="2501" y="376"/>
                      <a:pt x="3402" y="222"/>
                      <a:pt x="3373" y="54"/>
                    </a:cubicBezTo>
                    <a:cubicBezTo>
                      <a:pt x="3364" y="15"/>
                      <a:pt x="3308" y="1"/>
                      <a:pt x="3227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489;p54">
                <a:extLst>
                  <a:ext uri="{FF2B5EF4-FFF2-40B4-BE49-F238E27FC236}">
                    <a16:creationId xmlns:a16="http://schemas.microsoft.com/office/drawing/2014/main" id="{F8E81E4B-DDA1-D2FC-CFCE-E603FE1F20E7}"/>
                  </a:ext>
                </a:extLst>
              </p:cNvPr>
              <p:cNvSpPr/>
              <p:nvPr/>
            </p:nvSpPr>
            <p:spPr>
              <a:xfrm>
                <a:off x="1875500" y="2602850"/>
                <a:ext cx="359275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14371" h="6272" extrusionOk="0">
                    <a:moveTo>
                      <a:pt x="2126" y="0"/>
                    </a:moveTo>
                    <a:cubicBezTo>
                      <a:pt x="2087" y="0"/>
                      <a:pt x="2048" y="1"/>
                      <a:pt x="2009" y="2"/>
                    </a:cubicBezTo>
                    <a:cubicBezTo>
                      <a:pt x="1357" y="17"/>
                      <a:pt x="726" y="230"/>
                      <a:pt x="139" y="516"/>
                    </a:cubicBezTo>
                    <a:cubicBezTo>
                      <a:pt x="81" y="545"/>
                      <a:pt x="15" y="582"/>
                      <a:pt x="7" y="648"/>
                    </a:cubicBezTo>
                    <a:cubicBezTo>
                      <a:pt x="0" y="736"/>
                      <a:pt x="110" y="794"/>
                      <a:pt x="205" y="816"/>
                    </a:cubicBezTo>
                    <a:cubicBezTo>
                      <a:pt x="467" y="883"/>
                      <a:pt x="733" y="950"/>
                      <a:pt x="1001" y="950"/>
                    </a:cubicBezTo>
                    <a:cubicBezTo>
                      <a:pt x="1056" y="950"/>
                      <a:pt x="1111" y="947"/>
                      <a:pt x="1166" y="941"/>
                    </a:cubicBezTo>
                    <a:cubicBezTo>
                      <a:pt x="1503" y="912"/>
                      <a:pt x="1818" y="758"/>
                      <a:pt x="2163" y="758"/>
                    </a:cubicBezTo>
                    <a:cubicBezTo>
                      <a:pt x="2405" y="758"/>
                      <a:pt x="2640" y="838"/>
                      <a:pt x="2882" y="890"/>
                    </a:cubicBezTo>
                    <a:cubicBezTo>
                      <a:pt x="3070" y="929"/>
                      <a:pt x="3262" y="947"/>
                      <a:pt x="3455" y="947"/>
                    </a:cubicBezTo>
                    <a:cubicBezTo>
                      <a:pt x="3698" y="947"/>
                      <a:pt x="3942" y="917"/>
                      <a:pt x="4179" y="860"/>
                    </a:cubicBezTo>
                    <a:cubicBezTo>
                      <a:pt x="4203" y="851"/>
                      <a:pt x="4227" y="847"/>
                      <a:pt x="4250" y="847"/>
                    </a:cubicBezTo>
                    <a:cubicBezTo>
                      <a:pt x="4357" y="847"/>
                      <a:pt x="4452" y="937"/>
                      <a:pt x="4458" y="1051"/>
                    </a:cubicBezTo>
                    <a:cubicBezTo>
                      <a:pt x="4458" y="1190"/>
                      <a:pt x="4304" y="1234"/>
                      <a:pt x="4179" y="1249"/>
                    </a:cubicBezTo>
                    <a:lnTo>
                      <a:pt x="3945" y="1278"/>
                    </a:lnTo>
                    <a:cubicBezTo>
                      <a:pt x="3805" y="1293"/>
                      <a:pt x="3783" y="1483"/>
                      <a:pt x="3908" y="1535"/>
                    </a:cubicBezTo>
                    <a:lnTo>
                      <a:pt x="3959" y="1564"/>
                    </a:lnTo>
                    <a:cubicBezTo>
                      <a:pt x="4354" y="1774"/>
                      <a:pt x="4791" y="1880"/>
                      <a:pt x="5232" y="1880"/>
                    </a:cubicBezTo>
                    <a:cubicBezTo>
                      <a:pt x="5454" y="1880"/>
                      <a:pt x="5676" y="1853"/>
                      <a:pt x="5895" y="1799"/>
                    </a:cubicBezTo>
                    <a:cubicBezTo>
                      <a:pt x="5961" y="1784"/>
                      <a:pt x="6020" y="1740"/>
                      <a:pt x="6042" y="1674"/>
                    </a:cubicBezTo>
                    <a:cubicBezTo>
                      <a:pt x="6085" y="1535"/>
                      <a:pt x="5902" y="1483"/>
                      <a:pt x="5961" y="1337"/>
                    </a:cubicBezTo>
                    <a:cubicBezTo>
                      <a:pt x="5990" y="1278"/>
                      <a:pt x="6049" y="1234"/>
                      <a:pt x="6115" y="1227"/>
                    </a:cubicBezTo>
                    <a:cubicBezTo>
                      <a:pt x="6125" y="1226"/>
                      <a:pt x="6136" y="1226"/>
                      <a:pt x="6146" y="1226"/>
                    </a:cubicBezTo>
                    <a:cubicBezTo>
                      <a:pt x="6259" y="1226"/>
                      <a:pt x="6365" y="1263"/>
                      <a:pt x="6452" y="1337"/>
                    </a:cubicBezTo>
                    <a:lnTo>
                      <a:pt x="7222" y="1806"/>
                    </a:lnTo>
                    <a:cubicBezTo>
                      <a:pt x="7325" y="1872"/>
                      <a:pt x="7442" y="1953"/>
                      <a:pt x="7464" y="2077"/>
                    </a:cubicBezTo>
                    <a:cubicBezTo>
                      <a:pt x="7464" y="2180"/>
                      <a:pt x="7427" y="2275"/>
                      <a:pt x="7361" y="2356"/>
                    </a:cubicBezTo>
                    <a:lnTo>
                      <a:pt x="7251" y="2539"/>
                    </a:lnTo>
                    <a:cubicBezTo>
                      <a:pt x="7064" y="2829"/>
                      <a:pt x="7319" y="3134"/>
                      <a:pt x="7584" y="3134"/>
                    </a:cubicBezTo>
                    <a:cubicBezTo>
                      <a:pt x="7682" y="3134"/>
                      <a:pt x="7781" y="3092"/>
                      <a:pt x="7860" y="2994"/>
                    </a:cubicBezTo>
                    <a:lnTo>
                      <a:pt x="7867" y="2979"/>
                    </a:lnTo>
                    <a:cubicBezTo>
                      <a:pt x="7920" y="2903"/>
                      <a:pt x="8003" y="2864"/>
                      <a:pt x="8087" y="2864"/>
                    </a:cubicBezTo>
                    <a:cubicBezTo>
                      <a:pt x="8156" y="2864"/>
                      <a:pt x="8225" y="2890"/>
                      <a:pt x="8278" y="2942"/>
                    </a:cubicBezTo>
                    <a:cubicBezTo>
                      <a:pt x="8373" y="3038"/>
                      <a:pt x="8417" y="3177"/>
                      <a:pt x="8388" y="3309"/>
                    </a:cubicBezTo>
                    <a:cubicBezTo>
                      <a:pt x="8329" y="3566"/>
                      <a:pt x="8080" y="3734"/>
                      <a:pt x="7830" y="3815"/>
                    </a:cubicBezTo>
                    <a:cubicBezTo>
                      <a:pt x="7627" y="3883"/>
                      <a:pt x="7415" y="3919"/>
                      <a:pt x="7202" y="3919"/>
                    </a:cubicBezTo>
                    <a:cubicBezTo>
                      <a:pt x="7046" y="3919"/>
                      <a:pt x="6890" y="3899"/>
                      <a:pt x="6738" y="3859"/>
                    </a:cubicBezTo>
                    <a:cubicBezTo>
                      <a:pt x="6337" y="3762"/>
                      <a:pt x="5937" y="3524"/>
                      <a:pt x="5532" y="3524"/>
                    </a:cubicBezTo>
                    <a:cubicBezTo>
                      <a:pt x="5448" y="3524"/>
                      <a:pt x="5364" y="3534"/>
                      <a:pt x="5279" y="3558"/>
                    </a:cubicBezTo>
                    <a:cubicBezTo>
                      <a:pt x="4993" y="3639"/>
                      <a:pt x="4773" y="3866"/>
                      <a:pt x="4495" y="3976"/>
                    </a:cubicBezTo>
                    <a:cubicBezTo>
                      <a:pt x="4343" y="4038"/>
                      <a:pt x="4188" y="4062"/>
                      <a:pt x="4030" y="4062"/>
                    </a:cubicBezTo>
                    <a:cubicBezTo>
                      <a:pt x="3502" y="4062"/>
                      <a:pt x="2943" y="3796"/>
                      <a:pt x="2393" y="3796"/>
                    </a:cubicBezTo>
                    <a:cubicBezTo>
                      <a:pt x="2311" y="3796"/>
                      <a:pt x="2230" y="3801"/>
                      <a:pt x="2148" y="3815"/>
                    </a:cubicBezTo>
                    <a:cubicBezTo>
                      <a:pt x="2082" y="3822"/>
                      <a:pt x="2002" y="3844"/>
                      <a:pt x="1987" y="3947"/>
                    </a:cubicBezTo>
                    <a:cubicBezTo>
                      <a:pt x="1980" y="4020"/>
                      <a:pt x="2016" y="4094"/>
                      <a:pt x="2082" y="4130"/>
                    </a:cubicBezTo>
                    <a:cubicBezTo>
                      <a:pt x="2383" y="4336"/>
                      <a:pt x="2720" y="4490"/>
                      <a:pt x="3072" y="4570"/>
                    </a:cubicBezTo>
                    <a:cubicBezTo>
                      <a:pt x="3292" y="4621"/>
                      <a:pt x="3549" y="4658"/>
                      <a:pt x="3644" y="4893"/>
                    </a:cubicBezTo>
                    <a:cubicBezTo>
                      <a:pt x="3710" y="5076"/>
                      <a:pt x="3659" y="5274"/>
                      <a:pt x="3505" y="5399"/>
                    </a:cubicBezTo>
                    <a:cubicBezTo>
                      <a:pt x="3336" y="5549"/>
                      <a:pt x="3127" y="5592"/>
                      <a:pt x="2911" y="5592"/>
                    </a:cubicBezTo>
                    <a:cubicBezTo>
                      <a:pt x="2781" y="5592"/>
                      <a:pt x="2649" y="5577"/>
                      <a:pt x="2522" y="5560"/>
                    </a:cubicBezTo>
                    <a:cubicBezTo>
                      <a:pt x="2354" y="5531"/>
                      <a:pt x="2192" y="5523"/>
                      <a:pt x="2024" y="5523"/>
                    </a:cubicBezTo>
                    <a:cubicBezTo>
                      <a:pt x="1862" y="5531"/>
                      <a:pt x="1782" y="5721"/>
                      <a:pt x="1899" y="5839"/>
                    </a:cubicBezTo>
                    <a:lnTo>
                      <a:pt x="1906" y="5853"/>
                    </a:lnTo>
                    <a:cubicBezTo>
                      <a:pt x="1980" y="5934"/>
                      <a:pt x="1980" y="6051"/>
                      <a:pt x="1906" y="6124"/>
                    </a:cubicBezTo>
                    <a:cubicBezTo>
                      <a:pt x="1870" y="6168"/>
                      <a:pt x="1840" y="6220"/>
                      <a:pt x="1818" y="6271"/>
                    </a:cubicBezTo>
                    <a:cubicBezTo>
                      <a:pt x="7611" y="6249"/>
                      <a:pt x="12772" y="4709"/>
                      <a:pt x="14370" y="2635"/>
                    </a:cubicBezTo>
                    <a:cubicBezTo>
                      <a:pt x="13410" y="1454"/>
                      <a:pt x="11188" y="589"/>
                      <a:pt x="8270" y="105"/>
                    </a:cubicBezTo>
                    <a:cubicBezTo>
                      <a:pt x="7934" y="45"/>
                      <a:pt x="7593" y="16"/>
                      <a:pt x="7253" y="16"/>
                    </a:cubicBezTo>
                    <a:cubicBezTo>
                      <a:pt x="6970" y="16"/>
                      <a:pt x="6687" y="36"/>
                      <a:pt x="6408" y="76"/>
                    </a:cubicBezTo>
                    <a:cubicBezTo>
                      <a:pt x="5924" y="142"/>
                      <a:pt x="5433" y="178"/>
                      <a:pt x="4942" y="186"/>
                    </a:cubicBezTo>
                    <a:cubicBezTo>
                      <a:pt x="4845" y="188"/>
                      <a:pt x="4748" y="189"/>
                      <a:pt x="4652" y="189"/>
                    </a:cubicBezTo>
                    <a:cubicBezTo>
                      <a:pt x="4177" y="189"/>
                      <a:pt x="3701" y="160"/>
                      <a:pt x="3226" y="105"/>
                    </a:cubicBezTo>
                    <a:cubicBezTo>
                      <a:pt x="2862" y="59"/>
                      <a:pt x="2491" y="0"/>
                      <a:pt x="21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490;p54">
                <a:extLst>
                  <a:ext uri="{FF2B5EF4-FFF2-40B4-BE49-F238E27FC236}">
                    <a16:creationId xmlns:a16="http://schemas.microsoft.com/office/drawing/2014/main" id="{EF211FEC-8969-775B-108B-48C8EDEAE5F7}"/>
                  </a:ext>
                </a:extLst>
              </p:cNvPr>
              <p:cNvSpPr/>
              <p:nvPr/>
            </p:nvSpPr>
            <p:spPr>
              <a:xfrm>
                <a:off x="2061725" y="2630725"/>
                <a:ext cx="129975" cy="103000"/>
              </a:xfrm>
              <a:custGeom>
                <a:avLst/>
                <a:gdLst/>
                <a:ahLst/>
                <a:cxnLst/>
                <a:rect l="l" t="t" r="r" b="b"/>
                <a:pathLst>
                  <a:path w="5199" h="4120" extrusionOk="0">
                    <a:moveTo>
                      <a:pt x="2443" y="1"/>
                    </a:moveTo>
                    <a:cubicBezTo>
                      <a:pt x="2370" y="1"/>
                      <a:pt x="2299" y="37"/>
                      <a:pt x="2258" y="105"/>
                    </a:cubicBezTo>
                    <a:cubicBezTo>
                      <a:pt x="2214" y="215"/>
                      <a:pt x="2266" y="339"/>
                      <a:pt x="2368" y="390"/>
                    </a:cubicBezTo>
                    <a:cubicBezTo>
                      <a:pt x="2471" y="442"/>
                      <a:pt x="2581" y="471"/>
                      <a:pt x="2691" y="486"/>
                    </a:cubicBezTo>
                    <a:cubicBezTo>
                      <a:pt x="2911" y="515"/>
                      <a:pt x="3116" y="588"/>
                      <a:pt x="3307" y="691"/>
                    </a:cubicBezTo>
                    <a:cubicBezTo>
                      <a:pt x="3475" y="779"/>
                      <a:pt x="3651" y="926"/>
                      <a:pt x="3644" y="1116"/>
                    </a:cubicBezTo>
                    <a:cubicBezTo>
                      <a:pt x="3644" y="1248"/>
                      <a:pt x="3556" y="1366"/>
                      <a:pt x="3475" y="1476"/>
                    </a:cubicBezTo>
                    <a:cubicBezTo>
                      <a:pt x="3402" y="1586"/>
                      <a:pt x="3336" y="1725"/>
                      <a:pt x="3395" y="1849"/>
                    </a:cubicBezTo>
                    <a:cubicBezTo>
                      <a:pt x="3439" y="1930"/>
                      <a:pt x="3505" y="2003"/>
                      <a:pt x="3585" y="2055"/>
                    </a:cubicBezTo>
                    <a:cubicBezTo>
                      <a:pt x="3666" y="2106"/>
                      <a:pt x="3710" y="2201"/>
                      <a:pt x="3695" y="2304"/>
                    </a:cubicBezTo>
                    <a:cubicBezTo>
                      <a:pt x="3666" y="2370"/>
                      <a:pt x="3607" y="2421"/>
                      <a:pt x="3534" y="2451"/>
                    </a:cubicBezTo>
                    <a:cubicBezTo>
                      <a:pt x="3380" y="2546"/>
                      <a:pt x="3219" y="2612"/>
                      <a:pt x="3050" y="2663"/>
                    </a:cubicBezTo>
                    <a:cubicBezTo>
                      <a:pt x="2916" y="2702"/>
                      <a:pt x="2779" y="2712"/>
                      <a:pt x="2642" y="2712"/>
                    </a:cubicBezTo>
                    <a:cubicBezTo>
                      <a:pt x="2517" y="2712"/>
                      <a:pt x="2391" y="2703"/>
                      <a:pt x="2266" y="2700"/>
                    </a:cubicBezTo>
                    <a:cubicBezTo>
                      <a:pt x="2112" y="2700"/>
                      <a:pt x="1965" y="2700"/>
                      <a:pt x="1811" y="2715"/>
                    </a:cubicBezTo>
                    <a:cubicBezTo>
                      <a:pt x="1716" y="2715"/>
                      <a:pt x="1621" y="2737"/>
                      <a:pt x="1540" y="2773"/>
                    </a:cubicBezTo>
                    <a:cubicBezTo>
                      <a:pt x="1445" y="2817"/>
                      <a:pt x="1393" y="2905"/>
                      <a:pt x="1393" y="3008"/>
                    </a:cubicBezTo>
                    <a:cubicBezTo>
                      <a:pt x="1399" y="3089"/>
                      <a:pt x="1469" y="3154"/>
                      <a:pt x="1548" y="3154"/>
                    </a:cubicBezTo>
                    <a:cubicBezTo>
                      <a:pt x="1562" y="3154"/>
                      <a:pt x="1577" y="3152"/>
                      <a:pt x="1591" y="3147"/>
                    </a:cubicBezTo>
                    <a:cubicBezTo>
                      <a:pt x="1657" y="3199"/>
                      <a:pt x="1657" y="3294"/>
                      <a:pt x="1599" y="3353"/>
                    </a:cubicBezTo>
                    <a:cubicBezTo>
                      <a:pt x="1540" y="3404"/>
                      <a:pt x="1474" y="3440"/>
                      <a:pt x="1393" y="3448"/>
                    </a:cubicBezTo>
                    <a:cubicBezTo>
                      <a:pt x="1107" y="3536"/>
                      <a:pt x="814" y="3587"/>
                      <a:pt x="521" y="3602"/>
                    </a:cubicBezTo>
                    <a:cubicBezTo>
                      <a:pt x="418" y="3602"/>
                      <a:pt x="315" y="3609"/>
                      <a:pt x="213" y="3624"/>
                    </a:cubicBezTo>
                    <a:cubicBezTo>
                      <a:pt x="110" y="3653"/>
                      <a:pt x="30" y="3726"/>
                      <a:pt x="8" y="3829"/>
                    </a:cubicBezTo>
                    <a:cubicBezTo>
                      <a:pt x="0" y="3961"/>
                      <a:pt x="88" y="4078"/>
                      <a:pt x="220" y="4108"/>
                    </a:cubicBezTo>
                    <a:cubicBezTo>
                      <a:pt x="265" y="4116"/>
                      <a:pt x="311" y="4120"/>
                      <a:pt x="356" y="4120"/>
                    </a:cubicBezTo>
                    <a:cubicBezTo>
                      <a:pt x="438" y="4120"/>
                      <a:pt x="519" y="4107"/>
                      <a:pt x="594" y="4078"/>
                    </a:cubicBezTo>
                    <a:cubicBezTo>
                      <a:pt x="1672" y="3822"/>
                      <a:pt x="2713" y="3448"/>
                      <a:pt x="3798" y="3221"/>
                    </a:cubicBezTo>
                    <a:cubicBezTo>
                      <a:pt x="4157" y="3140"/>
                      <a:pt x="4546" y="3059"/>
                      <a:pt x="4788" y="2788"/>
                    </a:cubicBezTo>
                    <a:cubicBezTo>
                      <a:pt x="4920" y="2612"/>
                      <a:pt x="5008" y="2407"/>
                      <a:pt x="5059" y="2187"/>
                    </a:cubicBezTo>
                    <a:cubicBezTo>
                      <a:pt x="5132" y="1923"/>
                      <a:pt x="5198" y="1637"/>
                      <a:pt x="5081" y="1373"/>
                    </a:cubicBezTo>
                    <a:cubicBezTo>
                      <a:pt x="4971" y="1116"/>
                      <a:pt x="4693" y="962"/>
                      <a:pt x="4443" y="838"/>
                    </a:cubicBezTo>
                    <a:cubicBezTo>
                      <a:pt x="4165" y="684"/>
                      <a:pt x="3879" y="559"/>
                      <a:pt x="3578" y="471"/>
                    </a:cubicBezTo>
                    <a:cubicBezTo>
                      <a:pt x="3270" y="383"/>
                      <a:pt x="2992" y="200"/>
                      <a:pt x="2698" y="68"/>
                    </a:cubicBezTo>
                    <a:cubicBezTo>
                      <a:pt x="2625" y="31"/>
                      <a:pt x="2544" y="9"/>
                      <a:pt x="2464" y="2"/>
                    </a:cubicBezTo>
                    <a:cubicBezTo>
                      <a:pt x="2457" y="1"/>
                      <a:pt x="2450" y="1"/>
                      <a:pt x="24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491;p54">
                <a:extLst>
                  <a:ext uri="{FF2B5EF4-FFF2-40B4-BE49-F238E27FC236}">
                    <a16:creationId xmlns:a16="http://schemas.microsoft.com/office/drawing/2014/main" id="{ACDDDF51-2BC1-0142-7F4F-F565C0FA7639}"/>
                  </a:ext>
                </a:extLst>
              </p:cNvPr>
              <p:cNvSpPr/>
              <p:nvPr/>
            </p:nvSpPr>
            <p:spPr>
              <a:xfrm>
                <a:off x="1828575" y="2748300"/>
                <a:ext cx="169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6775" h="454" extrusionOk="0">
                    <a:moveTo>
                      <a:pt x="6437" y="0"/>
                    </a:moveTo>
                    <a:cubicBezTo>
                      <a:pt x="6406" y="0"/>
                      <a:pt x="6375" y="3"/>
                      <a:pt x="6342" y="6"/>
                    </a:cubicBezTo>
                    <a:cubicBezTo>
                      <a:pt x="5822" y="28"/>
                      <a:pt x="5308" y="72"/>
                      <a:pt x="4795" y="109"/>
                    </a:cubicBezTo>
                    <a:cubicBezTo>
                      <a:pt x="4471" y="133"/>
                      <a:pt x="4146" y="155"/>
                      <a:pt x="3824" y="155"/>
                    </a:cubicBezTo>
                    <a:cubicBezTo>
                      <a:pt x="3564" y="155"/>
                      <a:pt x="3306" y="141"/>
                      <a:pt x="3050" y="101"/>
                    </a:cubicBezTo>
                    <a:cubicBezTo>
                      <a:pt x="2851" y="70"/>
                      <a:pt x="2646" y="23"/>
                      <a:pt x="2441" y="23"/>
                    </a:cubicBezTo>
                    <a:cubicBezTo>
                      <a:pt x="2405" y="23"/>
                      <a:pt x="2368" y="25"/>
                      <a:pt x="2332" y="28"/>
                    </a:cubicBezTo>
                    <a:cubicBezTo>
                      <a:pt x="2236" y="43"/>
                      <a:pt x="2141" y="65"/>
                      <a:pt x="2053" y="101"/>
                    </a:cubicBezTo>
                    <a:cubicBezTo>
                      <a:pt x="2002" y="123"/>
                      <a:pt x="1958" y="145"/>
                      <a:pt x="1906" y="167"/>
                    </a:cubicBezTo>
                    <a:cubicBezTo>
                      <a:pt x="1826" y="189"/>
                      <a:pt x="1738" y="204"/>
                      <a:pt x="1650" y="204"/>
                    </a:cubicBezTo>
                    <a:cubicBezTo>
                      <a:pt x="1573" y="208"/>
                      <a:pt x="1496" y="209"/>
                      <a:pt x="1419" y="209"/>
                    </a:cubicBezTo>
                    <a:cubicBezTo>
                      <a:pt x="1034" y="209"/>
                      <a:pt x="650" y="164"/>
                      <a:pt x="271" y="72"/>
                    </a:cubicBezTo>
                    <a:cubicBezTo>
                      <a:pt x="234" y="61"/>
                      <a:pt x="192" y="54"/>
                      <a:pt x="150" y="54"/>
                    </a:cubicBezTo>
                    <a:cubicBezTo>
                      <a:pt x="134" y="54"/>
                      <a:pt x="119" y="55"/>
                      <a:pt x="103" y="57"/>
                    </a:cubicBezTo>
                    <a:cubicBezTo>
                      <a:pt x="44" y="72"/>
                      <a:pt x="0" y="131"/>
                      <a:pt x="8" y="189"/>
                    </a:cubicBezTo>
                    <a:cubicBezTo>
                      <a:pt x="22" y="219"/>
                      <a:pt x="44" y="248"/>
                      <a:pt x="74" y="263"/>
                    </a:cubicBezTo>
                    <a:cubicBezTo>
                      <a:pt x="1232" y="394"/>
                      <a:pt x="2390" y="453"/>
                      <a:pt x="3556" y="453"/>
                    </a:cubicBezTo>
                    <a:cubicBezTo>
                      <a:pt x="4656" y="453"/>
                      <a:pt x="5726" y="402"/>
                      <a:pt x="6760" y="299"/>
                    </a:cubicBezTo>
                    <a:cubicBezTo>
                      <a:pt x="6775" y="233"/>
                      <a:pt x="6753" y="167"/>
                      <a:pt x="6709" y="123"/>
                    </a:cubicBezTo>
                    <a:cubicBezTo>
                      <a:pt x="6629" y="27"/>
                      <a:pt x="6541" y="0"/>
                      <a:pt x="6437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492;p54">
                <a:extLst>
                  <a:ext uri="{FF2B5EF4-FFF2-40B4-BE49-F238E27FC236}">
                    <a16:creationId xmlns:a16="http://schemas.microsoft.com/office/drawing/2014/main" id="{AB41C9BB-7A55-31AA-A787-2972073DC56A}"/>
                  </a:ext>
                </a:extLst>
              </p:cNvPr>
              <p:cNvSpPr/>
              <p:nvPr/>
            </p:nvSpPr>
            <p:spPr>
              <a:xfrm>
                <a:off x="1938900" y="2592750"/>
                <a:ext cx="14950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980" h="806" extrusionOk="0">
                    <a:moveTo>
                      <a:pt x="643" y="0"/>
                    </a:moveTo>
                    <a:cubicBezTo>
                      <a:pt x="444" y="0"/>
                      <a:pt x="244" y="6"/>
                      <a:pt x="45" y="18"/>
                    </a:cubicBezTo>
                    <a:cubicBezTo>
                      <a:pt x="1" y="84"/>
                      <a:pt x="104" y="143"/>
                      <a:pt x="184" y="165"/>
                    </a:cubicBezTo>
                    <a:cubicBezTo>
                      <a:pt x="675" y="296"/>
                      <a:pt x="1211" y="223"/>
                      <a:pt x="1717" y="318"/>
                    </a:cubicBezTo>
                    <a:cubicBezTo>
                      <a:pt x="1893" y="348"/>
                      <a:pt x="2076" y="406"/>
                      <a:pt x="2259" y="428"/>
                    </a:cubicBezTo>
                    <a:cubicBezTo>
                      <a:pt x="2398" y="443"/>
                      <a:pt x="2545" y="443"/>
                      <a:pt x="2692" y="443"/>
                    </a:cubicBezTo>
                    <a:cubicBezTo>
                      <a:pt x="2948" y="458"/>
                      <a:pt x="3205" y="494"/>
                      <a:pt x="3462" y="560"/>
                    </a:cubicBezTo>
                    <a:cubicBezTo>
                      <a:pt x="3615" y="612"/>
                      <a:pt x="3777" y="648"/>
                      <a:pt x="3938" y="670"/>
                    </a:cubicBezTo>
                    <a:cubicBezTo>
                      <a:pt x="4008" y="673"/>
                      <a:pt x="4078" y="675"/>
                      <a:pt x="4148" y="675"/>
                    </a:cubicBezTo>
                    <a:cubicBezTo>
                      <a:pt x="4246" y="675"/>
                      <a:pt x="4345" y="672"/>
                      <a:pt x="4444" y="663"/>
                    </a:cubicBezTo>
                    <a:cubicBezTo>
                      <a:pt x="4486" y="661"/>
                      <a:pt x="4528" y="660"/>
                      <a:pt x="4571" y="660"/>
                    </a:cubicBezTo>
                    <a:cubicBezTo>
                      <a:pt x="4858" y="660"/>
                      <a:pt x="5144" y="703"/>
                      <a:pt x="5419" y="773"/>
                    </a:cubicBezTo>
                    <a:cubicBezTo>
                      <a:pt x="5470" y="786"/>
                      <a:pt x="5597" y="806"/>
                      <a:pt x="5709" y="806"/>
                    </a:cubicBezTo>
                    <a:cubicBezTo>
                      <a:pt x="5856" y="806"/>
                      <a:pt x="5979" y="772"/>
                      <a:pt x="5888" y="648"/>
                    </a:cubicBezTo>
                    <a:cubicBezTo>
                      <a:pt x="5793" y="509"/>
                      <a:pt x="5360" y="487"/>
                      <a:pt x="5192" y="458"/>
                    </a:cubicBezTo>
                    <a:cubicBezTo>
                      <a:pt x="4620" y="355"/>
                      <a:pt x="4041" y="260"/>
                      <a:pt x="3462" y="194"/>
                    </a:cubicBezTo>
                    <a:cubicBezTo>
                      <a:pt x="3102" y="150"/>
                      <a:pt x="2750" y="128"/>
                      <a:pt x="2391" y="106"/>
                    </a:cubicBezTo>
                    <a:lnTo>
                      <a:pt x="1533" y="40"/>
                    </a:lnTo>
                    <a:cubicBezTo>
                      <a:pt x="1239" y="13"/>
                      <a:pt x="941" y="0"/>
                      <a:pt x="643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493;p54">
                <a:extLst>
                  <a:ext uri="{FF2B5EF4-FFF2-40B4-BE49-F238E27FC236}">
                    <a16:creationId xmlns:a16="http://schemas.microsoft.com/office/drawing/2014/main" id="{D3110676-A574-88B0-223A-4C00E39A0683}"/>
                  </a:ext>
                </a:extLst>
              </p:cNvPr>
              <p:cNvSpPr/>
              <p:nvPr/>
            </p:nvSpPr>
            <p:spPr>
              <a:xfrm>
                <a:off x="2073825" y="2617950"/>
                <a:ext cx="1482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194" extrusionOk="0">
                    <a:moveTo>
                      <a:pt x="492" y="0"/>
                    </a:moveTo>
                    <a:cubicBezTo>
                      <a:pt x="416" y="0"/>
                      <a:pt x="314" y="37"/>
                      <a:pt x="264" y="37"/>
                    </a:cubicBezTo>
                    <a:cubicBezTo>
                      <a:pt x="262" y="37"/>
                      <a:pt x="259" y="37"/>
                      <a:pt x="257" y="36"/>
                    </a:cubicBezTo>
                    <a:cubicBezTo>
                      <a:pt x="227" y="36"/>
                      <a:pt x="205" y="36"/>
                      <a:pt x="183" y="29"/>
                    </a:cubicBezTo>
                    <a:cubicBezTo>
                      <a:pt x="154" y="22"/>
                      <a:pt x="117" y="22"/>
                      <a:pt x="88" y="22"/>
                    </a:cubicBezTo>
                    <a:cubicBezTo>
                      <a:pt x="59" y="22"/>
                      <a:pt x="29" y="44"/>
                      <a:pt x="15" y="66"/>
                    </a:cubicBezTo>
                    <a:cubicBezTo>
                      <a:pt x="0" y="117"/>
                      <a:pt x="29" y="168"/>
                      <a:pt x="73" y="183"/>
                    </a:cubicBezTo>
                    <a:cubicBezTo>
                      <a:pt x="95" y="190"/>
                      <a:pt x="119" y="194"/>
                      <a:pt x="144" y="194"/>
                    </a:cubicBezTo>
                    <a:cubicBezTo>
                      <a:pt x="169" y="194"/>
                      <a:pt x="194" y="190"/>
                      <a:pt x="220" y="183"/>
                    </a:cubicBezTo>
                    <a:cubicBezTo>
                      <a:pt x="259" y="183"/>
                      <a:pt x="302" y="180"/>
                      <a:pt x="345" y="180"/>
                    </a:cubicBezTo>
                    <a:cubicBezTo>
                      <a:pt x="367" y="180"/>
                      <a:pt x="389" y="181"/>
                      <a:pt x="411" y="183"/>
                    </a:cubicBezTo>
                    <a:cubicBezTo>
                      <a:pt x="447" y="183"/>
                      <a:pt x="484" y="183"/>
                      <a:pt x="521" y="168"/>
                    </a:cubicBezTo>
                    <a:cubicBezTo>
                      <a:pt x="550" y="161"/>
                      <a:pt x="579" y="132"/>
                      <a:pt x="587" y="95"/>
                    </a:cubicBezTo>
                    <a:cubicBezTo>
                      <a:pt x="593" y="21"/>
                      <a:pt x="550" y="0"/>
                      <a:pt x="492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494;p54">
                <a:extLst>
                  <a:ext uri="{FF2B5EF4-FFF2-40B4-BE49-F238E27FC236}">
                    <a16:creationId xmlns:a16="http://schemas.microsoft.com/office/drawing/2014/main" id="{C6A9EC54-26DC-BAC2-34AA-C3A556EA5486}"/>
                  </a:ext>
                </a:extLst>
              </p:cNvPr>
              <p:cNvSpPr/>
              <p:nvPr/>
            </p:nvSpPr>
            <p:spPr>
              <a:xfrm>
                <a:off x="2094350" y="2616900"/>
                <a:ext cx="46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25" extrusionOk="0">
                    <a:moveTo>
                      <a:pt x="82" y="1"/>
                    </a:moveTo>
                    <a:cubicBezTo>
                      <a:pt x="75" y="1"/>
                      <a:pt x="67" y="4"/>
                      <a:pt x="59" y="12"/>
                    </a:cubicBezTo>
                    <a:cubicBezTo>
                      <a:pt x="37" y="34"/>
                      <a:pt x="52" y="64"/>
                      <a:pt x="44" y="93"/>
                    </a:cubicBezTo>
                    <a:cubicBezTo>
                      <a:pt x="37" y="115"/>
                      <a:pt x="22" y="137"/>
                      <a:pt x="8" y="166"/>
                    </a:cubicBezTo>
                    <a:cubicBezTo>
                      <a:pt x="0" y="181"/>
                      <a:pt x="0" y="203"/>
                      <a:pt x="15" y="218"/>
                    </a:cubicBezTo>
                    <a:cubicBezTo>
                      <a:pt x="22" y="218"/>
                      <a:pt x="30" y="225"/>
                      <a:pt x="44" y="225"/>
                    </a:cubicBezTo>
                    <a:cubicBezTo>
                      <a:pt x="81" y="225"/>
                      <a:pt x="125" y="210"/>
                      <a:pt x="154" y="181"/>
                    </a:cubicBezTo>
                    <a:cubicBezTo>
                      <a:pt x="169" y="166"/>
                      <a:pt x="184" y="137"/>
                      <a:pt x="169" y="108"/>
                    </a:cubicBezTo>
                    <a:cubicBezTo>
                      <a:pt x="169" y="100"/>
                      <a:pt x="169" y="100"/>
                      <a:pt x="162" y="93"/>
                    </a:cubicBezTo>
                    <a:cubicBezTo>
                      <a:pt x="144" y="69"/>
                      <a:pt x="116" y="1"/>
                      <a:pt x="82" y="1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495;p54">
                <a:extLst>
                  <a:ext uri="{FF2B5EF4-FFF2-40B4-BE49-F238E27FC236}">
                    <a16:creationId xmlns:a16="http://schemas.microsoft.com/office/drawing/2014/main" id="{9FCAF7E5-8803-07D2-220F-AE828E134E8E}"/>
                  </a:ext>
                </a:extLst>
              </p:cNvPr>
              <p:cNvSpPr/>
              <p:nvPr/>
            </p:nvSpPr>
            <p:spPr>
              <a:xfrm>
                <a:off x="1724450" y="2604475"/>
                <a:ext cx="73475" cy="16275"/>
              </a:xfrm>
              <a:custGeom>
                <a:avLst/>
                <a:gdLst/>
                <a:ahLst/>
                <a:cxnLst/>
                <a:rect l="l" t="t" r="r" b="b"/>
                <a:pathLst>
                  <a:path w="2939" h="651" extrusionOk="0">
                    <a:moveTo>
                      <a:pt x="2870" y="0"/>
                    </a:moveTo>
                    <a:cubicBezTo>
                      <a:pt x="2772" y="0"/>
                      <a:pt x="2557" y="33"/>
                      <a:pt x="2538" y="33"/>
                    </a:cubicBezTo>
                    <a:cubicBezTo>
                      <a:pt x="2494" y="40"/>
                      <a:pt x="2442" y="62"/>
                      <a:pt x="2406" y="69"/>
                    </a:cubicBezTo>
                    <a:cubicBezTo>
                      <a:pt x="2373" y="77"/>
                      <a:pt x="2340" y="77"/>
                      <a:pt x="2308" y="77"/>
                    </a:cubicBezTo>
                    <a:cubicBezTo>
                      <a:pt x="2275" y="77"/>
                      <a:pt x="2244" y="77"/>
                      <a:pt x="2215" y="84"/>
                    </a:cubicBezTo>
                    <a:cubicBezTo>
                      <a:pt x="2017" y="128"/>
                      <a:pt x="1834" y="201"/>
                      <a:pt x="1628" y="209"/>
                    </a:cubicBezTo>
                    <a:cubicBezTo>
                      <a:pt x="1555" y="209"/>
                      <a:pt x="1482" y="209"/>
                      <a:pt x="1408" y="216"/>
                    </a:cubicBezTo>
                    <a:cubicBezTo>
                      <a:pt x="1284" y="223"/>
                      <a:pt x="1167" y="253"/>
                      <a:pt x="1049" y="289"/>
                    </a:cubicBezTo>
                    <a:cubicBezTo>
                      <a:pt x="939" y="319"/>
                      <a:pt x="829" y="355"/>
                      <a:pt x="719" y="392"/>
                    </a:cubicBezTo>
                    <a:cubicBezTo>
                      <a:pt x="661" y="421"/>
                      <a:pt x="602" y="443"/>
                      <a:pt x="551" y="458"/>
                    </a:cubicBezTo>
                    <a:cubicBezTo>
                      <a:pt x="382" y="509"/>
                      <a:pt x="184" y="480"/>
                      <a:pt x="52" y="590"/>
                    </a:cubicBezTo>
                    <a:cubicBezTo>
                      <a:pt x="0" y="635"/>
                      <a:pt x="14" y="651"/>
                      <a:pt x="62" y="651"/>
                    </a:cubicBezTo>
                    <a:cubicBezTo>
                      <a:pt x="163" y="651"/>
                      <a:pt x="417" y="578"/>
                      <a:pt x="521" y="553"/>
                    </a:cubicBezTo>
                    <a:cubicBezTo>
                      <a:pt x="697" y="509"/>
                      <a:pt x="873" y="473"/>
                      <a:pt x="1049" y="421"/>
                    </a:cubicBezTo>
                    <a:cubicBezTo>
                      <a:pt x="1137" y="392"/>
                      <a:pt x="1225" y="363"/>
                      <a:pt x="1306" y="333"/>
                    </a:cubicBezTo>
                    <a:cubicBezTo>
                      <a:pt x="1316" y="328"/>
                      <a:pt x="1330" y="323"/>
                      <a:pt x="1343" y="323"/>
                    </a:cubicBezTo>
                    <a:cubicBezTo>
                      <a:pt x="1348" y="323"/>
                      <a:pt x="1353" y="324"/>
                      <a:pt x="1357" y="326"/>
                    </a:cubicBezTo>
                    <a:cubicBezTo>
                      <a:pt x="1372" y="333"/>
                      <a:pt x="1386" y="348"/>
                      <a:pt x="1401" y="363"/>
                    </a:cubicBezTo>
                    <a:cubicBezTo>
                      <a:pt x="1441" y="408"/>
                      <a:pt x="1503" y="436"/>
                      <a:pt x="1569" y="436"/>
                    </a:cubicBezTo>
                    <a:cubicBezTo>
                      <a:pt x="1589" y="436"/>
                      <a:pt x="1609" y="434"/>
                      <a:pt x="1628" y="429"/>
                    </a:cubicBezTo>
                    <a:cubicBezTo>
                      <a:pt x="1636" y="429"/>
                      <a:pt x="1643" y="429"/>
                      <a:pt x="1658" y="421"/>
                    </a:cubicBezTo>
                    <a:cubicBezTo>
                      <a:pt x="1665" y="414"/>
                      <a:pt x="1672" y="399"/>
                      <a:pt x="1687" y="392"/>
                    </a:cubicBezTo>
                    <a:cubicBezTo>
                      <a:pt x="1716" y="363"/>
                      <a:pt x="1760" y="341"/>
                      <a:pt x="1804" y="326"/>
                    </a:cubicBezTo>
                    <a:cubicBezTo>
                      <a:pt x="2090" y="231"/>
                      <a:pt x="2611" y="128"/>
                      <a:pt x="2889" y="33"/>
                    </a:cubicBezTo>
                    <a:cubicBezTo>
                      <a:pt x="2938" y="8"/>
                      <a:pt x="2919" y="0"/>
                      <a:pt x="2870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496;p54">
                <a:extLst>
                  <a:ext uri="{FF2B5EF4-FFF2-40B4-BE49-F238E27FC236}">
                    <a16:creationId xmlns:a16="http://schemas.microsoft.com/office/drawing/2014/main" id="{A56E0FEB-8B5B-79F7-1DB6-7AB3D800631F}"/>
                  </a:ext>
                </a:extLst>
              </p:cNvPr>
              <p:cNvSpPr/>
              <p:nvPr/>
            </p:nvSpPr>
            <p:spPr>
              <a:xfrm>
                <a:off x="1749200" y="2620525"/>
                <a:ext cx="7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68" extrusionOk="0">
                    <a:moveTo>
                      <a:pt x="244" y="0"/>
                    </a:moveTo>
                    <a:cubicBezTo>
                      <a:pt x="196" y="0"/>
                      <a:pt x="139" y="48"/>
                      <a:pt x="96" y="58"/>
                    </a:cubicBezTo>
                    <a:cubicBezTo>
                      <a:pt x="59" y="65"/>
                      <a:pt x="23" y="80"/>
                      <a:pt x="8" y="117"/>
                    </a:cubicBezTo>
                    <a:cubicBezTo>
                      <a:pt x="1" y="124"/>
                      <a:pt x="1" y="131"/>
                      <a:pt x="8" y="139"/>
                    </a:cubicBezTo>
                    <a:cubicBezTo>
                      <a:pt x="8" y="161"/>
                      <a:pt x="37" y="168"/>
                      <a:pt x="59" y="168"/>
                    </a:cubicBezTo>
                    <a:cubicBezTo>
                      <a:pt x="133" y="168"/>
                      <a:pt x="198" y="146"/>
                      <a:pt x="264" y="117"/>
                    </a:cubicBezTo>
                    <a:cubicBezTo>
                      <a:pt x="279" y="102"/>
                      <a:pt x="308" y="87"/>
                      <a:pt x="308" y="65"/>
                    </a:cubicBezTo>
                    <a:cubicBezTo>
                      <a:pt x="308" y="58"/>
                      <a:pt x="308" y="58"/>
                      <a:pt x="308" y="51"/>
                    </a:cubicBezTo>
                    <a:cubicBezTo>
                      <a:pt x="291" y="13"/>
                      <a:pt x="268" y="0"/>
                      <a:pt x="244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497;p54">
                <a:extLst>
                  <a:ext uri="{FF2B5EF4-FFF2-40B4-BE49-F238E27FC236}">
                    <a16:creationId xmlns:a16="http://schemas.microsoft.com/office/drawing/2014/main" id="{3B4E6649-04A6-447A-166D-868A56E889DC}"/>
                  </a:ext>
                </a:extLst>
              </p:cNvPr>
              <p:cNvSpPr/>
              <p:nvPr/>
            </p:nvSpPr>
            <p:spPr>
              <a:xfrm>
                <a:off x="1741500" y="2627075"/>
                <a:ext cx="3875" cy="210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84" extrusionOk="0">
                    <a:moveTo>
                      <a:pt x="112" y="0"/>
                    </a:moveTo>
                    <a:cubicBezTo>
                      <a:pt x="104" y="0"/>
                      <a:pt x="96" y="1"/>
                      <a:pt x="89" y="1"/>
                    </a:cubicBezTo>
                    <a:cubicBezTo>
                      <a:pt x="67" y="1"/>
                      <a:pt x="52" y="9"/>
                      <a:pt x="30" y="16"/>
                    </a:cubicBezTo>
                    <a:cubicBezTo>
                      <a:pt x="23" y="16"/>
                      <a:pt x="15" y="23"/>
                      <a:pt x="8" y="31"/>
                    </a:cubicBezTo>
                    <a:cubicBezTo>
                      <a:pt x="1" y="38"/>
                      <a:pt x="1" y="45"/>
                      <a:pt x="8" y="53"/>
                    </a:cubicBezTo>
                    <a:cubicBezTo>
                      <a:pt x="8" y="60"/>
                      <a:pt x="15" y="67"/>
                      <a:pt x="23" y="67"/>
                    </a:cubicBezTo>
                    <a:cubicBezTo>
                      <a:pt x="41" y="78"/>
                      <a:pt x="59" y="84"/>
                      <a:pt x="77" y="84"/>
                    </a:cubicBezTo>
                    <a:cubicBezTo>
                      <a:pt x="94" y="84"/>
                      <a:pt x="111" y="78"/>
                      <a:pt x="125" y="67"/>
                    </a:cubicBezTo>
                    <a:cubicBezTo>
                      <a:pt x="133" y="67"/>
                      <a:pt x="140" y="60"/>
                      <a:pt x="147" y="60"/>
                    </a:cubicBezTo>
                    <a:cubicBezTo>
                      <a:pt x="155" y="53"/>
                      <a:pt x="155" y="38"/>
                      <a:pt x="155" y="23"/>
                    </a:cubicBezTo>
                    <a:cubicBezTo>
                      <a:pt x="145" y="4"/>
                      <a:pt x="129" y="0"/>
                      <a:pt x="112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498;p54">
                <a:extLst>
                  <a:ext uri="{FF2B5EF4-FFF2-40B4-BE49-F238E27FC236}">
                    <a16:creationId xmlns:a16="http://schemas.microsoft.com/office/drawing/2014/main" id="{A9DF973B-88A0-466F-C02E-C0FBCC46D4FB}"/>
                  </a:ext>
                </a:extLst>
              </p:cNvPr>
              <p:cNvSpPr/>
              <p:nvPr/>
            </p:nvSpPr>
            <p:spPr>
              <a:xfrm>
                <a:off x="1773950" y="2635500"/>
                <a:ext cx="37400" cy="204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817" extrusionOk="0">
                    <a:moveTo>
                      <a:pt x="720" y="0"/>
                    </a:moveTo>
                    <a:cubicBezTo>
                      <a:pt x="701" y="0"/>
                      <a:pt x="681" y="1"/>
                      <a:pt x="660" y="2"/>
                    </a:cubicBezTo>
                    <a:cubicBezTo>
                      <a:pt x="242" y="16"/>
                      <a:pt x="81" y="324"/>
                      <a:pt x="30" y="529"/>
                    </a:cubicBezTo>
                    <a:cubicBezTo>
                      <a:pt x="0" y="639"/>
                      <a:pt x="66" y="749"/>
                      <a:pt x="176" y="771"/>
                    </a:cubicBezTo>
                    <a:cubicBezTo>
                      <a:pt x="335" y="801"/>
                      <a:pt x="496" y="817"/>
                      <a:pt x="656" y="817"/>
                    </a:cubicBezTo>
                    <a:cubicBezTo>
                      <a:pt x="887" y="817"/>
                      <a:pt x="1117" y="785"/>
                      <a:pt x="1342" y="720"/>
                    </a:cubicBezTo>
                    <a:cubicBezTo>
                      <a:pt x="1430" y="698"/>
                      <a:pt x="1496" y="603"/>
                      <a:pt x="1474" y="507"/>
                    </a:cubicBezTo>
                    <a:cubicBezTo>
                      <a:pt x="1446" y="309"/>
                      <a:pt x="1301" y="0"/>
                      <a:pt x="7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499;p54">
                <a:extLst>
                  <a:ext uri="{FF2B5EF4-FFF2-40B4-BE49-F238E27FC236}">
                    <a16:creationId xmlns:a16="http://schemas.microsoft.com/office/drawing/2014/main" id="{4F39F50E-6BD6-DA74-6EEE-A79AB356BED8}"/>
                  </a:ext>
                </a:extLst>
              </p:cNvPr>
              <p:cNvSpPr/>
              <p:nvPr/>
            </p:nvSpPr>
            <p:spPr>
              <a:xfrm>
                <a:off x="1795200" y="2697850"/>
                <a:ext cx="24600" cy="15150"/>
              </a:xfrm>
              <a:custGeom>
                <a:avLst/>
                <a:gdLst/>
                <a:ahLst/>
                <a:cxnLst/>
                <a:rect l="l" t="t" r="r" b="b"/>
                <a:pathLst>
                  <a:path w="984" h="606" extrusionOk="0">
                    <a:moveTo>
                      <a:pt x="470" y="0"/>
                    </a:moveTo>
                    <a:cubicBezTo>
                      <a:pt x="111" y="0"/>
                      <a:pt x="23" y="235"/>
                      <a:pt x="8" y="396"/>
                    </a:cubicBezTo>
                    <a:cubicBezTo>
                      <a:pt x="1" y="484"/>
                      <a:pt x="67" y="565"/>
                      <a:pt x="155" y="580"/>
                    </a:cubicBezTo>
                    <a:cubicBezTo>
                      <a:pt x="247" y="597"/>
                      <a:pt x="339" y="606"/>
                      <a:pt x="432" y="606"/>
                    </a:cubicBezTo>
                    <a:cubicBezTo>
                      <a:pt x="567" y="606"/>
                      <a:pt x="702" y="588"/>
                      <a:pt x="837" y="558"/>
                    </a:cubicBezTo>
                    <a:cubicBezTo>
                      <a:pt x="925" y="528"/>
                      <a:pt x="983" y="440"/>
                      <a:pt x="961" y="352"/>
                    </a:cubicBezTo>
                    <a:cubicBezTo>
                      <a:pt x="925" y="198"/>
                      <a:pt x="829" y="0"/>
                      <a:pt x="4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500;p54">
                <a:extLst>
                  <a:ext uri="{FF2B5EF4-FFF2-40B4-BE49-F238E27FC236}">
                    <a16:creationId xmlns:a16="http://schemas.microsoft.com/office/drawing/2014/main" id="{CDC9220E-208E-38D9-7AE9-45C30D37FEFE}"/>
                  </a:ext>
                </a:extLst>
              </p:cNvPr>
              <p:cNvSpPr/>
              <p:nvPr/>
            </p:nvSpPr>
            <p:spPr>
              <a:xfrm>
                <a:off x="2190200" y="2665575"/>
                <a:ext cx="24600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984" h="611" extrusionOk="0">
                    <a:moveTo>
                      <a:pt x="470" y="1"/>
                    </a:moveTo>
                    <a:cubicBezTo>
                      <a:pt x="103" y="1"/>
                      <a:pt x="23" y="236"/>
                      <a:pt x="8" y="404"/>
                    </a:cubicBezTo>
                    <a:cubicBezTo>
                      <a:pt x="1" y="492"/>
                      <a:pt x="59" y="565"/>
                      <a:pt x="147" y="587"/>
                    </a:cubicBezTo>
                    <a:cubicBezTo>
                      <a:pt x="242" y="603"/>
                      <a:pt x="338" y="610"/>
                      <a:pt x="434" y="610"/>
                    </a:cubicBezTo>
                    <a:cubicBezTo>
                      <a:pt x="569" y="610"/>
                      <a:pt x="704" y="595"/>
                      <a:pt x="837" y="565"/>
                    </a:cubicBezTo>
                    <a:cubicBezTo>
                      <a:pt x="925" y="536"/>
                      <a:pt x="983" y="448"/>
                      <a:pt x="961" y="353"/>
                    </a:cubicBezTo>
                    <a:cubicBezTo>
                      <a:pt x="925" y="206"/>
                      <a:pt x="829" y="1"/>
                      <a:pt x="4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501;p54">
                <a:extLst>
                  <a:ext uri="{FF2B5EF4-FFF2-40B4-BE49-F238E27FC236}">
                    <a16:creationId xmlns:a16="http://schemas.microsoft.com/office/drawing/2014/main" id="{46166324-02E4-5EF3-5DB5-72D21599B39F}"/>
                  </a:ext>
                </a:extLst>
              </p:cNvPr>
              <p:cNvSpPr/>
              <p:nvPr/>
            </p:nvSpPr>
            <p:spPr>
              <a:xfrm>
                <a:off x="1900050" y="2647225"/>
                <a:ext cx="3082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664" extrusionOk="0">
                    <a:moveTo>
                      <a:pt x="672" y="0"/>
                    </a:moveTo>
                    <a:cubicBezTo>
                      <a:pt x="652" y="0"/>
                      <a:pt x="631" y="1"/>
                      <a:pt x="609" y="2"/>
                    </a:cubicBezTo>
                    <a:cubicBezTo>
                      <a:pt x="1" y="24"/>
                      <a:pt x="133" y="390"/>
                      <a:pt x="81" y="552"/>
                    </a:cubicBezTo>
                    <a:cubicBezTo>
                      <a:pt x="67" y="588"/>
                      <a:pt x="96" y="632"/>
                      <a:pt x="140" y="640"/>
                    </a:cubicBezTo>
                    <a:cubicBezTo>
                      <a:pt x="237" y="657"/>
                      <a:pt x="349" y="663"/>
                      <a:pt x="464" y="663"/>
                    </a:cubicBezTo>
                    <a:cubicBezTo>
                      <a:pt x="740" y="663"/>
                      <a:pt x="1032" y="626"/>
                      <a:pt x="1166" y="610"/>
                    </a:cubicBezTo>
                    <a:cubicBezTo>
                      <a:pt x="1210" y="603"/>
                      <a:pt x="1232" y="559"/>
                      <a:pt x="1225" y="515"/>
                    </a:cubicBezTo>
                    <a:cubicBezTo>
                      <a:pt x="1190" y="374"/>
                      <a:pt x="1216" y="0"/>
                      <a:pt x="6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502;p54">
                <a:extLst>
                  <a:ext uri="{FF2B5EF4-FFF2-40B4-BE49-F238E27FC236}">
                    <a16:creationId xmlns:a16="http://schemas.microsoft.com/office/drawing/2014/main" id="{09ED817A-CBF0-0456-5A75-437A5B683C99}"/>
                  </a:ext>
                </a:extLst>
              </p:cNvPr>
              <p:cNvSpPr/>
              <p:nvPr/>
            </p:nvSpPr>
            <p:spPr>
              <a:xfrm>
                <a:off x="1702100" y="2630350"/>
                <a:ext cx="31000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668" extrusionOk="0">
                    <a:moveTo>
                      <a:pt x="671" y="1"/>
                    </a:moveTo>
                    <a:cubicBezTo>
                      <a:pt x="651" y="1"/>
                      <a:pt x="630" y="1"/>
                      <a:pt x="609" y="2"/>
                    </a:cubicBezTo>
                    <a:cubicBezTo>
                      <a:pt x="0" y="24"/>
                      <a:pt x="132" y="391"/>
                      <a:pt x="81" y="552"/>
                    </a:cubicBezTo>
                    <a:cubicBezTo>
                      <a:pt x="74" y="589"/>
                      <a:pt x="96" y="633"/>
                      <a:pt x="140" y="640"/>
                    </a:cubicBezTo>
                    <a:cubicBezTo>
                      <a:pt x="240" y="660"/>
                      <a:pt x="355" y="667"/>
                      <a:pt x="472" y="667"/>
                    </a:cubicBezTo>
                    <a:cubicBezTo>
                      <a:pt x="749" y="667"/>
                      <a:pt x="1037" y="626"/>
                      <a:pt x="1166" y="611"/>
                    </a:cubicBezTo>
                    <a:cubicBezTo>
                      <a:pt x="1210" y="603"/>
                      <a:pt x="1239" y="559"/>
                      <a:pt x="1225" y="515"/>
                    </a:cubicBezTo>
                    <a:cubicBezTo>
                      <a:pt x="1189" y="374"/>
                      <a:pt x="1215" y="1"/>
                      <a:pt x="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503;p54">
                <a:extLst>
                  <a:ext uri="{FF2B5EF4-FFF2-40B4-BE49-F238E27FC236}">
                    <a16:creationId xmlns:a16="http://schemas.microsoft.com/office/drawing/2014/main" id="{4C2B2DA4-89C1-277C-EA0F-DB850497E24A}"/>
                  </a:ext>
                </a:extLst>
              </p:cNvPr>
              <p:cNvSpPr/>
              <p:nvPr/>
            </p:nvSpPr>
            <p:spPr>
              <a:xfrm>
                <a:off x="1837000" y="2672000"/>
                <a:ext cx="20175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444" extrusionOk="0">
                    <a:moveTo>
                      <a:pt x="436" y="0"/>
                    </a:moveTo>
                    <a:cubicBezTo>
                      <a:pt x="430" y="0"/>
                      <a:pt x="424" y="0"/>
                      <a:pt x="418" y="1"/>
                    </a:cubicBezTo>
                    <a:cubicBezTo>
                      <a:pt x="250" y="1"/>
                      <a:pt x="103" y="103"/>
                      <a:pt x="44" y="257"/>
                    </a:cubicBezTo>
                    <a:cubicBezTo>
                      <a:pt x="0" y="338"/>
                      <a:pt x="59" y="433"/>
                      <a:pt x="147" y="440"/>
                    </a:cubicBezTo>
                    <a:cubicBezTo>
                      <a:pt x="194" y="442"/>
                      <a:pt x="241" y="443"/>
                      <a:pt x="288" y="443"/>
                    </a:cubicBezTo>
                    <a:cubicBezTo>
                      <a:pt x="417" y="443"/>
                      <a:pt x="544" y="437"/>
                      <a:pt x="668" y="426"/>
                    </a:cubicBezTo>
                    <a:cubicBezTo>
                      <a:pt x="756" y="411"/>
                      <a:pt x="807" y="316"/>
                      <a:pt x="770" y="242"/>
                    </a:cubicBezTo>
                    <a:cubicBezTo>
                      <a:pt x="721" y="94"/>
                      <a:pt x="590" y="0"/>
                      <a:pt x="4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504;p54">
                <a:extLst>
                  <a:ext uri="{FF2B5EF4-FFF2-40B4-BE49-F238E27FC236}">
                    <a16:creationId xmlns:a16="http://schemas.microsoft.com/office/drawing/2014/main" id="{941142E5-AA21-748A-D29C-01BD4D008EA8}"/>
                  </a:ext>
                </a:extLst>
              </p:cNvPr>
              <p:cNvSpPr/>
              <p:nvPr/>
            </p:nvSpPr>
            <p:spPr>
              <a:xfrm>
                <a:off x="2098200" y="2670175"/>
                <a:ext cx="20175" cy="11275"/>
              </a:xfrm>
              <a:custGeom>
                <a:avLst/>
                <a:gdLst/>
                <a:ahLst/>
                <a:cxnLst/>
                <a:rect l="l" t="t" r="r" b="b"/>
                <a:pathLst>
                  <a:path w="807" h="451" extrusionOk="0">
                    <a:moveTo>
                      <a:pt x="418" y="0"/>
                    </a:moveTo>
                    <a:cubicBezTo>
                      <a:pt x="250" y="0"/>
                      <a:pt x="96" y="103"/>
                      <a:pt x="37" y="264"/>
                    </a:cubicBezTo>
                    <a:cubicBezTo>
                      <a:pt x="0" y="337"/>
                      <a:pt x="52" y="433"/>
                      <a:pt x="140" y="447"/>
                    </a:cubicBezTo>
                    <a:cubicBezTo>
                      <a:pt x="184" y="449"/>
                      <a:pt x="228" y="450"/>
                      <a:pt x="271" y="450"/>
                    </a:cubicBezTo>
                    <a:cubicBezTo>
                      <a:pt x="403" y="450"/>
                      <a:pt x="535" y="442"/>
                      <a:pt x="667" y="425"/>
                    </a:cubicBezTo>
                    <a:cubicBezTo>
                      <a:pt x="755" y="418"/>
                      <a:pt x="807" y="323"/>
                      <a:pt x="770" y="242"/>
                    </a:cubicBezTo>
                    <a:cubicBezTo>
                      <a:pt x="711" y="96"/>
                      <a:pt x="572" y="0"/>
                      <a:pt x="4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505;p54">
                <a:extLst>
                  <a:ext uri="{FF2B5EF4-FFF2-40B4-BE49-F238E27FC236}">
                    <a16:creationId xmlns:a16="http://schemas.microsoft.com/office/drawing/2014/main" id="{D90825C0-6738-54A4-FCD9-C5E9C04882C9}"/>
                  </a:ext>
                </a:extLst>
              </p:cNvPr>
              <p:cNvSpPr/>
              <p:nvPr/>
            </p:nvSpPr>
            <p:spPr>
              <a:xfrm>
                <a:off x="2053650" y="2682450"/>
                <a:ext cx="38150" cy="21725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869" extrusionOk="0">
                    <a:moveTo>
                      <a:pt x="741" y="0"/>
                    </a:moveTo>
                    <a:cubicBezTo>
                      <a:pt x="326" y="0"/>
                      <a:pt x="139" y="297"/>
                      <a:pt x="59" y="528"/>
                    </a:cubicBezTo>
                    <a:cubicBezTo>
                      <a:pt x="1" y="675"/>
                      <a:pt x="96" y="836"/>
                      <a:pt x="257" y="851"/>
                    </a:cubicBezTo>
                    <a:cubicBezTo>
                      <a:pt x="392" y="863"/>
                      <a:pt x="527" y="869"/>
                      <a:pt x="662" y="869"/>
                    </a:cubicBezTo>
                    <a:cubicBezTo>
                      <a:pt x="864" y="869"/>
                      <a:pt x="1067" y="855"/>
                      <a:pt x="1269" y="829"/>
                    </a:cubicBezTo>
                    <a:cubicBezTo>
                      <a:pt x="1430" y="800"/>
                      <a:pt x="1526" y="631"/>
                      <a:pt x="1452" y="477"/>
                    </a:cubicBezTo>
                    <a:cubicBezTo>
                      <a:pt x="1342" y="191"/>
                      <a:pt x="1064" y="0"/>
                      <a:pt x="756" y="0"/>
                    </a:cubicBezTo>
                    <a:cubicBezTo>
                      <a:pt x="751" y="0"/>
                      <a:pt x="746" y="0"/>
                      <a:pt x="741" y="0"/>
                    </a:cubicBezTo>
                    <a:close/>
                  </a:path>
                </a:pathLst>
              </a:custGeom>
              <a:solidFill>
                <a:srgbClr val="A32E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506;p54">
                <a:extLst>
                  <a:ext uri="{FF2B5EF4-FFF2-40B4-BE49-F238E27FC236}">
                    <a16:creationId xmlns:a16="http://schemas.microsoft.com/office/drawing/2014/main" id="{778ADF58-8B63-7F4A-20A3-C2FE0A17A31E}"/>
                  </a:ext>
                </a:extLst>
              </p:cNvPr>
              <p:cNvSpPr/>
              <p:nvPr/>
            </p:nvSpPr>
            <p:spPr>
              <a:xfrm>
                <a:off x="1897850" y="2699825"/>
                <a:ext cx="3062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691" extrusionOk="0">
                    <a:moveTo>
                      <a:pt x="651" y="1"/>
                    </a:moveTo>
                    <a:cubicBezTo>
                      <a:pt x="635" y="1"/>
                      <a:pt x="619" y="1"/>
                      <a:pt x="602" y="2"/>
                    </a:cubicBezTo>
                    <a:cubicBezTo>
                      <a:pt x="67" y="24"/>
                      <a:pt x="67" y="339"/>
                      <a:pt x="15" y="523"/>
                    </a:cubicBezTo>
                    <a:cubicBezTo>
                      <a:pt x="1" y="589"/>
                      <a:pt x="45" y="654"/>
                      <a:pt x="111" y="662"/>
                    </a:cubicBezTo>
                    <a:cubicBezTo>
                      <a:pt x="252" y="681"/>
                      <a:pt x="395" y="690"/>
                      <a:pt x="538" y="690"/>
                    </a:cubicBezTo>
                    <a:cubicBezTo>
                      <a:pt x="730" y="690"/>
                      <a:pt x="922" y="673"/>
                      <a:pt x="1115" y="640"/>
                    </a:cubicBezTo>
                    <a:cubicBezTo>
                      <a:pt x="1181" y="633"/>
                      <a:pt x="1225" y="567"/>
                      <a:pt x="1203" y="501"/>
                    </a:cubicBezTo>
                    <a:cubicBezTo>
                      <a:pt x="1153" y="323"/>
                      <a:pt x="1138" y="1"/>
                      <a:pt x="6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507;p54">
                <a:extLst>
                  <a:ext uri="{FF2B5EF4-FFF2-40B4-BE49-F238E27FC236}">
                    <a16:creationId xmlns:a16="http://schemas.microsoft.com/office/drawing/2014/main" id="{5D9E0E5B-D37E-D647-C033-C31DF74695CE}"/>
                  </a:ext>
                </a:extLst>
              </p:cNvPr>
              <p:cNvSpPr/>
              <p:nvPr/>
            </p:nvSpPr>
            <p:spPr>
              <a:xfrm>
                <a:off x="1701350" y="2685500"/>
                <a:ext cx="40175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184" extrusionOk="0">
                    <a:moveTo>
                      <a:pt x="872" y="1"/>
                    </a:moveTo>
                    <a:cubicBezTo>
                      <a:pt x="853" y="1"/>
                      <a:pt x="834" y="2"/>
                      <a:pt x="815" y="3"/>
                    </a:cubicBezTo>
                    <a:cubicBezTo>
                      <a:pt x="206" y="54"/>
                      <a:pt x="52" y="538"/>
                      <a:pt x="16" y="758"/>
                    </a:cubicBezTo>
                    <a:cubicBezTo>
                      <a:pt x="1" y="824"/>
                      <a:pt x="23" y="898"/>
                      <a:pt x="74" y="942"/>
                    </a:cubicBezTo>
                    <a:cubicBezTo>
                      <a:pt x="297" y="1130"/>
                      <a:pt x="618" y="1183"/>
                      <a:pt x="909" y="1183"/>
                    </a:cubicBezTo>
                    <a:cubicBezTo>
                      <a:pt x="1115" y="1183"/>
                      <a:pt x="1307" y="1157"/>
                      <a:pt x="1438" y="1132"/>
                    </a:cubicBezTo>
                    <a:cubicBezTo>
                      <a:pt x="1541" y="1110"/>
                      <a:pt x="1607" y="1022"/>
                      <a:pt x="1592" y="920"/>
                    </a:cubicBezTo>
                    <a:cubicBezTo>
                      <a:pt x="1556" y="608"/>
                      <a:pt x="1411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508;p54">
                <a:extLst>
                  <a:ext uri="{FF2B5EF4-FFF2-40B4-BE49-F238E27FC236}">
                    <a16:creationId xmlns:a16="http://schemas.microsoft.com/office/drawing/2014/main" id="{BBA09042-019A-9E97-7498-D298D9104FE5}"/>
                  </a:ext>
                </a:extLst>
              </p:cNvPr>
              <p:cNvSpPr/>
              <p:nvPr/>
            </p:nvSpPr>
            <p:spPr>
              <a:xfrm>
                <a:off x="2165275" y="2679300"/>
                <a:ext cx="29550" cy="21575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863" extrusionOk="0">
                    <a:moveTo>
                      <a:pt x="633" y="0"/>
                    </a:moveTo>
                    <a:cubicBezTo>
                      <a:pt x="620" y="0"/>
                      <a:pt x="608" y="1"/>
                      <a:pt x="595" y="2"/>
                    </a:cubicBezTo>
                    <a:cubicBezTo>
                      <a:pt x="294" y="24"/>
                      <a:pt x="52" y="251"/>
                      <a:pt x="8" y="552"/>
                    </a:cubicBezTo>
                    <a:cubicBezTo>
                      <a:pt x="1" y="603"/>
                      <a:pt x="23" y="654"/>
                      <a:pt x="59" y="684"/>
                    </a:cubicBezTo>
                    <a:cubicBezTo>
                      <a:pt x="222" y="824"/>
                      <a:pt x="466" y="862"/>
                      <a:pt x="684" y="862"/>
                    </a:cubicBezTo>
                    <a:cubicBezTo>
                      <a:pt x="830" y="862"/>
                      <a:pt x="965" y="845"/>
                      <a:pt x="1056" y="830"/>
                    </a:cubicBezTo>
                    <a:cubicBezTo>
                      <a:pt x="1130" y="816"/>
                      <a:pt x="1181" y="750"/>
                      <a:pt x="1166" y="676"/>
                    </a:cubicBezTo>
                    <a:cubicBezTo>
                      <a:pt x="1138" y="449"/>
                      <a:pt x="1034" y="0"/>
                      <a:pt x="633" y="0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509;p54">
                <a:extLst>
                  <a:ext uri="{FF2B5EF4-FFF2-40B4-BE49-F238E27FC236}">
                    <a16:creationId xmlns:a16="http://schemas.microsoft.com/office/drawing/2014/main" id="{4F5FC5BA-7211-2D08-6ADD-7D03D1DB8963}"/>
                  </a:ext>
                </a:extLst>
              </p:cNvPr>
              <p:cNvSpPr/>
              <p:nvPr/>
            </p:nvSpPr>
            <p:spPr>
              <a:xfrm>
                <a:off x="2078950" y="2634925"/>
                <a:ext cx="26775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792" extrusionOk="0">
                    <a:moveTo>
                      <a:pt x="582" y="1"/>
                    </a:moveTo>
                    <a:cubicBezTo>
                      <a:pt x="569" y="1"/>
                      <a:pt x="556" y="1"/>
                      <a:pt x="543" y="3"/>
                    </a:cubicBezTo>
                    <a:cubicBezTo>
                      <a:pt x="272" y="17"/>
                      <a:pt x="52" y="222"/>
                      <a:pt x="8" y="486"/>
                    </a:cubicBezTo>
                    <a:cubicBezTo>
                      <a:pt x="0" y="545"/>
                      <a:pt x="15" y="604"/>
                      <a:pt x="66" y="640"/>
                    </a:cubicBezTo>
                    <a:cubicBezTo>
                      <a:pt x="216" y="758"/>
                      <a:pt x="430" y="792"/>
                      <a:pt x="621" y="792"/>
                    </a:cubicBezTo>
                    <a:cubicBezTo>
                      <a:pt x="740" y="792"/>
                      <a:pt x="850" y="779"/>
                      <a:pt x="932" y="765"/>
                    </a:cubicBezTo>
                    <a:cubicBezTo>
                      <a:pt x="1012" y="750"/>
                      <a:pt x="1071" y="670"/>
                      <a:pt x="1063" y="589"/>
                    </a:cubicBezTo>
                    <a:cubicBezTo>
                      <a:pt x="1028" y="377"/>
                      <a:pt x="925" y="1"/>
                      <a:pt x="582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510;p54">
                <a:extLst>
                  <a:ext uri="{FF2B5EF4-FFF2-40B4-BE49-F238E27FC236}">
                    <a16:creationId xmlns:a16="http://schemas.microsoft.com/office/drawing/2014/main" id="{E0099BDB-027B-C4CB-AFBE-8DD5C5AA8966}"/>
                  </a:ext>
                </a:extLst>
              </p:cNvPr>
              <p:cNvSpPr/>
              <p:nvPr/>
            </p:nvSpPr>
            <p:spPr>
              <a:xfrm>
                <a:off x="1753050" y="2673250"/>
                <a:ext cx="26975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91" extrusionOk="0">
                    <a:moveTo>
                      <a:pt x="591" y="0"/>
                    </a:moveTo>
                    <a:cubicBezTo>
                      <a:pt x="578" y="0"/>
                      <a:pt x="564" y="1"/>
                      <a:pt x="550" y="2"/>
                    </a:cubicBezTo>
                    <a:cubicBezTo>
                      <a:pt x="279" y="17"/>
                      <a:pt x="59" y="207"/>
                      <a:pt x="23" y="471"/>
                    </a:cubicBezTo>
                    <a:cubicBezTo>
                      <a:pt x="1" y="544"/>
                      <a:pt x="30" y="618"/>
                      <a:pt x="88" y="654"/>
                    </a:cubicBezTo>
                    <a:cubicBezTo>
                      <a:pt x="238" y="759"/>
                      <a:pt x="439" y="790"/>
                      <a:pt x="620" y="790"/>
                    </a:cubicBezTo>
                    <a:cubicBezTo>
                      <a:pt x="732" y="790"/>
                      <a:pt x="836" y="778"/>
                      <a:pt x="917" y="764"/>
                    </a:cubicBezTo>
                    <a:cubicBezTo>
                      <a:pt x="1012" y="750"/>
                      <a:pt x="1078" y="662"/>
                      <a:pt x="1064" y="566"/>
                    </a:cubicBezTo>
                    <a:cubicBezTo>
                      <a:pt x="1028" y="348"/>
                      <a:pt x="925" y="0"/>
                      <a:pt x="5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511;p54">
                <a:extLst>
                  <a:ext uri="{FF2B5EF4-FFF2-40B4-BE49-F238E27FC236}">
                    <a16:creationId xmlns:a16="http://schemas.microsoft.com/office/drawing/2014/main" id="{66F3D206-B03A-C510-A57B-466B5F314C23}"/>
                  </a:ext>
                </a:extLst>
              </p:cNvPr>
              <p:cNvSpPr/>
              <p:nvPr/>
            </p:nvSpPr>
            <p:spPr>
              <a:xfrm>
                <a:off x="1813900" y="2614950"/>
                <a:ext cx="26975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94" extrusionOk="0">
                    <a:moveTo>
                      <a:pt x="585" y="1"/>
                    </a:moveTo>
                    <a:cubicBezTo>
                      <a:pt x="571" y="1"/>
                      <a:pt x="557" y="1"/>
                      <a:pt x="543" y="2"/>
                    </a:cubicBezTo>
                    <a:cubicBezTo>
                      <a:pt x="287" y="17"/>
                      <a:pt x="74" y="200"/>
                      <a:pt x="23" y="457"/>
                    </a:cubicBezTo>
                    <a:cubicBezTo>
                      <a:pt x="1" y="530"/>
                      <a:pt x="30" y="618"/>
                      <a:pt x="103" y="670"/>
                    </a:cubicBezTo>
                    <a:cubicBezTo>
                      <a:pt x="245" y="766"/>
                      <a:pt x="438" y="793"/>
                      <a:pt x="614" y="793"/>
                    </a:cubicBezTo>
                    <a:cubicBezTo>
                      <a:pt x="719" y="793"/>
                      <a:pt x="818" y="783"/>
                      <a:pt x="895" y="772"/>
                    </a:cubicBezTo>
                    <a:cubicBezTo>
                      <a:pt x="1005" y="758"/>
                      <a:pt x="1078" y="648"/>
                      <a:pt x="1056" y="545"/>
                    </a:cubicBezTo>
                    <a:cubicBezTo>
                      <a:pt x="1021" y="327"/>
                      <a:pt x="905" y="1"/>
                      <a:pt x="5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512;p54">
                <a:extLst>
                  <a:ext uri="{FF2B5EF4-FFF2-40B4-BE49-F238E27FC236}">
                    <a16:creationId xmlns:a16="http://schemas.microsoft.com/office/drawing/2014/main" id="{6CAD0576-6830-C8BE-17E9-6991D7B499D0}"/>
                  </a:ext>
                </a:extLst>
              </p:cNvPr>
              <p:cNvSpPr/>
              <p:nvPr/>
            </p:nvSpPr>
            <p:spPr>
              <a:xfrm>
                <a:off x="2153550" y="2620825"/>
                <a:ext cx="2697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93" extrusionOk="0">
                    <a:moveTo>
                      <a:pt x="584" y="0"/>
                    </a:moveTo>
                    <a:cubicBezTo>
                      <a:pt x="571" y="0"/>
                      <a:pt x="557" y="1"/>
                      <a:pt x="543" y="2"/>
                    </a:cubicBezTo>
                    <a:cubicBezTo>
                      <a:pt x="286" y="17"/>
                      <a:pt x="74" y="200"/>
                      <a:pt x="22" y="457"/>
                    </a:cubicBezTo>
                    <a:cubicBezTo>
                      <a:pt x="0" y="537"/>
                      <a:pt x="30" y="618"/>
                      <a:pt x="96" y="669"/>
                    </a:cubicBezTo>
                    <a:cubicBezTo>
                      <a:pt x="242" y="765"/>
                      <a:pt x="431" y="793"/>
                      <a:pt x="607" y="793"/>
                    </a:cubicBezTo>
                    <a:cubicBezTo>
                      <a:pt x="712" y="793"/>
                      <a:pt x="812" y="783"/>
                      <a:pt x="895" y="772"/>
                    </a:cubicBezTo>
                    <a:cubicBezTo>
                      <a:pt x="998" y="757"/>
                      <a:pt x="1078" y="654"/>
                      <a:pt x="1056" y="545"/>
                    </a:cubicBezTo>
                    <a:cubicBezTo>
                      <a:pt x="1014" y="326"/>
                      <a:pt x="904" y="0"/>
                      <a:pt x="5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513;p54">
                <a:extLst>
                  <a:ext uri="{FF2B5EF4-FFF2-40B4-BE49-F238E27FC236}">
                    <a16:creationId xmlns:a16="http://schemas.microsoft.com/office/drawing/2014/main" id="{CD809979-7DD4-91C5-C1B6-39E8B7CCBF85}"/>
                  </a:ext>
                </a:extLst>
              </p:cNvPr>
              <p:cNvSpPr/>
              <p:nvPr/>
            </p:nvSpPr>
            <p:spPr>
              <a:xfrm>
                <a:off x="1707950" y="2649950"/>
                <a:ext cx="26975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87" extrusionOk="0">
                    <a:moveTo>
                      <a:pt x="587" y="1"/>
                    </a:moveTo>
                    <a:cubicBezTo>
                      <a:pt x="573" y="1"/>
                      <a:pt x="558" y="1"/>
                      <a:pt x="543" y="3"/>
                    </a:cubicBezTo>
                    <a:cubicBezTo>
                      <a:pt x="294" y="10"/>
                      <a:pt x="74" y="193"/>
                      <a:pt x="23" y="443"/>
                    </a:cubicBezTo>
                    <a:cubicBezTo>
                      <a:pt x="1" y="531"/>
                      <a:pt x="30" y="619"/>
                      <a:pt x="104" y="663"/>
                    </a:cubicBezTo>
                    <a:cubicBezTo>
                      <a:pt x="245" y="759"/>
                      <a:pt x="433" y="786"/>
                      <a:pt x="606" y="786"/>
                    </a:cubicBezTo>
                    <a:cubicBezTo>
                      <a:pt x="710" y="786"/>
                      <a:pt x="808" y="776"/>
                      <a:pt x="888" y="765"/>
                    </a:cubicBezTo>
                    <a:cubicBezTo>
                      <a:pt x="998" y="751"/>
                      <a:pt x="1079" y="641"/>
                      <a:pt x="1057" y="531"/>
                    </a:cubicBezTo>
                    <a:cubicBezTo>
                      <a:pt x="1015" y="313"/>
                      <a:pt x="905" y="1"/>
                      <a:pt x="587" y="1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514;p54">
                <a:extLst>
                  <a:ext uri="{FF2B5EF4-FFF2-40B4-BE49-F238E27FC236}">
                    <a16:creationId xmlns:a16="http://schemas.microsoft.com/office/drawing/2014/main" id="{1981AC45-CF75-0699-74FA-B4AC0EA695D5}"/>
                  </a:ext>
                </a:extLst>
              </p:cNvPr>
              <p:cNvSpPr/>
              <p:nvPr/>
            </p:nvSpPr>
            <p:spPr>
              <a:xfrm>
                <a:off x="1848550" y="2642475"/>
                <a:ext cx="289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747" extrusionOk="0">
                    <a:moveTo>
                      <a:pt x="597" y="1"/>
                    </a:moveTo>
                    <a:cubicBezTo>
                      <a:pt x="591" y="1"/>
                      <a:pt x="586" y="1"/>
                      <a:pt x="580" y="1"/>
                    </a:cubicBezTo>
                    <a:cubicBezTo>
                      <a:pt x="103" y="1"/>
                      <a:pt x="22" y="390"/>
                      <a:pt x="8" y="573"/>
                    </a:cubicBezTo>
                    <a:cubicBezTo>
                      <a:pt x="0" y="624"/>
                      <a:pt x="44" y="676"/>
                      <a:pt x="96" y="690"/>
                    </a:cubicBezTo>
                    <a:cubicBezTo>
                      <a:pt x="254" y="727"/>
                      <a:pt x="414" y="747"/>
                      <a:pt x="574" y="747"/>
                    </a:cubicBezTo>
                    <a:cubicBezTo>
                      <a:pt x="667" y="747"/>
                      <a:pt x="759" y="740"/>
                      <a:pt x="851" y="727"/>
                    </a:cubicBezTo>
                    <a:cubicBezTo>
                      <a:pt x="1049" y="698"/>
                      <a:pt x="1159" y="485"/>
                      <a:pt x="1071" y="309"/>
                    </a:cubicBezTo>
                    <a:cubicBezTo>
                      <a:pt x="985" y="124"/>
                      <a:pt x="803" y="1"/>
                      <a:pt x="597" y="1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515;p54">
                <a:extLst>
                  <a:ext uri="{FF2B5EF4-FFF2-40B4-BE49-F238E27FC236}">
                    <a16:creationId xmlns:a16="http://schemas.microsoft.com/office/drawing/2014/main" id="{69885346-DF95-3506-D447-D436D7DF5D70}"/>
                  </a:ext>
                </a:extLst>
              </p:cNvPr>
              <p:cNvSpPr/>
              <p:nvPr/>
            </p:nvSpPr>
            <p:spPr>
              <a:xfrm>
                <a:off x="1854775" y="2590800"/>
                <a:ext cx="2880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747" extrusionOk="0">
                    <a:moveTo>
                      <a:pt x="591" y="0"/>
                    </a:moveTo>
                    <a:cubicBezTo>
                      <a:pt x="585" y="0"/>
                      <a:pt x="579" y="0"/>
                      <a:pt x="573" y="1"/>
                    </a:cubicBezTo>
                    <a:cubicBezTo>
                      <a:pt x="103" y="1"/>
                      <a:pt x="15" y="382"/>
                      <a:pt x="1" y="565"/>
                    </a:cubicBezTo>
                    <a:cubicBezTo>
                      <a:pt x="1" y="624"/>
                      <a:pt x="37" y="675"/>
                      <a:pt x="96" y="690"/>
                    </a:cubicBezTo>
                    <a:cubicBezTo>
                      <a:pt x="254" y="727"/>
                      <a:pt x="412" y="746"/>
                      <a:pt x="571" y="746"/>
                    </a:cubicBezTo>
                    <a:cubicBezTo>
                      <a:pt x="664" y="746"/>
                      <a:pt x="757" y="740"/>
                      <a:pt x="851" y="726"/>
                    </a:cubicBezTo>
                    <a:cubicBezTo>
                      <a:pt x="1042" y="697"/>
                      <a:pt x="1152" y="484"/>
                      <a:pt x="1071" y="308"/>
                    </a:cubicBezTo>
                    <a:cubicBezTo>
                      <a:pt x="986" y="116"/>
                      <a:pt x="797" y="0"/>
                      <a:pt x="591" y="0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2516;p54">
                <a:extLst>
                  <a:ext uri="{FF2B5EF4-FFF2-40B4-BE49-F238E27FC236}">
                    <a16:creationId xmlns:a16="http://schemas.microsoft.com/office/drawing/2014/main" id="{C015B01D-0123-7C5D-A749-810EBAF08123}"/>
                  </a:ext>
                </a:extLst>
              </p:cNvPr>
              <p:cNvSpPr/>
              <p:nvPr/>
            </p:nvSpPr>
            <p:spPr>
              <a:xfrm>
                <a:off x="2119100" y="2708650"/>
                <a:ext cx="190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763" h="490" extrusionOk="0">
                    <a:moveTo>
                      <a:pt x="381" y="1"/>
                    </a:moveTo>
                    <a:cubicBezTo>
                      <a:pt x="51" y="1"/>
                      <a:pt x="22" y="214"/>
                      <a:pt x="7" y="345"/>
                    </a:cubicBezTo>
                    <a:cubicBezTo>
                      <a:pt x="0" y="397"/>
                      <a:pt x="37" y="448"/>
                      <a:pt x="88" y="463"/>
                    </a:cubicBezTo>
                    <a:cubicBezTo>
                      <a:pt x="179" y="480"/>
                      <a:pt x="272" y="489"/>
                      <a:pt x="364" y="489"/>
                    </a:cubicBezTo>
                    <a:cubicBezTo>
                      <a:pt x="466" y="489"/>
                      <a:pt x="568" y="478"/>
                      <a:pt x="667" y="455"/>
                    </a:cubicBezTo>
                    <a:cubicBezTo>
                      <a:pt x="719" y="448"/>
                      <a:pt x="763" y="389"/>
                      <a:pt x="748" y="331"/>
                    </a:cubicBezTo>
                    <a:cubicBezTo>
                      <a:pt x="719" y="199"/>
                      <a:pt x="689" y="1"/>
                      <a:pt x="381" y="1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2517;p54">
                <a:extLst>
                  <a:ext uri="{FF2B5EF4-FFF2-40B4-BE49-F238E27FC236}">
                    <a16:creationId xmlns:a16="http://schemas.microsoft.com/office/drawing/2014/main" id="{A320D28F-2DB4-BB17-1D43-B04B2A1C6E53}"/>
                  </a:ext>
                </a:extLst>
              </p:cNvPr>
              <p:cNvSpPr/>
              <p:nvPr/>
            </p:nvSpPr>
            <p:spPr>
              <a:xfrm>
                <a:off x="1849650" y="2715250"/>
                <a:ext cx="2402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961" h="619" extrusionOk="0">
                    <a:moveTo>
                      <a:pt x="477" y="1"/>
                    </a:moveTo>
                    <a:cubicBezTo>
                      <a:pt x="118" y="1"/>
                      <a:pt x="30" y="272"/>
                      <a:pt x="8" y="433"/>
                    </a:cubicBezTo>
                    <a:cubicBezTo>
                      <a:pt x="0" y="499"/>
                      <a:pt x="44" y="565"/>
                      <a:pt x="110" y="580"/>
                    </a:cubicBezTo>
                    <a:cubicBezTo>
                      <a:pt x="231" y="606"/>
                      <a:pt x="352" y="619"/>
                      <a:pt x="473" y="619"/>
                    </a:cubicBezTo>
                    <a:cubicBezTo>
                      <a:pt x="594" y="619"/>
                      <a:pt x="715" y="606"/>
                      <a:pt x="836" y="580"/>
                    </a:cubicBezTo>
                    <a:cubicBezTo>
                      <a:pt x="909" y="565"/>
                      <a:pt x="961" y="492"/>
                      <a:pt x="946" y="411"/>
                    </a:cubicBezTo>
                    <a:cubicBezTo>
                      <a:pt x="909" y="250"/>
                      <a:pt x="800" y="1"/>
                      <a:pt x="477" y="1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2518;p54">
                <a:extLst>
                  <a:ext uri="{FF2B5EF4-FFF2-40B4-BE49-F238E27FC236}">
                    <a16:creationId xmlns:a16="http://schemas.microsoft.com/office/drawing/2014/main" id="{4DD0D76B-58B3-F41B-EAC9-AFDC084C7F55}"/>
                  </a:ext>
                </a:extLst>
              </p:cNvPr>
              <p:cNvSpPr/>
              <p:nvPr/>
            </p:nvSpPr>
            <p:spPr>
              <a:xfrm>
                <a:off x="1997575" y="2729525"/>
                <a:ext cx="27700" cy="17600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704" extrusionOk="0">
                    <a:moveTo>
                      <a:pt x="602" y="1"/>
                    </a:moveTo>
                    <a:cubicBezTo>
                      <a:pt x="587" y="1"/>
                      <a:pt x="572" y="1"/>
                      <a:pt x="557" y="2"/>
                    </a:cubicBezTo>
                    <a:cubicBezTo>
                      <a:pt x="81" y="24"/>
                      <a:pt x="0" y="361"/>
                      <a:pt x="0" y="544"/>
                    </a:cubicBezTo>
                    <a:cubicBezTo>
                      <a:pt x="0" y="618"/>
                      <a:pt x="59" y="676"/>
                      <a:pt x="132" y="691"/>
                    </a:cubicBezTo>
                    <a:cubicBezTo>
                      <a:pt x="215" y="699"/>
                      <a:pt x="300" y="704"/>
                      <a:pt x="384" y="704"/>
                    </a:cubicBezTo>
                    <a:cubicBezTo>
                      <a:pt x="589" y="704"/>
                      <a:pt x="795" y="679"/>
                      <a:pt x="997" y="632"/>
                    </a:cubicBezTo>
                    <a:cubicBezTo>
                      <a:pt x="1063" y="618"/>
                      <a:pt x="1107" y="566"/>
                      <a:pt x="1107" y="500"/>
                    </a:cubicBezTo>
                    <a:cubicBezTo>
                      <a:pt x="1107" y="323"/>
                      <a:pt x="1045" y="1"/>
                      <a:pt x="602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2519;p54">
                <a:extLst>
                  <a:ext uri="{FF2B5EF4-FFF2-40B4-BE49-F238E27FC236}">
                    <a16:creationId xmlns:a16="http://schemas.microsoft.com/office/drawing/2014/main" id="{7491BB72-3AA9-80B5-0C58-E9D964CAADAF}"/>
                  </a:ext>
                </a:extLst>
              </p:cNvPr>
              <p:cNvSpPr/>
              <p:nvPr/>
            </p:nvSpPr>
            <p:spPr>
              <a:xfrm>
                <a:off x="1922975" y="2495175"/>
                <a:ext cx="420125" cy="225950"/>
              </a:xfrm>
              <a:custGeom>
                <a:avLst/>
                <a:gdLst/>
                <a:ahLst/>
                <a:cxnLst/>
                <a:rect l="l" t="t" r="r" b="b"/>
                <a:pathLst>
                  <a:path w="16805" h="9038" extrusionOk="0">
                    <a:moveTo>
                      <a:pt x="14591" y="1093"/>
                    </a:moveTo>
                    <a:cubicBezTo>
                      <a:pt x="14877" y="1093"/>
                      <a:pt x="15145" y="1352"/>
                      <a:pt x="15067" y="1685"/>
                    </a:cubicBezTo>
                    <a:cubicBezTo>
                      <a:pt x="15023" y="1868"/>
                      <a:pt x="14884" y="2007"/>
                      <a:pt x="14700" y="2051"/>
                    </a:cubicBezTo>
                    <a:cubicBezTo>
                      <a:pt x="14661" y="2061"/>
                      <a:pt x="14622" y="2065"/>
                      <a:pt x="14585" y="2065"/>
                    </a:cubicBezTo>
                    <a:cubicBezTo>
                      <a:pt x="14181" y="2065"/>
                      <a:pt x="13938" y="1553"/>
                      <a:pt x="14253" y="1237"/>
                    </a:cubicBezTo>
                    <a:cubicBezTo>
                      <a:pt x="14353" y="1137"/>
                      <a:pt x="14474" y="1093"/>
                      <a:pt x="14591" y="1093"/>
                    </a:cubicBezTo>
                    <a:close/>
                    <a:moveTo>
                      <a:pt x="14571" y="1"/>
                    </a:moveTo>
                    <a:cubicBezTo>
                      <a:pt x="14189" y="1"/>
                      <a:pt x="13810" y="116"/>
                      <a:pt x="13491" y="336"/>
                    </a:cubicBezTo>
                    <a:lnTo>
                      <a:pt x="5638" y="5563"/>
                    </a:lnTo>
                    <a:cubicBezTo>
                      <a:pt x="5638" y="5563"/>
                      <a:pt x="4810" y="4898"/>
                      <a:pt x="3813" y="4898"/>
                    </a:cubicBezTo>
                    <a:cubicBezTo>
                      <a:pt x="3559" y="4898"/>
                      <a:pt x="3293" y="4941"/>
                      <a:pt x="3028" y="5050"/>
                    </a:cubicBezTo>
                    <a:cubicBezTo>
                      <a:pt x="1716" y="5585"/>
                      <a:pt x="0" y="7521"/>
                      <a:pt x="543" y="8210"/>
                    </a:cubicBezTo>
                    <a:cubicBezTo>
                      <a:pt x="914" y="8682"/>
                      <a:pt x="1888" y="9037"/>
                      <a:pt x="2927" y="9037"/>
                    </a:cubicBezTo>
                    <a:cubicBezTo>
                      <a:pt x="3404" y="9037"/>
                      <a:pt x="3895" y="8962"/>
                      <a:pt x="4348" y="8789"/>
                    </a:cubicBezTo>
                    <a:cubicBezTo>
                      <a:pt x="5785" y="8232"/>
                      <a:pt x="6159" y="6766"/>
                      <a:pt x="6159" y="6766"/>
                    </a:cubicBezTo>
                    <a:lnTo>
                      <a:pt x="15140" y="3136"/>
                    </a:lnTo>
                    <a:cubicBezTo>
                      <a:pt x="15404" y="3034"/>
                      <a:pt x="15639" y="2872"/>
                      <a:pt x="15844" y="2674"/>
                    </a:cubicBezTo>
                    <a:cubicBezTo>
                      <a:pt x="16804" y="1699"/>
                      <a:pt x="16211" y="358"/>
                      <a:pt x="15030" y="57"/>
                    </a:cubicBezTo>
                    <a:cubicBezTo>
                      <a:pt x="14879" y="19"/>
                      <a:pt x="14725" y="1"/>
                      <a:pt x="145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2520;p54">
                <a:extLst>
                  <a:ext uri="{FF2B5EF4-FFF2-40B4-BE49-F238E27FC236}">
                    <a16:creationId xmlns:a16="http://schemas.microsoft.com/office/drawing/2014/main" id="{C8079911-B7E2-7906-AB04-B4CB42F090BC}"/>
                  </a:ext>
                </a:extLst>
              </p:cNvPr>
              <p:cNvSpPr/>
              <p:nvPr/>
            </p:nvSpPr>
            <p:spPr>
              <a:xfrm>
                <a:off x="1915825" y="2657325"/>
                <a:ext cx="184775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7391" h="2760" extrusionOk="0">
                    <a:moveTo>
                      <a:pt x="6525" y="0"/>
                    </a:moveTo>
                    <a:cubicBezTo>
                      <a:pt x="6426" y="0"/>
                      <a:pt x="6327" y="13"/>
                      <a:pt x="6232" y="38"/>
                    </a:cubicBezTo>
                    <a:cubicBezTo>
                      <a:pt x="5946" y="111"/>
                      <a:pt x="5675" y="206"/>
                      <a:pt x="5411" y="331"/>
                    </a:cubicBezTo>
                    <a:cubicBezTo>
                      <a:pt x="5066" y="478"/>
                      <a:pt x="4700" y="566"/>
                      <a:pt x="4326" y="580"/>
                    </a:cubicBezTo>
                    <a:cubicBezTo>
                      <a:pt x="4016" y="580"/>
                      <a:pt x="3706" y="499"/>
                      <a:pt x="3397" y="499"/>
                    </a:cubicBezTo>
                    <a:cubicBezTo>
                      <a:pt x="3384" y="499"/>
                      <a:pt x="3371" y="499"/>
                      <a:pt x="3358" y="500"/>
                    </a:cubicBezTo>
                    <a:cubicBezTo>
                      <a:pt x="2772" y="507"/>
                      <a:pt x="2229" y="807"/>
                      <a:pt x="1650" y="844"/>
                    </a:cubicBezTo>
                    <a:cubicBezTo>
                      <a:pt x="1601" y="847"/>
                      <a:pt x="1551" y="849"/>
                      <a:pt x="1502" y="849"/>
                    </a:cubicBezTo>
                    <a:cubicBezTo>
                      <a:pt x="1290" y="849"/>
                      <a:pt x="1077" y="825"/>
                      <a:pt x="869" y="825"/>
                    </a:cubicBezTo>
                    <a:cubicBezTo>
                      <a:pt x="674" y="825"/>
                      <a:pt x="485" y="846"/>
                      <a:pt x="308" y="925"/>
                    </a:cubicBezTo>
                    <a:cubicBezTo>
                      <a:pt x="183" y="976"/>
                      <a:pt x="81" y="1071"/>
                      <a:pt x="37" y="1203"/>
                    </a:cubicBezTo>
                    <a:cubicBezTo>
                      <a:pt x="0" y="1343"/>
                      <a:pt x="110" y="1467"/>
                      <a:pt x="191" y="1592"/>
                    </a:cubicBezTo>
                    <a:cubicBezTo>
                      <a:pt x="418" y="1907"/>
                      <a:pt x="748" y="2142"/>
                      <a:pt x="1122" y="2259"/>
                    </a:cubicBezTo>
                    <a:cubicBezTo>
                      <a:pt x="1430" y="2362"/>
                      <a:pt x="1855" y="2252"/>
                      <a:pt x="2141" y="2391"/>
                    </a:cubicBezTo>
                    <a:cubicBezTo>
                      <a:pt x="2302" y="2472"/>
                      <a:pt x="2464" y="2530"/>
                      <a:pt x="2640" y="2567"/>
                    </a:cubicBezTo>
                    <a:cubicBezTo>
                      <a:pt x="2786" y="2582"/>
                      <a:pt x="2933" y="2604"/>
                      <a:pt x="3072" y="2633"/>
                    </a:cubicBezTo>
                    <a:cubicBezTo>
                      <a:pt x="3317" y="2715"/>
                      <a:pt x="3576" y="2759"/>
                      <a:pt x="3834" y="2759"/>
                    </a:cubicBezTo>
                    <a:cubicBezTo>
                      <a:pt x="3901" y="2759"/>
                      <a:pt x="3967" y="2756"/>
                      <a:pt x="4033" y="2750"/>
                    </a:cubicBezTo>
                    <a:cubicBezTo>
                      <a:pt x="4307" y="2731"/>
                      <a:pt x="4581" y="2682"/>
                      <a:pt x="4856" y="2682"/>
                    </a:cubicBezTo>
                    <a:cubicBezTo>
                      <a:pt x="4889" y="2682"/>
                      <a:pt x="4923" y="2683"/>
                      <a:pt x="4956" y="2684"/>
                    </a:cubicBezTo>
                    <a:cubicBezTo>
                      <a:pt x="5125" y="2692"/>
                      <a:pt x="5294" y="2714"/>
                      <a:pt x="5455" y="2750"/>
                    </a:cubicBezTo>
                    <a:cubicBezTo>
                      <a:pt x="5479" y="2755"/>
                      <a:pt x="5503" y="2758"/>
                      <a:pt x="5526" y="2758"/>
                    </a:cubicBezTo>
                    <a:cubicBezTo>
                      <a:pt x="5611" y="2758"/>
                      <a:pt x="5692" y="2727"/>
                      <a:pt x="5756" y="2670"/>
                    </a:cubicBezTo>
                    <a:cubicBezTo>
                      <a:pt x="5961" y="2508"/>
                      <a:pt x="6159" y="2362"/>
                      <a:pt x="6357" y="2201"/>
                    </a:cubicBezTo>
                    <a:cubicBezTo>
                      <a:pt x="6540" y="2047"/>
                      <a:pt x="6892" y="1981"/>
                      <a:pt x="7046" y="1790"/>
                    </a:cubicBezTo>
                    <a:lnTo>
                      <a:pt x="7090" y="1731"/>
                    </a:lnTo>
                    <a:cubicBezTo>
                      <a:pt x="7171" y="1614"/>
                      <a:pt x="7185" y="1467"/>
                      <a:pt x="7119" y="1343"/>
                    </a:cubicBezTo>
                    <a:cubicBezTo>
                      <a:pt x="7061" y="1233"/>
                      <a:pt x="6885" y="1013"/>
                      <a:pt x="6951" y="910"/>
                    </a:cubicBezTo>
                    <a:cubicBezTo>
                      <a:pt x="7031" y="771"/>
                      <a:pt x="7222" y="727"/>
                      <a:pt x="7295" y="588"/>
                    </a:cubicBezTo>
                    <a:cubicBezTo>
                      <a:pt x="7391" y="426"/>
                      <a:pt x="7251" y="221"/>
                      <a:pt x="7083" y="133"/>
                    </a:cubicBezTo>
                    <a:cubicBezTo>
                      <a:pt x="6909" y="46"/>
                      <a:pt x="6716" y="0"/>
                      <a:pt x="65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2521;p54">
                <a:extLst>
                  <a:ext uri="{FF2B5EF4-FFF2-40B4-BE49-F238E27FC236}">
                    <a16:creationId xmlns:a16="http://schemas.microsoft.com/office/drawing/2014/main" id="{3B7FA128-E658-346F-FFBD-A1C1C864A7CF}"/>
                  </a:ext>
                </a:extLst>
              </p:cNvPr>
              <p:cNvSpPr/>
              <p:nvPr/>
            </p:nvSpPr>
            <p:spPr>
              <a:xfrm>
                <a:off x="1964025" y="2689300"/>
                <a:ext cx="24950" cy="17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99" extrusionOk="0">
                    <a:moveTo>
                      <a:pt x="558" y="1"/>
                    </a:moveTo>
                    <a:cubicBezTo>
                      <a:pt x="537" y="1"/>
                      <a:pt x="515" y="2"/>
                      <a:pt x="492" y="5"/>
                    </a:cubicBezTo>
                    <a:cubicBezTo>
                      <a:pt x="125" y="49"/>
                      <a:pt x="30" y="335"/>
                      <a:pt x="8" y="518"/>
                    </a:cubicBezTo>
                    <a:cubicBezTo>
                      <a:pt x="0" y="592"/>
                      <a:pt x="59" y="636"/>
                      <a:pt x="132" y="658"/>
                    </a:cubicBezTo>
                    <a:cubicBezTo>
                      <a:pt x="256" y="686"/>
                      <a:pt x="384" y="699"/>
                      <a:pt x="512" y="699"/>
                    </a:cubicBezTo>
                    <a:cubicBezTo>
                      <a:pt x="650" y="699"/>
                      <a:pt x="788" y="684"/>
                      <a:pt x="924" y="658"/>
                    </a:cubicBezTo>
                    <a:cubicBezTo>
                      <a:pt x="968" y="643"/>
                      <a:pt x="997" y="614"/>
                      <a:pt x="997" y="570"/>
                    </a:cubicBezTo>
                    <a:cubicBezTo>
                      <a:pt x="991" y="396"/>
                      <a:pt x="918" y="1"/>
                      <a:pt x="55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2522;p54">
                <a:extLst>
                  <a:ext uri="{FF2B5EF4-FFF2-40B4-BE49-F238E27FC236}">
                    <a16:creationId xmlns:a16="http://schemas.microsoft.com/office/drawing/2014/main" id="{28A6B6D1-AD78-03CF-4479-C77880DCDBAF}"/>
                  </a:ext>
                </a:extLst>
              </p:cNvPr>
              <p:cNvSpPr/>
              <p:nvPr/>
            </p:nvSpPr>
            <p:spPr>
              <a:xfrm>
                <a:off x="2012225" y="2683525"/>
                <a:ext cx="260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725" extrusionOk="0">
                    <a:moveTo>
                      <a:pt x="557" y="1"/>
                    </a:moveTo>
                    <a:cubicBezTo>
                      <a:pt x="548" y="1"/>
                      <a:pt x="538" y="1"/>
                      <a:pt x="529" y="1"/>
                    </a:cubicBezTo>
                    <a:cubicBezTo>
                      <a:pt x="162" y="16"/>
                      <a:pt x="52" y="295"/>
                      <a:pt x="15" y="478"/>
                    </a:cubicBezTo>
                    <a:cubicBezTo>
                      <a:pt x="1" y="573"/>
                      <a:pt x="59" y="661"/>
                      <a:pt x="155" y="683"/>
                    </a:cubicBezTo>
                    <a:cubicBezTo>
                      <a:pt x="261" y="711"/>
                      <a:pt x="369" y="725"/>
                      <a:pt x="478" y="725"/>
                    </a:cubicBezTo>
                    <a:cubicBezTo>
                      <a:pt x="625" y="725"/>
                      <a:pt x="771" y="700"/>
                      <a:pt x="910" y="654"/>
                    </a:cubicBezTo>
                    <a:cubicBezTo>
                      <a:pt x="990" y="625"/>
                      <a:pt x="1042" y="544"/>
                      <a:pt x="1027" y="456"/>
                    </a:cubicBezTo>
                    <a:cubicBezTo>
                      <a:pt x="1006" y="277"/>
                      <a:pt x="921" y="1"/>
                      <a:pt x="557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2523;p54">
                <a:extLst>
                  <a:ext uri="{FF2B5EF4-FFF2-40B4-BE49-F238E27FC236}">
                    <a16:creationId xmlns:a16="http://schemas.microsoft.com/office/drawing/2014/main" id="{3986C276-5539-9F43-DB58-1E846C2910FF}"/>
                  </a:ext>
                </a:extLst>
              </p:cNvPr>
              <p:cNvSpPr/>
              <p:nvPr/>
            </p:nvSpPr>
            <p:spPr>
              <a:xfrm>
                <a:off x="1846725" y="2702600"/>
                <a:ext cx="5317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013" extrusionOk="0">
                    <a:moveTo>
                      <a:pt x="821" y="1"/>
                    </a:moveTo>
                    <a:cubicBezTo>
                      <a:pt x="807" y="1"/>
                      <a:pt x="792" y="1"/>
                      <a:pt x="777" y="8"/>
                    </a:cubicBezTo>
                    <a:cubicBezTo>
                      <a:pt x="374" y="184"/>
                      <a:pt x="110" y="456"/>
                      <a:pt x="15" y="844"/>
                    </a:cubicBezTo>
                    <a:cubicBezTo>
                      <a:pt x="0" y="903"/>
                      <a:pt x="44" y="961"/>
                      <a:pt x="110" y="969"/>
                    </a:cubicBezTo>
                    <a:lnTo>
                      <a:pt x="1261" y="1013"/>
                    </a:lnTo>
                    <a:cubicBezTo>
                      <a:pt x="1342" y="1013"/>
                      <a:pt x="1415" y="991"/>
                      <a:pt x="1488" y="954"/>
                    </a:cubicBezTo>
                    <a:cubicBezTo>
                      <a:pt x="1767" y="778"/>
                      <a:pt x="2046" y="492"/>
                      <a:pt x="2112" y="221"/>
                    </a:cubicBezTo>
                    <a:cubicBezTo>
                      <a:pt x="2126" y="155"/>
                      <a:pt x="2082" y="96"/>
                      <a:pt x="2016" y="96"/>
                    </a:cubicBezTo>
                    <a:lnTo>
                      <a:pt x="8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2524;p54">
                <a:extLst>
                  <a:ext uri="{FF2B5EF4-FFF2-40B4-BE49-F238E27FC236}">
                    <a16:creationId xmlns:a16="http://schemas.microsoft.com/office/drawing/2014/main" id="{6D534675-F869-EB5E-42EE-46CA8A0CB739}"/>
                  </a:ext>
                </a:extLst>
              </p:cNvPr>
              <p:cNvSpPr/>
              <p:nvPr/>
            </p:nvSpPr>
            <p:spPr>
              <a:xfrm>
                <a:off x="1850600" y="2704450"/>
                <a:ext cx="17575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703" h="796" extrusionOk="0">
                    <a:moveTo>
                      <a:pt x="655" y="0"/>
                    </a:moveTo>
                    <a:cubicBezTo>
                      <a:pt x="647" y="0"/>
                      <a:pt x="638" y="2"/>
                      <a:pt x="630" y="8"/>
                    </a:cubicBezTo>
                    <a:cubicBezTo>
                      <a:pt x="322" y="132"/>
                      <a:pt x="87" y="404"/>
                      <a:pt x="6" y="733"/>
                    </a:cubicBezTo>
                    <a:cubicBezTo>
                      <a:pt x="0" y="764"/>
                      <a:pt x="31" y="795"/>
                      <a:pt x="62" y="795"/>
                    </a:cubicBezTo>
                    <a:cubicBezTo>
                      <a:pt x="68" y="795"/>
                      <a:pt x="74" y="794"/>
                      <a:pt x="80" y="792"/>
                    </a:cubicBezTo>
                    <a:cubicBezTo>
                      <a:pt x="512" y="609"/>
                      <a:pt x="674" y="316"/>
                      <a:pt x="703" y="59"/>
                    </a:cubicBezTo>
                    <a:cubicBezTo>
                      <a:pt x="703" y="25"/>
                      <a:pt x="681" y="0"/>
                      <a:pt x="6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2525;p54">
                <a:extLst>
                  <a:ext uri="{FF2B5EF4-FFF2-40B4-BE49-F238E27FC236}">
                    <a16:creationId xmlns:a16="http://schemas.microsoft.com/office/drawing/2014/main" id="{8AE1E05B-4E7A-175F-ADD3-2004C7058984}"/>
                  </a:ext>
                </a:extLst>
              </p:cNvPr>
              <p:cNvSpPr/>
              <p:nvPr/>
            </p:nvSpPr>
            <p:spPr>
              <a:xfrm>
                <a:off x="1914175" y="2612050"/>
                <a:ext cx="14675" cy="23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956" extrusionOk="0">
                    <a:moveTo>
                      <a:pt x="440" y="1"/>
                    </a:moveTo>
                    <a:cubicBezTo>
                      <a:pt x="424" y="1"/>
                      <a:pt x="409" y="6"/>
                      <a:pt x="396" y="16"/>
                    </a:cubicBezTo>
                    <a:lnTo>
                      <a:pt x="117" y="228"/>
                    </a:lnTo>
                    <a:cubicBezTo>
                      <a:pt x="110" y="236"/>
                      <a:pt x="103" y="243"/>
                      <a:pt x="103" y="250"/>
                    </a:cubicBezTo>
                    <a:cubicBezTo>
                      <a:pt x="0" y="470"/>
                      <a:pt x="22" y="727"/>
                      <a:pt x="147" y="932"/>
                    </a:cubicBezTo>
                    <a:cubicBezTo>
                      <a:pt x="159" y="948"/>
                      <a:pt x="177" y="955"/>
                      <a:pt x="194" y="955"/>
                    </a:cubicBezTo>
                    <a:cubicBezTo>
                      <a:pt x="210" y="955"/>
                      <a:pt x="225" y="950"/>
                      <a:pt x="235" y="940"/>
                    </a:cubicBezTo>
                    <a:lnTo>
                      <a:pt x="477" y="727"/>
                    </a:lnTo>
                    <a:cubicBezTo>
                      <a:pt x="513" y="698"/>
                      <a:pt x="535" y="654"/>
                      <a:pt x="543" y="610"/>
                    </a:cubicBezTo>
                    <a:cubicBezTo>
                      <a:pt x="587" y="412"/>
                      <a:pt x="579" y="177"/>
                      <a:pt x="491" y="30"/>
                    </a:cubicBezTo>
                    <a:cubicBezTo>
                      <a:pt x="479" y="10"/>
                      <a:pt x="460" y="1"/>
                      <a:pt x="4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2526;p54">
                <a:extLst>
                  <a:ext uri="{FF2B5EF4-FFF2-40B4-BE49-F238E27FC236}">
                    <a16:creationId xmlns:a16="http://schemas.microsoft.com/office/drawing/2014/main" id="{F79689AC-C57D-3038-2690-A34A1A2F024A}"/>
                  </a:ext>
                </a:extLst>
              </p:cNvPr>
              <p:cNvSpPr/>
              <p:nvPr/>
            </p:nvSpPr>
            <p:spPr>
              <a:xfrm>
                <a:off x="1915625" y="2618525"/>
                <a:ext cx="737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611" extrusionOk="0">
                    <a:moveTo>
                      <a:pt x="107" y="0"/>
                    </a:moveTo>
                    <a:cubicBezTo>
                      <a:pt x="93" y="0"/>
                      <a:pt x="78" y="8"/>
                      <a:pt x="74" y="21"/>
                    </a:cubicBezTo>
                    <a:cubicBezTo>
                      <a:pt x="1" y="211"/>
                      <a:pt x="23" y="424"/>
                      <a:pt x="133" y="600"/>
                    </a:cubicBezTo>
                    <a:cubicBezTo>
                      <a:pt x="139" y="606"/>
                      <a:pt x="149" y="610"/>
                      <a:pt x="159" y="610"/>
                    </a:cubicBezTo>
                    <a:cubicBezTo>
                      <a:pt x="171" y="610"/>
                      <a:pt x="183" y="605"/>
                      <a:pt x="191" y="593"/>
                    </a:cubicBezTo>
                    <a:cubicBezTo>
                      <a:pt x="294" y="329"/>
                      <a:pt x="235" y="138"/>
                      <a:pt x="133" y="13"/>
                    </a:cubicBezTo>
                    <a:cubicBezTo>
                      <a:pt x="127" y="4"/>
                      <a:pt x="117" y="0"/>
                      <a:pt x="1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2527;p54">
                <a:extLst>
                  <a:ext uri="{FF2B5EF4-FFF2-40B4-BE49-F238E27FC236}">
                    <a16:creationId xmlns:a16="http://schemas.microsoft.com/office/drawing/2014/main" id="{791B2F08-57BE-91BB-86F9-5CCEA84E16D6}"/>
                  </a:ext>
                </a:extLst>
              </p:cNvPr>
              <p:cNvSpPr/>
              <p:nvPr/>
            </p:nvSpPr>
            <p:spPr>
              <a:xfrm>
                <a:off x="1780725" y="2695775"/>
                <a:ext cx="240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546" extrusionOk="0">
                    <a:moveTo>
                      <a:pt x="378" y="1"/>
                    </a:moveTo>
                    <a:cubicBezTo>
                      <a:pt x="261" y="1"/>
                      <a:pt x="144" y="28"/>
                      <a:pt x="37" y="83"/>
                    </a:cubicBezTo>
                    <a:cubicBezTo>
                      <a:pt x="8" y="105"/>
                      <a:pt x="1" y="149"/>
                      <a:pt x="23" y="179"/>
                    </a:cubicBezTo>
                    <a:lnTo>
                      <a:pt x="221" y="428"/>
                    </a:lnTo>
                    <a:cubicBezTo>
                      <a:pt x="250" y="465"/>
                      <a:pt x="287" y="487"/>
                      <a:pt x="338" y="501"/>
                    </a:cubicBezTo>
                    <a:cubicBezTo>
                      <a:pt x="428" y="529"/>
                      <a:pt x="529" y="545"/>
                      <a:pt x="626" y="545"/>
                    </a:cubicBezTo>
                    <a:cubicBezTo>
                      <a:pt x="733" y="545"/>
                      <a:pt x="836" y="525"/>
                      <a:pt x="917" y="479"/>
                    </a:cubicBezTo>
                    <a:cubicBezTo>
                      <a:pt x="946" y="465"/>
                      <a:pt x="961" y="421"/>
                      <a:pt x="932" y="391"/>
                    </a:cubicBezTo>
                    <a:lnTo>
                      <a:pt x="741" y="98"/>
                    </a:lnTo>
                    <a:cubicBezTo>
                      <a:pt x="734" y="91"/>
                      <a:pt x="726" y="91"/>
                      <a:pt x="719" y="83"/>
                    </a:cubicBezTo>
                    <a:cubicBezTo>
                      <a:pt x="613" y="28"/>
                      <a:pt x="495" y="1"/>
                      <a:pt x="3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2528;p54">
                <a:extLst>
                  <a:ext uri="{FF2B5EF4-FFF2-40B4-BE49-F238E27FC236}">
                    <a16:creationId xmlns:a16="http://schemas.microsoft.com/office/drawing/2014/main" id="{71556539-570B-F6D9-21FE-FA7A5C9076EF}"/>
                  </a:ext>
                </a:extLst>
              </p:cNvPr>
              <p:cNvSpPr/>
              <p:nvPr/>
            </p:nvSpPr>
            <p:spPr>
              <a:xfrm>
                <a:off x="1782925" y="2697250"/>
                <a:ext cx="15600" cy="50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203" extrusionOk="0">
                    <a:moveTo>
                      <a:pt x="335" y="0"/>
                    </a:moveTo>
                    <a:cubicBezTo>
                      <a:pt x="228" y="0"/>
                      <a:pt x="121" y="28"/>
                      <a:pt x="23" y="83"/>
                    </a:cubicBezTo>
                    <a:cubicBezTo>
                      <a:pt x="1" y="90"/>
                      <a:pt x="8" y="120"/>
                      <a:pt x="30" y="134"/>
                    </a:cubicBezTo>
                    <a:cubicBezTo>
                      <a:pt x="136" y="183"/>
                      <a:pt x="233" y="203"/>
                      <a:pt x="318" y="203"/>
                    </a:cubicBezTo>
                    <a:cubicBezTo>
                      <a:pt x="438" y="203"/>
                      <a:pt x="536" y="164"/>
                      <a:pt x="609" y="112"/>
                    </a:cubicBezTo>
                    <a:cubicBezTo>
                      <a:pt x="624" y="98"/>
                      <a:pt x="624" y="68"/>
                      <a:pt x="602" y="61"/>
                    </a:cubicBezTo>
                    <a:cubicBezTo>
                      <a:pt x="517" y="20"/>
                      <a:pt x="426" y="0"/>
                      <a:pt x="3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2529;p54">
                <a:extLst>
                  <a:ext uri="{FF2B5EF4-FFF2-40B4-BE49-F238E27FC236}">
                    <a16:creationId xmlns:a16="http://schemas.microsoft.com/office/drawing/2014/main" id="{F7F35AA9-9410-0871-2D77-8E8C0D6182BF}"/>
                  </a:ext>
                </a:extLst>
              </p:cNvPr>
              <p:cNvSpPr/>
              <p:nvPr/>
            </p:nvSpPr>
            <p:spPr>
              <a:xfrm>
                <a:off x="1933775" y="2719800"/>
                <a:ext cx="240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546" extrusionOk="0">
                    <a:moveTo>
                      <a:pt x="382" y="0"/>
                    </a:moveTo>
                    <a:cubicBezTo>
                      <a:pt x="266" y="0"/>
                      <a:pt x="151" y="28"/>
                      <a:pt x="45" y="83"/>
                    </a:cubicBezTo>
                    <a:cubicBezTo>
                      <a:pt x="8" y="105"/>
                      <a:pt x="1" y="149"/>
                      <a:pt x="23" y="178"/>
                    </a:cubicBezTo>
                    <a:lnTo>
                      <a:pt x="221" y="427"/>
                    </a:lnTo>
                    <a:cubicBezTo>
                      <a:pt x="250" y="464"/>
                      <a:pt x="294" y="493"/>
                      <a:pt x="338" y="501"/>
                    </a:cubicBezTo>
                    <a:cubicBezTo>
                      <a:pt x="431" y="529"/>
                      <a:pt x="536" y="546"/>
                      <a:pt x="636" y="546"/>
                    </a:cubicBezTo>
                    <a:cubicBezTo>
                      <a:pt x="741" y="546"/>
                      <a:pt x="842" y="527"/>
                      <a:pt x="917" y="486"/>
                    </a:cubicBezTo>
                    <a:cubicBezTo>
                      <a:pt x="954" y="464"/>
                      <a:pt x="961" y="420"/>
                      <a:pt x="939" y="391"/>
                    </a:cubicBezTo>
                    <a:lnTo>
                      <a:pt x="741" y="97"/>
                    </a:lnTo>
                    <a:cubicBezTo>
                      <a:pt x="741" y="90"/>
                      <a:pt x="734" y="90"/>
                      <a:pt x="719" y="83"/>
                    </a:cubicBezTo>
                    <a:cubicBezTo>
                      <a:pt x="613" y="28"/>
                      <a:pt x="497" y="0"/>
                      <a:pt x="3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2530;p54">
                <a:extLst>
                  <a:ext uri="{FF2B5EF4-FFF2-40B4-BE49-F238E27FC236}">
                    <a16:creationId xmlns:a16="http://schemas.microsoft.com/office/drawing/2014/main" id="{B496F8E5-1854-FA66-9FEB-D44E1A14E2FC}"/>
                  </a:ext>
                </a:extLst>
              </p:cNvPr>
              <p:cNvSpPr/>
              <p:nvPr/>
            </p:nvSpPr>
            <p:spPr>
              <a:xfrm>
                <a:off x="1936150" y="2721250"/>
                <a:ext cx="156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625" h="206" extrusionOk="0">
                    <a:moveTo>
                      <a:pt x="329" y="1"/>
                    </a:moveTo>
                    <a:cubicBezTo>
                      <a:pt x="223" y="1"/>
                      <a:pt x="118" y="28"/>
                      <a:pt x="23" y="83"/>
                    </a:cubicBezTo>
                    <a:cubicBezTo>
                      <a:pt x="1" y="91"/>
                      <a:pt x="1" y="127"/>
                      <a:pt x="23" y="135"/>
                    </a:cubicBezTo>
                    <a:cubicBezTo>
                      <a:pt x="132" y="185"/>
                      <a:pt x="231" y="205"/>
                      <a:pt x="317" y="205"/>
                    </a:cubicBezTo>
                    <a:cubicBezTo>
                      <a:pt x="435" y="205"/>
                      <a:pt x="531" y="168"/>
                      <a:pt x="602" y="113"/>
                    </a:cubicBezTo>
                    <a:cubicBezTo>
                      <a:pt x="624" y="98"/>
                      <a:pt x="617" y="69"/>
                      <a:pt x="595" y="61"/>
                    </a:cubicBezTo>
                    <a:cubicBezTo>
                      <a:pt x="510" y="21"/>
                      <a:pt x="419" y="1"/>
                      <a:pt x="3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2531;p54">
                <a:extLst>
                  <a:ext uri="{FF2B5EF4-FFF2-40B4-BE49-F238E27FC236}">
                    <a16:creationId xmlns:a16="http://schemas.microsoft.com/office/drawing/2014/main" id="{4826634D-7C4C-339E-C721-E6A14264963E}"/>
                  </a:ext>
                </a:extLst>
              </p:cNvPr>
              <p:cNvSpPr/>
              <p:nvPr/>
            </p:nvSpPr>
            <p:spPr>
              <a:xfrm>
                <a:off x="1874025" y="2643475"/>
                <a:ext cx="26425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1041" extrusionOk="0">
                    <a:moveTo>
                      <a:pt x="952" y="1"/>
                    </a:moveTo>
                    <a:cubicBezTo>
                      <a:pt x="945" y="1"/>
                      <a:pt x="938" y="2"/>
                      <a:pt x="932" y="5"/>
                    </a:cubicBezTo>
                    <a:lnTo>
                      <a:pt x="250" y="306"/>
                    </a:lnTo>
                    <a:cubicBezTo>
                      <a:pt x="242" y="306"/>
                      <a:pt x="235" y="313"/>
                      <a:pt x="228" y="320"/>
                    </a:cubicBezTo>
                    <a:cubicBezTo>
                      <a:pt x="59" y="504"/>
                      <a:pt x="0" y="753"/>
                      <a:pt x="59" y="995"/>
                    </a:cubicBezTo>
                    <a:cubicBezTo>
                      <a:pt x="64" y="1021"/>
                      <a:pt x="89" y="1040"/>
                      <a:pt x="113" y="1040"/>
                    </a:cubicBezTo>
                    <a:cubicBezTo>
                      <a:pt x="123" y="1040"/>
                      <a:pt x="132" y="1038"/>
                      <a:pt x="140" y="1032"/>
                    </a:cubicBezTo>
                    <a:lnTo>
                      <a:pt x="785" y="724"/>
                    </a:lnTo>
                    <a:cubicBezTo>
                      <a:pt x="829" y="702"/>
                      <a:pt x="866" y="665"/>
                      <a:pt x="888" y="628"/>
                    </a:cubicBezTo>
                    <a:cubicBezTo>
                      <a:pt x="990" y="452"/>
                      <a:pt x="1056" y="218"/>
                      <a:pt x="1012" y="49"/>
                    </a:cubicBezTo>
                    <a:cubicBezTo>
                      <a:pt x="1006" y="20"/>
                      <a:pt x="978" y="1"/>
                      <a:pt x="95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2532;p54">
                <a:extLst>
                  <a:ext uri="{FF2B5EF4-FFF2-40B4-BE49-F238E27FC236}">
                    <a16:creationId xmlns:a16="http://schemas.microsoft.com/office/drawing/2014/main" id="{6230CB7C-6CAC-C368-7B75-ADAB03BBDAA9}"/>
                  </a:ext>
                </a:extLst>
              </p:cNvPr>
              <p:cNvSpPr/>
              <p:nvPr/>
            </p:nvSpPr>
            <p:spPr>
              <a:xfrm>
                <a:off x="1875850" y="2652125"/>
                <a:ext cx="737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611" extrusionOk="0">
                    <a:moveTo>
                      <a:pt x="202" y="1"/>
                    </a:moveTo>
                    <a:cubicBezTo>
                      <a:pt x="193" y="1"/>
                      <a:pt x="183" y="4"/>
                      <a:pt x="177" y="11"/>
                    </a:cubicBezTo>
                    <a:cubicBezTo>
                      <a:pt x="45" y="172"/>
                      <a:pt x="1" y="385"/>
                      <a:pt x="52" y="590"/>
                    </a:cubicBezTo>
                    <a:cubicBezTo>
                      <a:pt x="56" y="603"/>
                      <a:pt x="68" y="611"/>
                      <a:pt x="81" y="611"/>
                    </a:cubicBezTo>
                    <a:cubicBezTo>
                      <a:pt x="91" y="611"/>
                      <a:pt x="102" y="607"/>
                      <a:pt x="111" y="598"/>
                    </a:cubicBezTo>
                    <a:cubicBezTo>
                      <a:pt x="294" y="378"/>
                      <a:pt x="294" y="172"/>
                      <a:pt x="228" y="18"/>
                    </a:cubicBezTo>
                    <a:cubicBezTo>
                      <a:pt x="224" y="6"/>
                      <a:pt x="213" y="1"/>
                      <a:pt x="2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2533;p54">
                <a:extLst>
                  <a:ext uri="{FF2B5EF4-FFF2-40B4-BE49-F238E27FC236}">
                    <a16:creationId xmlns:a16="http://schemas.microsoft.com/office/drawing/2014/main" id="{085457D4-2E1C-8645-1E92-DD6418ABAFF0}"/>
                  </a:ext>
                </a:extLst>
              </p:cNvPr>
              <p:cNvSpPr/>
              <p:nvPr/>
            </p:nvSpPr>
            <p:spPr>
              <a:xfrm>
                <a:off x="1823425" y="2680975"/>
                <a:ext cx="22950" cy="18900"/>
              </a:xfrm>
              <a:custGeom>
                <a:avLst/>
                <a:gdLst/>
                <a:ahLst/>
                <a:cxnLst/>
                <a:rect l="l" t="t" r="r" b="b"/>
                <a:pathLst>
                  <a:path w="918" h="756" extrusionOk="0">
                    <a:moveTo>
                      <a:pt x="214" y="1"/>
                    </a:moveTo>
                    <a:cubicBezTo>
                      <a:pt x="111" y="74"/>
                      <a:pt x="38" y="184"/>
                      <a:pt x="1" y="301"/>
                    </a:cubicBezTo>
                    <a:cubicBezTo>
                      <a:pt x="133" y="485"/>
                      <a:pt x="397" y="624"/>
                      <a:pt x="646" y="756"/>
                    </a:cubicBezTo>
                    <a:lnTo>
                      <a:pt x="917" y="301"/>
                    </a:lnTo>
                    <a:cubicBezTo>
                      <a:pt x="697" y="162"/>
                      <a:pt x="463" y="59"/>
                      <a:pt x="2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2534;p54">
                <a:extLst>
                  <a:ext uri="{FF2B5EF4-FFF2-40B4-BE49-F238E27FC236}">
                    <a16:creationId xmlns:a16="http://schemas.microsoft.com/office/drawing/2014/main" id="{5C164A0B-01C8-3BC2-3821-8E6F82E22385}"/>
                  </a:ext>
                </a:extLst>
              </p:cNvPr>
              <p:cNvSpPr/>
              <p:nvPr/>
            </p:nvSpPr>
            <p:spPr>
              <a:xfrm>
                <a:off x="1825450" y="2683725"/>
                <a:ext cx="178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419" extrusionOk="0">
                    <a:moveTo>
                      <a:pt x="15" y="1"/>
                    </a:moveTo>
                    <a:cubicBezTo>
                      <a:pt x="15" y="8"/>
                      <a:pt x="1" y="15"/>
                      <a:pt x="1" y="23"/>
                    </a:cubicBezTo>
                    <a:lnTo>
                      <a:pt x="52" y="59"/>
                    </a:lnTo>
                    <a:cubicBezTo>
                      <a:pt x="250" y="169"/>
                      <a:pt x="448" y="279"/>
                      <a:pt x="646" y="389"/>
                    </a:cubicBezTo>
                    <a:lnTo>
                      <a:pt x="697" y="419"/>
                    </a:lnTo>
                    <a:lnTo>
                      <a:pt x="712" y="397"/>
                    </a:lnTo>
                    <a:cubicBezTo>
                      <a:pt x="609" y="338"/>
                      <a:pt x="506" y="279"/>
                      <a:pt x="396" y="221"/>
                    </a:cubicBezTo>
                    <a:cubicBezTo>
                      <a:pt x="272" y="155"/>
                      <a:pt x="140" y="81"/>
                      <a:pt x="15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2535;p54">
                <a:extLst>
                  <a:ext uri="{FF2B5EF4-FFF2-40B4-BE49-F238E27FC236}">
                    <a16:creationId xmlns:a16="http://schemas.microsoft.com/office/drawing/2014/main" id="{12C67316-B7E0-2367-3C79-D7FC35CA2C49}"/>
                  </a:ext>
                </a:extLst>
              </p:cNvPr>
              <p:cNvSpPr/>
              <p:nvPr/>
            </p:nvSpPr>
            <p:spPr>
              <a:xfrm>
                <a:off x="1824175" y="2686125"/>
                <a:ext cx="172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448" extrusionOk="0">
                    <a:moveTo>
                      <a:pt x="8" y="0"/>
                    </a:moveTo>
                    <a:lnTo>
                      <a:pt x="0" y="22"/>
                    </a:lnTo>
                    <a:lnTo>
                      <a:pt x="103" y="88"/>
                    </a:lnTo>
                    <a:cubicBezTo>
                      <a:pt x="294" y="213"/>
                      <a:pt x="484" y="330"/>
                      <a:pt x="675" y="447"/>
                    </a:cubicBezTo>
                    <a:lnTo>
                      <a:pt x="689" y="433"/>
                    </a:lnTo>
                    <a:lnTo>
                      <a:pt x="440" y="279"/>
                    </a:lnTo>
                    <a:cubicBezTo>
                      <a:pt x="294" y="191"/>
                      <a:pt x="154" y="95"/>
                      <a:pt x="8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2536;p54">
                <a:extLst>
                  <a:ext uri="{FF2B5EF4-FFF2-40B4-BE49-F238E27FC236}">
                    <a16:creationId xmlns:a16="http://schemas.microsoft.com/office/drawing/2014/main" id="{9BE35F80-D640-727C-0557-4F6C3EAAEEC4}"/>
                  </a:ext>
                </a:extLst>
              </p:cNvPr>
              <p:cNvSpPr/>
              <p:nvPr/>
            </p:nvSpPr>
            <p:spPr>
              <a:xfrm>
                <a:off x="1827275" y="2681725"/>
                <a:ext cx="18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720" h="360" extrusionOk="0">
                    <a:moveTo>
                      <a:pt x="16" y="0"/>
                    </a:moveTo>
                    <a:lnTo>
                      <a:pt x="1" y="15"/>
                    </a:lnTo>
                    <a:cubicBezTo>
                      <a:pt x="206" y="110"/>
                      <a:pt x="404" y="213"/>
                      <a:pt x="609" y="308"/>
                    </a:cubicBezTo>
                    <a:lnTo>
                      <a:pt x="705" y="359"/>
                    </a:lnTo>
                    <a:lnTo>
                      <a:pt x="719" y="337"/>
                    </a:lnTo>
                    <a:cubicBezTo>
                      <a:pt x="587" y="271"/>
                      <a:pt x="455" y="205"/>
                      <a:pt x="323" y="139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2537;p54">
                <a:extLst>
                  <a:ext uri="{FF2B5EF4-FFF2-40B4-BE49-F238E27FC236}">
                    <a16:creationId xmlns:a16="http://schemas.microsoft.com/office/drawing/2014/main" id="{95C9C9D1-F13C-A1FC-D11B-540BA092D76C}"/>
                  </a:ext>
                </a:extLst>
              </p:cNvPr>
              <p:cNvSpPr/>
              <p:nvPr/>
            </p:nvSpPr>
            <p:spPr>
              <a:xfrm>
                <a:off x="1839025" y="2688150"/>
                <a:ext cx="7725" cy="117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469" extrusionOk="0">
                    <a:moveTo>
                      <a:pt x="264" y="1"/>
                    </a:moveTo>
                    <a:cubicBezTo>
                      <a:pt x="228" y="1"/>
                      <a:pt x="164" y="22"/>
                      <a:pt x="88" y="146"/>
                    </a:cubicBezTo>
                    <a:cubicBezTo>
                      <a:pt x="22" y="242"/>
                      <a:pt x="0" y="359"/>
                      <a:pt x="22" y="469"/>
                    </a:cubicBezTo>
                    <a:cubicBezTo>
                      <a:pt x="117" y="425"/>
                      <a:pt x="191" y="352"/>
                      <a:pt x="249" y="264"/>
                    </a:cubicBezTo>
                    <a:cubicBezTo>
                      <a:pt x="293" y="183"/>
                      <a:pt x="308" y="95"/>
                      <a:pt x="293" y="7"/>
                    </a:cubicBezTo>
                    <a:cubicBezTo>
                      <a:pt x="293" y="7"/>
                      <a:pt x="283" y="1"/>
                      <a:pt x="2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2538;p54">
                <a:extLst>
                  <a:ext uri="{FF2B5EF4-FFF2-40B4-BE49-F238E27FC236}">
                    <a16:creationId xmlns:a16="http://schemas.microsoft.com/office/drawing/2014/main" id="{05AC12F9-57E1-8342-3A4F-35842CE0EE07}"/>
                  </a:ext>
                </a:extLst>
              </p:cNvPr>
              <p:cNvSpPr/>
              <p:nvPr/>
            </p:nvSpPr>
            <p:spPr>
              <a:xfrm>
                <a:off x="1750850" y="2657875"/>
                <a:ext cx="22750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757" extrusionOk="0">
                    <a:moveTo>
                      <a:pt x="206" y="1"/>
                    </a:moveTo>
                    <a:cubicBezTo>
                      <a:pt x="103" y="74"/>
                      <a:pt x="30" y="177"/>
                      <a:pt x="1" y="302"/>
                    </a:cubicBezTo>
                    <a:cubicBezTo>
                      <a:pt x="132" y="478"/>
                      <a:pt x="396" y="624"/>
                      <a:pt x="646" y="756"/>
                    </a:cubicBezTo>
                    <a:lnTo>
                      <a:pt x="910" y="294"/>
                    </a:lnTo>
                    <a:cubicBezTo>
                      <a:pt x="697" y="155"/>
                      <a:pt x="455" y="60"/>
                      <a:pt x="206" y="1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2539;p54">
                <a:extLst>
                  <a:ext uri="{FF2B5EF4-FFF2-40B4-BE49-F238E27FC236}">
                    <a16:creationId xmlns:a16="http://schemas.microsoft.com/office/drawing/2014/main" id="{B9B157BB-C5FE-F3D1-8CD5-459965FBB854}"/>
                  </a:ext>
                </a:extLst>
              </p:cNvPr>
              <p:cNvSpPr/>
              <p:nvPr/>
            </p:nvSpPr>
            <p:spPr>
              <a:xfrm>
                <a:off x="1752875" y="2660825"/>
                <a:ext cx="178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411" extrusionOk="0">
                    <a:moveTo>
                      <a:pt x="15" y="0"/>
                    </a:moveTo>
                    <a:lnTo>
                      <a:pt x="0" y="15"/>
                    </a:lnTo>
                    <a:lnTo>
                      <a:pt x="51" y="52"/>
                    </a:lnTo>
                    <a:cubicBezTo>
                      <a:pt x="249" y="162"/>
                      <a:pt x="447" y="272"/>
                      <a:pt x="645" y="382"/>
                    </a:cubicBezTo>
                    <a:lnTo>
                      <a:pt x="697" y="411"/>
                    </a:lnTo>
                    <a:lnTo>
                      <a:pt x="711" y="389"/>
                    </a:lnTo>
                    <a:cubicBezTo>
                      <a:pt x="609" y="330"/>
                      <a:pt x="499" y="272"/>
                      <a:pt x="396" y="220"/>
                    </a:cubicBezTo>
                    <a:cubicBezTo>
                      <a:pt x="271" y="147"/>
                      <a:pt x="139" y="74"/>
                      <a:pt x="15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2540;p54">
                <a:extLst>
                  <a:ext uri="{FF2B5EF4-FFF2-40B4-BE49-F238E27FC236}">
                    <a16:creationId xmlns:a16="http://schemas.microsoft.com/office/drawing/2014/main" id="{F895FDAC-A3B0-80CD-4B3A-936564C5A4B3}"/>
                  </a:ext>
                </a:extLst>
              </p:cNvPr>
              <p:cNvSpPr/>
              <p:nvPr/>
            </p:nvSpPr>
            <p:spPr>
              <a:xfrm>
                <a:off x="1751575" y="2663025"/>
                <a:ext cx="17075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448" extrusionOk="0">
                    <a:moveTo>
                      <a:pt x="8" y="0"/>
                    </a:moveTo>
                    <a:cubicBezTo>
                      <a:pt x="8" y="8"/>
                      <a:pt x="1" y="15"/>
                      <a:pt x="1" y="22"/>
                    </a:cubicBezTo>
                    <a:lnTo>
                      <a:pt x="103" y="88"/>
                    </a:lnTo>
                    <a:cubicBezTo>
                      <a:pt x="294" y="213"/>
                      <a:pt x="485" y="330"/>
                      <a:pt x="675" y="448"/>
                    </a:cubicBezTo>
                    <a:lnTo>
                      <a:pt x="683" y="433"/>
                    </a:lnTo>
                    <a:lnTo>
                      <a:pt x="441" y="279"/>
                    </a:lnTo>
                    <a:cubicBezTo>
                      <a:pt x="294" y="191"/>
                      <a:pt x="155" y="96"/>
                      <a:pt x="8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2541;p54">
                <a:extLst>
                  <a:ext uri="{FF2B5EF4-FFF2-40B4-BE49-F238E27FC236}">
                    <a16:creationId xmlns:a16="http://schemas.microsoft.com/office/drawing/2014/main" id="{479EAC59-FA2A-CE4A-8D3F-A0099A1D5650}"/>
                  </a:ext>
                </a:extLst>
              </p:cNvPr>
              <p:cNvSpPr/>
              <p:nvPr/>
            </p:nvSpPr>
            <p:spPr>
              <a:xfrm>
                <a:off x="1754700" y="2658625"/>
                <a:ext cx="17975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60" extrusionOk="0">
                    <a:moveTo>
                      <a:pt x="15" y="0"/>
                    </a:moveTo>
                    <a:lnTo>
                      <a:pt x="0" y="22"/>
                    </a:lnTo>
                    <a:cubicBezTo>
                      <a:pt x="198" y="118"/>
                      <a:pt x="404" y="213"/>
                      <a:pt x="609" y="316"/>
                    </a:cubicBezTo>
                    <a:lnTo>
                      <a:pt x="704" y="360"/>
                    </a:lnTo>
                    <a:lnTo>
                      <a:pt x="719" y="338"/>
                    </a:lnTo>
                    <a:cubicBezTo>
                      <a:pt x="587" y="272"/>
                      <a:pt x="455" y="206"/>
                      <a:pt x="323" y="147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2542;p54">
                <a:extLst>
                  <a:ext uri="{FF2B5EF4-FFF2-40B4-BE49-F238E27FC236}">
                    <a16:creationId xmlns:a16="http://schemas.microsoft.com/office/drawing/2014/main" id="{AA1AF858-5594-7A3E-9262-8326D777D10D}"/>
                  </a:ext>
                </a:extLst>
              </p:cNvPr>
              <p:cNvSpPr/>
              <p:nvPr/>
            </p:nvSpPr>
            <p:spPr>
              <a:xfrm>
                <a:off x="1766250" y="2665050"/>
                <a:ext cx="7900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470" extrusionOk="0">
                    <a:moveTo>
                      <a:pt x="264" y="1"/>
                    </a:moveTo>
                    <a:cubicBezTo>
                      <a:pt x="229" y="1"/>
                      <a:pt x="167" y="23"/>
                      <a:pt x="96" y="147"/>
                    </a:cubicBezTo>
                    <a:cubicBezTo>
                      <a:pt x="22" y="242"/>
                      <a:pt x="0" y="352"/>
                      <a:pt x="30" y="469"/>
                    </a:cubicBezTo>
                    <a:cubicBezTo>
                      <a:pt x="118" y="418"/>
                      <a:pt x="198" y="345"/>
                      <a:pt x="257" y="257"/>
                    </a:cubicBezTo>
                    <a:cubicBezTo>
                      <a:pt x="301" y="183"/>
                      <a:pt x="316" y="95"/>
                      <a:pt x="294" y="7"/>
                    </a:cubicBezTo>
                    <a:cubicBezTo>
                      <a:pt x="294" y="7"/>
                      <a:pt x="283" y="1"/>
                      <a:pt x="2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2543;p54">
                <a:extLst>
                  <a:ext uri="{FF2B5EF4-FFF2-40B4-BE49-F238E27FC236}">
                    <a16:creationId xmlns:a16="http://schemas.microsoft.com/office/drawing/2014/main" id="{675DA211-9B41-8F11-B29F-32858AB66D62}"/>
                  </a:ext>
                </a:extLst>
              </p:cNvPr>
              <p:cNvSpPr/>
              <p:nvPr/>
            </p:nvSpPr>
            <p:spPr>
              <a:xfrm>
                <a:off x="1883750" y="2673825"/>
                <a:ext cx="25850" cy="240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962" extrusionOk="0">
                    <a:moveTo>
                      <a:pt x="697" y="1"/>
                    </a:moveTo>
                    <a:cubicBezTo>
                      <a:pt x="440" y="60"/>
                      <a:pt x="205" y="279"/>
                      <a:pt x="0" y="492"/>
                    </a:cubicBezTo>
                    <a:lnTo>
                      <a:pt x="528" y="961"/>
                    </a:lnTo>
                    <a:cubicBezTo>
                      <a:pt x="741" y="793"/>
                      <a:pt x="909" y="587"/>
                      <a:pt x="1034" y="345"/>
                    </a:cubicBezTo>
                    <a:cubicBezTo>
                      <a:pt x="953" y="206"/>
                      <a:pt x="836" y="82"/>
                      <a:pt x="6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2544;p54">
                <a:extLst>
                  <a:ext uri="{FF2B5EF4-FFF2-40B4-BE49-F238E27FC236}">
                    <a16:creationId xmlns:a16="http://schemas.microsoft.com/office/drawing/2014/main" id="{75945DEE-6158-5C3C-2A7B-E6C504741977}"/>
                  </a:ext>
                </a:extLst>
              </p:cNvPr>
              <p:cNvSpPr/>
              <p:nvPr/>
            </p:nvSpPr>
            <p:spPr>
              <a:xfrm>
                <a:off x="1890150" y="2677500"/>
                <a:ext cx="16350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654" h="602" extrusionOk="0">
                    <a:moveTo>
                      <a:pt x="631" y="0"/>
                    </a:moveTo>
                    <a:lnTo>
                      <a:pt x="580" y="44"/>
                    </a:lnTo>
                    <a:cubicBezTo>
                      <a:pt x="397" y="206"/>
                      <a:pt x="221" y="367"/>
                      <a:pt x="52" y="536"/>
                    </a:cubicBezTo>
                    <a:lnTo>
                      <a:pt x="1" y="580"/>
                    </a:lnTo>
                    <a:lnTo>
                      <a:pt x="30" y="602"/>
                    </a:lnTo>
                    <a:cubicBezTo>
                      <a:pt x="118" y="514"/>
                      <a:pt x="206" y="426"/>
                      <a:pt x="301" y="338"/>
                    </a:cubicBezTo>
                    <a:cubicBezTo>
                      <a:pt x="419" y="235"/>
                      <a:pt x="536" y="132"/>
                      <a:pt x="653" y="22"/>
                    </a:cubicBezTo>
                    <a:cubicBezTo>
                      <a:pt x="646" y="15"/>
                      <a:pt x="639" y="8"/>
                      <a:pt x="631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2545;p54">
                <a:extLst>
                  <a:ext uri="{FF2B5EF4-FFF2-40B4-BE49-F238E27FC236}">
                    <a16:creationId xmlns:a16="http://schemas.microsoft.com/office/drawing/2014/main" id="{6B9D1AFD-F6E7-A54F-24F9-B71F6EB21A45}"/>
                  </a:ext>
                </a:extLst>
              </p:cNvPr>
              <p:cNvSpPr/>
              <p:nvPr/>
            </p:nvSpPr>
            <p:spPr>
              <a:xfrm>
                <a:off x="1886500" y="2675300"/>
                <a:ext cx="17250" cy="13775"/>
              </a:xfrm>
              <a:custGeom>
                <a:avLst/>
                <a:gdLst/>
                <a:ahLst/>
                <a:cxnLst/>
                <a:rect l="l" t="t" r="r" b="b"/>
                <a:pathLst>
                  <a:path w="690" h="551" extrusionOk="0">
                    <a:moveTo>
                      <a:pt x="660" y="1"/>
                    </a:moveTo>
                    <a:lnTo>
                      <a:pt x="557" y="81"/>
                    </a:lnTo>
                    <a:cubicBezTo>
                      <a:pt x="367" y="228"/>
                      <a:pt x="183" y="382"/>
                      <a:pt x="0" y="528"/>
                    </a:cubicBezTo>
                    <a:lnTo>
                      <a:pt x="22" y="550"/>
                    </a:lnTo>
                    <a:cubicBezTo>
                      <a:pt x="103" y="492"/>
                      <a:pt x="176" y="426"/>
                      <a:pt x="257" y="360"/>
                    </a:cubicBezTo>
                    <a:cubicBezTo>
                      <a:pt x="403" y="242"/>
                      <a:pt x="543" y="132"/>
                      <a:pt x="689" y="15"/>
                    </a:cubicBezTo>
                    <a:cubicBezTo>
                      <a:pt x="682" y="8"/>
                      <a:pt x="675" y="1"/>
                      <a:pt x="660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2546;p54">
                <a:extLst>
                  <a:ext uri="{FF2B5EF4-FFF2-40B4-BE49-F238E27FC236}">
                    <a16:creationId xmlns:a16="http://schemas.microsoft.com/office/drawing/2014/main" id="{A2A972F9-19AE-D710-9317-614ED72C6AD2}"/>
                  </a:ext>
                </a:extLst>
              </p:cNvPr>
              <p:cNvSpPr/>
              <p:nvPr/>
            </p:nvSpPr>
            <p:spPr>
              <a:xfrm>
                <a:off x="1894175" y="2680425"/>
                <a:ext cx="145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24" extrusionOk="0">
                    <a:moveTo>
                      <a:pt x="558" y="1"/>
                    </a:moveTo>
                    <a:cubicBezTo>
                      <a:pt x="404" y="169"/>
                      <a:pt x="243" y="345"/>
                      <a:pt x="82" y="521"/>
                    </a:cubicBezTo>
                    <a:cubicBezTo>
                      <a:pt x="52" y="543"/>
                      <a:pt x="23" y="573"/>
                      <a:pt x="1" y="602"/>
                    </a:cubicBezTo>
                    <a:lnTo>
                      <a:pt x="23" y="624"/>
                    </a:lnTo>
                    <a:cubicBezTo>
                      <a:pt x="133" y="514"/>
                      <a:pt x="243" y="397"/>
                      <a:pt x="346" y="287"/>
                    </a:cubicBezTo>
                    <a:cubicBezTo>
                      <a:pt x="426" y="199"/>
                      <a:pt x="500" y="111"/>
                      <a:pt x="580" y="23"/>
                    </a:cubicBezTo>
                    <a:cubicBezTo>
                      <a:pt x="573" y="15"/>
                      <a:pt x="566" y="8"/>
                      <a:pt x="558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547;p54">
                <a:extLst>
                  <a:ext uri="{FF2B5EF4-FFF2-40B4-BE49-F238E27FC236}">
                    <a16:creationId xmlns:a16="http://schemas.microsoft.com/office/drawing/2014/main" id="{006947B0-D952-BD16-3A89-DEF9225663D3}"/>
                  </a:ext>
                </a:extLst>
              </p:cNvPr>
              <p:cNvSpPr/>
              <p:nvPr/>
            </p:nvSpPr>
            <p:spPr>
              <a:xfrm>
                <a:off x="1883750" y="2686125"/>
                <a:ext cx="15225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4" y="125"/>
                      <a:pt x="125" y="235"/>
                      <a:pt x="220" y="323"/>
                    </a:cubicBezTo>
                    <a:cubicBezTo>
                      <a:pt x="308" y="403"/>
                      <a:pt x="418" y="455"/>
                      <a:pt x="528" y="469"/>
                    </a:cubicBezTo>
                    <a:cubicBezTo>
                      <a:pt x="528" y="469"/>
                      <a:pt x="609" y="403"/>
                      <a:pt x="389" y="205"/>
                    </a:cubicBezTo>
                    <a:cubicBezTo>
                      <a:pt x="169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548;p54">
                <a:extLst>
                  <a:ext uri="{FF2B5EF4-FFF2-40B4-BE49-F238E27FC236}">
                    <a16:creationId xmlns:a16="http://schemas.microsoft.com/office/drawing/2014/main" id="{CCBFBCA4-FB21-267D-515E-EFA2122BA26B}"/>
                  </a:ext>
                </a:extLst>
              </p:cNvPr>
              <p:cNvSpPr/>
              <p:nvPr/>
            </p:nvSpPr>
            <p:spPr>
              <a:xfrm>
                <a:off x="1847450" y="2612075"/>
                <a:ext cx="29900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357" extrusionOk="0">
                    <a:moveTo>
                      <a:pt x="514" y="0"/>
                    </a:moveTo>
                    <a:cubicBezTo>
                      <a:pt x="316" y="81"/>
                      <a:pt x="140" y="205"/>
                      <a:pt x="0" y="367"/>
                    </a:cubicBezTo>
                    <a:cubicBezTo>
                      <a:pt x="30" y="704"/>
                      <a:pt x="264" y="1048"/>
                      <a:pt x="484" y="1356"/>
                    </a:cubicBezTo>
                    <a:lnTo>
                      <a:pt x="1195" y="785"/>
                    </a:lnTo>
                    <a:cubicBezTo>
                      <a:pt x="1027" y="477"/>
                      <a:pt x="792" y="213"/>
                      <a:pt x="5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549;p54">
                <a:extLst>
                  <a:ext uri="{FF2B5EF4-FFF2-40B4-BE49-F238E27FC236}">
                    <a16:creationId xmlns:a16="http://schemas.microsoft.com/office/drawing/2014/main" id="{23A34DEC-5600-8804-B15D-201ED2DA7D4A}"/>
                  </a:ext>
                </a:extLst>
              </p:cNvPr>
              <p:cNvSpPr/>
              <p:nvPr/>
            </p:nvSpPr>
            <p:spPr>
              <a:xfrm>
                <a:off x="1853125" y="2615375"/>
                <a:ext cx="1615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939" extrusionOk="0">
                    <a:moveTo>
                      <a:pt x="37" y="0"/>
                    </a:moveTo>
                    <a:lnTo>
                      <a:pt x="1" y="22"/>
                    </a:lnTo>
                    <a:lnTo>
                      <a:pt x="52" y="95"/>
                    </a:lnTo>
                    <a:cubicBezTo>
                      <a:pt x="213" y="359"/>
                      <a:pt x="389" y="616"/>
                      <a:pt x="565" y="872"/>
                    </a:cubicBezTo>
                    <a:lnTo>
                      <a:pt x="609" y="938"/>
                    </a:lnTo>
                    <a:lnTo>
                      <a:pt x="646" y="916"/>
                    </a:lnTo>
                    <a:cubicBezTo>
                      <a:pt x="551" y="785"/>
                      <a:pt x="463" y="645"/>
                      <a:pt x="367" y="513"/>
                    </a:cubicBezTo>
                    <a:cubicBezTo>
                      <a:pt x="257" y="345"/>
                      <a:pt x="147" y="169"/>
                      <a:pt x="37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550;p54">
                <a:extLst>
                  <a:ext uri="{FF2B5EF4-FFF2-40B4-BE49-F238E27FC236}">
                    <a16:creationId xmlns:a16="http://schemas.microsoft.com/office/drawing/2014/main" id="{A6F8D02E-F04F-D892-C42D-AEA56CFB2390}"/>
                  </a:ext>
                </a:extLst>
              </p:cNvPr>
              <p:cNvSpPr/>
              <p:nvPr/>
            </p:nvSpPr>
            <p:spPr>
              <a:xfrm>
                <a:off x="1849825" y="2618100"/>
                <a:ext cx="1432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573" h="999" extrusionOk="0">
                    <a:moveTo>
                      <a:pt x="30" y="1"/>
                    </a:moveTo>
                    <a:lnTo>
                      <a:pt x="1" y="30"/>
                    </a:lnTo>
                    <a:cubicBezTo>
                      <a:pt x="23" y="82"/>
                      <a:pt x="52" y="133"/>
                      <a:pt x="81" y="184"/>
                    </a:cubicBezTo>
                    <a:cubicBezTo>
                      <a:pt x="228" y="456"/>
                      <a:pt x="382" y="727"/>
                      <a:pt x="536" y="998"/>
                    </a:cubicBezTo>
                    <a:lnTo>
                      <a:pt x="573" y="969"/>
                    </a:lnTo>
                    <a:cubicBezTo>
                      <a:pt x="507" y="859"/>
                      <a:pt x="441" y="742"/>
                      <a:pt x="375" y="624"/>
                    </a:cubicBezTo>
                    <a:cubicBezTo>
                      <a:pt x="257" y="419"/>
                      <a:pt x="140" y="214"/>
                      <a:pt x="30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551;p54">
                <a:extLst>
                  <a:ext uri="{FF2B5EF4-FFF2-40B4-BE49-F238E27FC236}">
                    <a16:creationId xmlns:a16="http://schemas.microsoft.com/office/drawing/2014/main" id="{4B230246-7D66-44B0-C05C-F17E7FA7B221}"/>
                  </a:ext>
                </a:extLst>
              </p:cNvPr>
              <p:cNvSpPr/>
              <p:nvPr/>
            </p:nvSpPr>
            <p:spPr>
              <a:xfrm>
                <a:off x="1857350" y="2612975"/>
                <a:ext cx="17250" cy="216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866" extrusionOk="0">
                    <a:moveTo>
                      <a:pt x="44" y="1"/>
                    </a:moveTo>
                    <a:lnTo>
                      <a:pt x="0" y="15"/>
                    </a:lnTo>
                    <a:cubicBezTo>
                      <a:pt x="191" y="257"/>
                      <a:pt x="382" y="499"/>
                      <a:pt x="565" y="749"/>
                    </a:cubicBezTo>
                    <a:cubicBezTo>
                      <a:pt x="594" y="793"/>
                      <a:pt x="623" y="829"/>
                      <a:pt x="660" y="866"/>
                    </a:cubicBezTo>
                    <a:lnTo>
                      <a:pt x="689" y="844"/>
                    </a:lnTo>
                    <a:cubicBezTo>
                      <a:pt x="572" y="683"/>
                      <a:pt x="448" y="521"/>
                      <a:pt x="323" y="360"/>
                    </a:cubicBezTo>
                    <a:cubicBezTo>
                      <a:pt x="235" y="235"/>
                      <a:pt x="140" y="118"/>
                      <a:pt x="44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552;p54">
                <a:extLst>
                  <a:ext uri="{FF2B5EF4-FFF2-40B4-BE49-F238E27FC236}">
                    <a16:creationId xmlns:a16="http://schemas.microsoft.com/office/drawing/2014/main" id="{1DAAB7EE-9782-F2AE-CC2D-C0E6C8AF1434}"/>
                  </a:ext>
                </a:extLst>
              </p:cNvPr>
              <p:cNvSpPr/>
              <p:nvPr/>
            </p:nvSpPr>
            <p:spPr>
              <a:xfrm>
                <a:off x="1859550" y="2630775"/>
                <a:ext cx="17800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609" extrusionOk="0">
                    <a:moveTo>
                      <a:pt x="640" y="1"/>
                    </a:moveTo>
                    <a:cubicBezTo>
                      <a:pt x="584" y="1"/>
                      <a:pt x="490" y="31"/>
                      <a:pt x="338" y="154"/>
                    </a:cubicBezTo>
                    <a:cubicBezTo>
                      <a:pt x="37" y="396"/>
                      <a:pt x="0" y="608"/>
                      <a:pt x="0" y="608"/>
                    </a:cubicBezTo>
                    <a:cubicBezTo>
                      <a:pt x="169" y="579"/>
                      <a:pt x="323" y="506"/>
                      <a:pt x="462" y="396"/>
                    </a:cubicBezTo>
                    <a:cubicBezTo>
                      <a:pt x="579" y="308"/>
                      <a:pt x="667" y="176"/>
                      <a:pt x="711" y="29"/>
                    </a:cubicBezTo>
                    <a:cubicBezTo>
                      <a:pt x="711" y="29"/>
                      <a:pt x="694" y="1"/>
                      <a:pt x="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2553;p54">
                <a:extLst>
                  <a:ext uri="{FF2B5EF4-FFF2-40B4-BE49-F238E27FC236}">
                    <a16:creationId xmlns:a16="http://schemas.microsoft.com/office/drawing/2014/main" id="{D477438A-2E95-7480-F58C-2B759056E9CC}"/>
                  </a:ext>
                </a:extLst>
              </p:cNvPr>
              <p:cNvSpPr/>
              <p:nvPr/>
            </p:nvSpPr>
            <p:spPr>
              <a:xfrm>
                <a:off x="1784575" y="2642300"/>
                <a:ext cx="35950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976" extrusionOk="0">
                    <a:moveTo>
                      <a:pt x="1394" y="1"/>
                    </a:moveTo>
                    <a:cubicBezTo>
                      <a:pt x="946" y="8"/>
                      <a:pt x="499" y="89"/>
                      <a:pt x="81" y="243"/>
                    </a:cubicBezTo>
                    <a:cubicBezTo>
                      <a:pt x="1" y="448"/>
                      <a:pt x="1" y="668"/>
                      <a:pt x="67" y="881"/>
                    </a:cubicBezTo>
                    <a:cubicBezTo>
                      <a:pt x="250" y="952"/>
                      <a:pt x="477" y="975"/>
                      <a:pt x="720" y="975"/>
                    </a:cubicBezTo>
                    <a:cubicBezTo>
                      <a:pt x="953" y="975"/>
                      <a:pt x="1201" y="953"/>
                      <a:pt x="1438" y="932"/>
                    </a:cubicBezTo>
                    <a:lnTo>
                      <a:pt x="1394" y="1"/>
                    </a:ln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2554;p54">
                <a:extLst>
                  <a:ext uri="{FF2B5EF4-FFF2-40B4-BE49-F238E27FC236}">
                    <a16:creationId xmlns:a16="http://schemas.microsoft.com/office/drawing/2014/main" id="{F506C5A7-2B14-7873-4BCE-A239B2C0CFB2}"/>
                  </a:ext>
                </a:extLst>
              </p:cNvPr>
              <p:cNvSpPr/>
              <p:nvPr/>
            </p:nvSpPr>
            <p:spPr>
              <a:xfrm>
                <a:off x="1785125" y="2652750"/>
                <a:ext cx="3485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48" extrusionOk="0">
                    <a:moveTo>
                      <a:pt x="1394" y="1"/>
                    </a:moveTo>
                    <a:cubicBezTo>
                      <a:pt x="1188" y="23"/>
                      <a:pt x="983" y="37"/>
                      <a:pt x="770" y="52"/>
                    </a:cubicBezTo>
                    <a:cubicBezTo>
                      <a:pt x="514" y="74"/>
                      <a:pt x="257" y="89"/>
                      <a:pt x="1" y="103"/>
                    </a:cubicBezTo>
                    <a:lnTo>
                      <a:pt x="1" y="147"/>
                    </a:lnTo>
                    <a:lnTo>
                      <a:pt x="103" y="140"/>
                    </a:lnTo>
                    <a:cubicBezTo>
                      <a:pt x="499" y="118"/>
                      <a:pt x="895" y="89"/>
                      <a:pt x="1291" y="59"/>
                    </a:cubicBezTo>
                    <a:lnTo>
                      <a:pt x="1394" y="45"/>
                    </a:lnTo>
                    <a:lnTo>
                      <a:pt x="1394" y="1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2555;p54">
                <a:extLst>
                  <a:ext uri="{FF2B5EF4-FFF2-40B4-BE49-F238E27FC236}">
                    <a16:creationId xmlns:a16="http://schemas.microsoft.com/office/drawing/2014/main" id="{303596F7-5C8C-34A5-55B0-46B8B08675AC}"/>
                  </a:ext>
                </a:extLst>
              </p:cNvPr>
              <p:cNvSpPr/>
              <p:nvPr/>
            </p:nvSpPr>
            <p:spPr>
              <a:xfrm>
                <a:off x="1785300" y="2659350"/>
                <a:ext cx="35050" cy="167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7" extrusionOk="0">
                    <a:moveTo>
                      <a:pt x="1401" y="1"/>
                    </a:moveTo>
                    <a:cubicBezTo>
                      <a:pt x="1233" y="8"/>
                      <a:pt x="1064" y="15"/>
                      <a:pt x="903" y="15"/>
                    </a:cubicBezTo>
                    <a:cubicBezTo>
                      <a:pt x="690" y="20"/>
                      <a:pt x="478" y="26"/>
                      <a:pt x="265" y="26"/>
                    </a:cubicBezTo>
                    <a:cubicBezTo>
                      <a:pt x="177" y="26"/>
                      <a:pt x="89" y="25"/>
                      <a:pt x="1" y="23"/>
                    </a:cubicBezTo>
                    <a:lnTo>
                      <a:pt x="1" y="23"/>
                    </a:lnTo>
                    <a:cubicBezTo>
                      <a:pt x="1" y="37"/>
                      <a:pt x="1" y="52"/>
                      <a:pt x="8" y="67"/>
                    </a:cubicBezTo>
                    <a:lnTo>
                      <a:pt x="228" y="67"/>
                    </a:lnTo>
                    <a:cubicBezTo>
                      <a:pt x="617" y="67"/>
                      <a:pt x="1005" y="59"/>
                      <a:pt x="1401" y="45"/>
                    </a:cubicBez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2556;p54">
                <a:extLst>
                  <a:ext uri="{FF2B5EF4-FFF2-40B4-BE49-F238E27FC236}">
                    <a16:creationId xmlns:a16="http://schemas.microsoft.com/office/drawing/2014/main" id="{ED524AB3-BFB2-1C7F-EE14-79D0EC216998}"/>
                  </a:ext>
                </a:extLst>
              </p:cNvPr>
              <p:cNvSpPr/>
              <p:nvPr/>
            </p:nvSpPr>
            <p:spPr>
              <a:xfrm>
                <a:off x="1785500" y="2645975"/>
                <a:ext cx="34100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1364" h="221" extrusionOk="0">
                    <a:moveTo>
                      <a:pt x="1364" y="0"/>
                    </a:moveTo>
                    <a:cubicBezTo>
                      <a:pt x="1107" y="30"/>
                      <a:pt x="851" y="59"/>
                      <a:pt x="594" y="96"/>
                    </a:cubicBezTo>
                    <a:cubicBezTo>
                      <a:pt x="396" y="118"/>
                      <a:pt x="206" y="147"/>
                      <a:pt x="15" y="176"/>
                    </a:cubicBezTo>
                    <a:cubicBezTo>
                      <a:pt x="15" y="191"/>
                      <a:pt x="8" y="206"/>
                      <a:pt x="0" y="220"/>
                    </a:cubicBezTo>
                    <a:cubicBezTo>
                      <a:pt x="396" y="162"/>
                      <a:pt x="785" y="110"/>
                      <a:pt x="1173" y="66"/>
                    </a:cubicBezTo>
                    <a:lnTo>
                      <a:pt x="1364" y="44"/>
                    </a:lnTo>
                    <a:lnTo>
                      <a:pt x="1364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2557;p54">
                <a:extLst>
                  <a:ext uri="{FF2B5EF4-FFF2-40B4-BE49-F238E27FC236}">
                    <a16:creationId xmlns:a16="http://schemas.microsoft.com/office/drawing/2014/main" id="{BC8D853F-F00C-ABCD-84E3-289B0A963DD5}"/>
                  </a:ext>
                </a:extLst>
              </p:cNvPr>
              <p:cNvSpPr/>
              <p:nvPr/>
            </p:nvSpPr>
            <p:spPr>
              <a:xfrm>
                <a:off x="1815000" y="2642300"/>
                <a:ext cx="9000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932" extrusionOk="0">
                    <a:moveTo>
                      <a:pt x="177" y="1"/>
                    </a:moveTo>
                    <a:cubicBezTo>
                      <a:pt x="177" y="1"/>
                      <a:pt x="1" y="8"/>
                      <a:pt x="15" y="397"/>
                    </a:cubicBezTo>
                    <a:cubicBezTo>
                      <a:pt x="30" y="785"/>
                      <a:pt x="221" y="932"/>
                      <a:pt x="221" y="932"/>
                    </a:cubicBezTo>
                    <a:cubicBezTo>
                      <a:pt x="316" y="771"/>
                      <a:pt x="360" y="587"/>
                      <a:pt x="360" y="404"/>
                    </a:cubicBezTo>
                    <a:cubicBezTo>
                      <a:pt x="353" y="250"/>
                      <a:pt x="287" y="103"/>
                      <a:pt x="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2558;p54">
                <a:extLst>
                  <a:ext uri="{FF2B5EF4-FFF2-40B4-BE49-F238E27FC236}">
                    <a16:creationId xmlns:a16="http://schemas.microsoft.com/office/drawing/2014/main" id="{FD5F9286-F203-BA07-0A09-9403C61CCE1A}"/>
                  </a:ext>
                </a:extLst>
              </p:cNvPr>
              <p:cNvSpPr/>
              <p:nvPr/>
            </p:nvSpPr>
            <p:spPr>
              <a:xfrm>
                <a:off x="1949000" y="2602725"/>
                <a:ext cx="21275" cy="220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80" extrusionOk="0">
                    <a:moveTo>
                      <a:pt x="616" y="0"/>
                    </a:moveTo>
                    <a:cubicBezTo>
                      <a:pt x="403" y="73"/>
                      <a:pt x="191" y="293"/>
                      <a:pt x="0" y="499"/>
                    </a:cubicBezTo>
                    <a:lnTo>
                      <a:pt x="374" y="880"/>
                    </a:lnTo>
                    <a:cubicBezTo>
                      <a:pt x="565" y="704"/>
                      <a:pt x="726" y="506"/>
                      <a:pt x="851" y="279"/>
                    </a:cubicBezTo>
                    <a:cubicBezTo>
                      <a:pt x="807" y="161"/>
                      <a:pt x="719" y="66"/>
                      <a:pt x="616" y="0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2559;p54">
                <a:extLst>
                  <a:ext uri="{FF2B5EF4-FFF2-40B4-BE49-F238E27FC236}">
                    <a16:creationId xmlns:a16="http://schemas.microsoft.com/office/drawing/2014/main" id="{2A722EF1-7AA4-7037-F0F3-58C1964CED50}"/>
                  </a:ext>
                </a:extLst>
              </p:cNvPr>
              <p:cNvSpPr/>
              <p:nvPr/>
            </p:nvSpPr>
            <p:spPr>
              <a:xfrm>
                <a:off x="1953750" y="2605650"/>
                <a:ext cx="1450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587" extrusionOk="0">
                    <a:moveTo>
                      <a:pt x="565" y="0"/>
                    </a:moveTo>
                    <a:lnTo>
                      <a:pt x="521" y="44"/>
                    </a:lnTo>
                    <a:cubicBezTo>
                      <a:pt x="353" y="198"/>
                      <a:pt x="191" y="360"/>
                      <a:pt x="45" y="528"/>
                    </a:cubicBezTo>
                    <a:lnTo>
                      <a:pt x="1" y="572"/>
                    </a:lnTo>
                    <a:lnTo>
                      <a:pt x="15" y="587"/>
                    </a:lnTo>
                    <a:cubicBezTo>
                      <a:pt x="96" y="499"/>
                      <a:pt x="184" y="418"/>
                      <a:pt x="265" y="330"/>
                    </a:cubicBezTo>
                    <a:cubicBezTo>
                      <a:pt x="367" y="228"/>
                      <a:pt x="477" y="125"/>
                      <a:pt x="580" y="22"/>
                    </a:cubicBezTo>
                    <a:lnTo>
                      <a:pt x="565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2560;p54">
                <a:extLst>
                  <a:ext uri="{FF2B5EF4-FFF2-40B4-BE49-F238E27FC236}">
                    <a16:creationId xmlns:a16="http://schemas.microsoft.com/office/drawing/2014/main" id="{2EA33975-77D4-02A7-5BED-6A7AF9507375}"/>
                  </a:ext>
                </a:extLst>
              </p:cNvPr>
              <p:cNvSpPr/>
              <p:nvPr/>
            </p:nvSpPr>
            <p:spPr>
              <a:xfrm>
                <a:off x="1951000" y="2603825"/>
                <a:ext cx="15425" cy="13750"/>
              </a:xfrm>
              <a:custGeom>
                <a:avLst/>
                <a:gdLst/>
                <a:ahLst/>
                <a:cxnLst/>
                <a:rect l="l" t="t" r="r" b="b"/>
                <a:pathLst>
                  <a:path w="617" h="550" extrusionOk="0">
                    <a:moveTo>
                      <a:pt x="595" y="0"/>
                    </a:moveTo>
                    <a:lnTo>
                      <a:pt x="507" y="81"/>
                    </a:lnTo>
                    <a:cubicBezTo>
                      <a:pt x="331" y="227"/>
                      <a:pt x="162" y="381"/>
                      <a:pt x="1" y="535"/>
                    </a:cubicBezTo>
                    <a:lnTo>
                      <a:pt x="15" y="550"/>
                    </a:lnTo>
                    <a:lnTo>
                      <a:pt x="228" y="359"/>
                    </a:lnTo>
                    <a:cubicBezTo>
                      <a:pt x="353" y="242"/>
                      <a:pt x="485" y="125"/>
                      <a:pt x="617" y="15"/>
                    </a:cubicBezTo>
                    <a:lnTo>
                      <a:pt x="595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561;p54">
                <a:extLst>
                  <a:ext uri="{FF2B5EF4-FFF2-40B4-BE49-F238E27FC236}">
                    <a16:creationId xmlns:a16="http://schemas.microsoft.com/office/drawing/2014/main" id="{C7869E5F-D239-ADB5-D255-FA8B5552EC4F}"/>
                  </a:ext>
                </a:extLst>
              </p:cNvPr>
              <p:cNvSpPr/>
              <p:nvPr/>
            </p:nvSpPr>
            <p:spPr>
              <a:xfrm>
                <a:off x="1956325" y="2608025"/>
                <a:ext cx="13400" cy="15250"/>
              </a:xfrm>
              <a:custGeom>
                <a:avLst/>
                <a:gdLst/>
                <a:ahLst/>
                <a:cxnLst/>
                <a:rect l="l" t="t" r="r" b="b"/>
                <a:pathLst>
                  <a:path w="536" h="610" extrusionOk="0">
                    <a:moveTo>
                      <a:pt x="521" y="1"/>
                    </a:moveTo>
                    <a:cubicBezTo>
                      <a:pt x="374" y="169"/>
                      <a:pt x="228" y="338"/>
                      <a:pt x="74" y="507"/>
                    </a:cubicBezTo>
                    <a:cubicBezTo>
                      <a:pt x="52" y="536"/>
                      <a:pt x="30" y="558"/>
                      <a:pt x="0" y="587"/>
                    </a:cubicBezTo>
                    <a:lnTo>
                      <a:pt x="22" y="609"/>
                    </a:lnTo>
                    <a:cubicBezTo>
                      <a:pt x="118" y="499"/>
                      <a:pt x="220" y="382"/>
                      <a:pt x="316" y="272"/>
                    </a:cubicBezTo>
                    <a:lnTo>
                      <a:pt x="536" y="23"/>
                    </a:lnTo>
                    <a:lnTo>
                      <a:pt x="521" y="1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2562;p54">
                <a:extLst>
                  <a:ext uri="{FF2B5EF4-FFF2-40B4-BE49-F238E27FC236}">
                    <a16:creationId xmlns:a16="http://schemas.microsoft.com/office/drawing/2014/main" id="{9D4A0FF8-08F5-BC1C-CE72-F2B8D2D8BC7D}"/>
                  </a:ext>
                </a:extLst>
              </p:cNvPr>
              <p:cNvSpPr/>
              <p:nvPr/>
            </p:nvSpPr>
            <p:spPr>
              <a:xfrm>
                <a:off x="1949000" y="2615175"/>
                <a:ext cx="112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382" extrusionOk="0">
                    <a:moveTo>
                      <a:pt x="0" y="1"/>
                    </a:moveTo>
                    <a:cubicBezTo>
                      <a:pt x="22" y="96"/>
                      <a:pt x="66" y="191"/>
                      <a:pt x="139" y="272"/>
                    </a:cubicBezTo>
                    <a:cubicBezTo>
                      <a:pt x="198" y="338"/>
                      <a:pt x="286" y="375"/>
                      <a:pt x="374" y="382"/>
                    </a:cubicBezTo>
                    <a:cubicBezTo>
                      <a:pt x="374" y="382"/>
                      <a:pt x="447" y="309"/>
                      <a:pt x="293" y="147"/>
                    </a:cubicBezTo>
                    <a:cubicBezTo>
                      <a:pt x="220" y="59"/>
                      <a:pt x="117" y="1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2563;p54">
                <a:extLst>
                  <a:ext uri="{FF2B5EF4-FFF2-40B4-BE49-F238E27FC236}">
                    <a16:creationId xmlns:a16="http://schemas.microsoft.com/office/drawing/2014/main" id="{58865000-6525-E724-11B4-2D19D1B796A8}"/>
                  </a:ext>
                </a:extLst>
              </p:cNvPr>
              <p:cNvSpPr/>
              <p:nvPr/>
            </p:nvSpPr>
            <p:spPr>
              <a:xfrm>
                <a:off x="1770475" y="2610125"/>
                <a:ext cx="29900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80" extrusionOk="0">
                    <a:moveTo>
                      <a:pt x="1079" y="0"/>
                    </a:moveTo>
                    <a:cubicBezTo>
                      <a:pt x="1071" y="0"/>
                      <a:pt x="1063" y="2"/>
                      <a:pt x="1056" y="5"/>
                    </a:cubicBezTo>
                    <a:lnTo>
                      <a:pt x="293" y="342"/>
                    </a:lnTo>
                    <a:cubicBezTo>
                      <a:pt x="279" y="349"/>
                      <a:pt x="271" y="357"/>
                      <a:pt x="264" y="364"/>
                    </a:cubicBezTo>
                    <a:cubicBezTo>
                      <a:pt x="73" y="606"/>
                      <a:pt x="0" y="863"/>
                      <a:pt x="73" y="1126"/>
                    </a:cubicBezTo>
                    <a:cubicBezTo>
                      <a:pt x="79" y="1159"/>
                      <a:pt x="108" y="1179"/>
                      <a:pt x="137" y="1179"/>
                    </a:cubicBezTo>
                    <a:cubicBezTo>
                      <a:pt x="148" y="1179"/>
                      <a:pt x="159" y="1176"/>
                      <a:pt x="169" y="1170"/>
                    </a:cubicBezTo>
                    <a:lnTo>
                      <a:pt x="887" y="819"/>
                    </a:lnTo>
                    <a:cubicBezTo>
                      <a:pt x="938" y="789"/>
                      <a:pt x="975" y="753"/>
                      <a:pt x="1004" y="709"/>
                    </a:cubicBezTo>
                    <a:cubicBezTo>
                      <a:pt x="1122" y="511"/>
                      <a:pt x="1195" y="247"/>
                      <a:pt x="1144" y="56"/>
                    </a:cubicBezTo>
                    <a:cubicBezTo>
                      <a:pt x="1138" y="21"/>
                      <a:pt x="1109" y="0"/>
                      <a:pt x="107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2564;p54">
                <a:extLst>
                  <a:ext uri="{FF2B5EF4-FFF2-40B4-BE49-F238E27FC236}">
                    <a16:creationId xmlns:a16="http://schemas.microsoft.com/office/drawing/2014/main" id="{656DBD99-4860-321C-CA1F-481390640452}"/>
                  </a:ext>
                </a:extLst>
              </p:cNvPr>
              <p:cNvSpPr/>
              <p:nvPr/>
            </p:nvSpPr>
            <p:spPr>
              <a:xfrm>
                <a:off x="1772675" y="2619975"/>
                <a:ext cx="8250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330" h="691" extrusionOk="0">
                    <a:moveTo>
                      <a:pt x="228" y="1"/>
                    </a:moveTo>
                    <a:cubicBezTo>
                      <a:pt x="218" y="1"/>
                      <a:pt x="207" y="5"/>
                      <a:pt x="198" y="14"/>
                    </a:cubicBezTo>
                    <a:cubicBezTo>
                      <a:pt x="51" y="197"/>
                      <a:pt x="0" y="439"/>
                      <a:pt x="59" y="667"/>
                    </a:cubicBezTo>
                    <a:cubicBezTo>
                      <a:pt x="63" y="680"/>
                      <a:pt x="78" y="690"/>
                      <a:pt x="94" y="690"/>
                    </a:cubicBezTo>
                    <a:cubicBezTo>
                      <a:pt x="105" y="690"/>
                      <a:pt x="116" y="686"/>
                      <a:pt x="125" y="674"/>
                    </a:cubicBezTo>
                    <a:cubicBezTo>
                      <a:pt x="330" y="425"/>
                      <a:pt x="330" y="190"/>
                      <a:pt x="264" y="21"/>
                    </a:cubicBezTo>
                    <a:cubicBezTo>
                      <a:pt x="255" y="9"/>
                      <a:pt x="242" y="1"/>
                      <a:pt x="2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565;p54">
                <a:extLst>
                  <a:ext uri="{FF2B5EF4-FFF2-40B4-BE49-F238E27FC236}">
                    <a16:creationId xmlns:a16="http://schemas.microsoft.com/office/drawing/2014/main" id="{4DCE6784-D969-9D4B-55C0-BC3363040B7D}"/>
                  </a:ext>
                </a:extLst>
              </p:cNvPr>
              <p:cNvSpPr/>
              <p:nvPr/>
            </p:nvSpPr>
            <p:spPr>
              <a:xfrm>
                <a:off x="2044125" y="2657950"/>
                <a:ext cx="15050" cy="233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934" extrusionOk="0">
                    <a:moveTo>
                      <a:pt x="134" y="1"/>
                    </a:moveTo>
                    <a:cubicBezTo>
                      <a:pt x="108" y="1"/>
                      <a:pt x="81" y="20"/>
                      <a:pt x="81" y="49"/>
                    </a:cubicBezTo>
                    <a:lnTo>
                      <a:pt x="15" y="365"/>
                    </a:lnTo>
                    <a:cubicBezTo>
                      <a:pt x="0" y="409"/>
                      <a:pt x="8" y="460"/>
                      <a:pt x="30" y="504"/>
                    </a:cubicBezTo>
                    <a:cubicBezTo>
                      <a:pt x="110" y="687"/>
                      <a:pt x="257" y="870"/>
                      <a:pt x="418" y="929"/>
                    </a:cubicBezTo>
                    <a:cubicBezTo>
                      <a:pt x="426" y="932"/>
                      <a:pt x="434" y="934"/>
                      <a:pt x="441" y="934"/>
                    </a:cubicBezTo>
                    <a:cubicBezTo>
                      <a:pt x="469" y="934"/>
                      <a:pt x="493" y="914"/>
                      <a:pt x="499" y="885"/>
                    </a:cubicBezTo>
                    <a:lnTo>
                      <a:pt x="602" y="555"/>
                    </a:lnTo>
                    <a:cubicBezTo>
                      <a:pt x="602" y="541"/>
                      <a:pt x="602" y="533"/>
                      <a:pt x="602" y="526"/>
                    </a:cubicBezTo>
                    <a:cubicBezTo>
                      <a:pt x="543" y="284"/>
                      <a:pt x="382" y="93"/>
                      <a:pt x="154" y="5"/>
                    </a:cubicBezTo>
                    <a:cubicBezTo>
                      <a:pt x="148" y="2"/>
                      <a:pt x="141" y="1"/>
                      <a:pt x="1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566;p54">
                <a:extLst>
                  <a:ext uri="{FF2B5EF4-FFF2-40B4-BE49-F238E27FC236}">
                    <a16:creationId xmlns:a16="http://schemas.microsoft.com/office/drawing/2014/main" id="{4CA576AD-D9F8-4046-8198-D16A4C3A087F}"/>
                  </a:ext>
                </a:extLst>
              </p:cNvPr>
              <p:cNvSpPr/>
              <p:nvPr/>
            </p:nvSpPr>
            <p:spPr>
              <a:xfrm>
                <a:off x="2047075" y="2660225"/>
                <a:ext cx="11000" cy="11800"/>
              </a:xfrm>
              <a:custGeom>
                <a:avLst/>
                <a:gdLst/>
                <a:ahLst/>
                <a:cxnLst/>
                <a:rect l="l" t="t" r="r" b="b"/>
                <a:pathLst>
                  <a:path w="440" h="472" extrusionOk="0">
                    <a:moveTo>
                      <a:pt x="40" y="1"/>
                    </a:moveTo>
                    <a:cubicBezTo>
                      <a:pt x="16" y="1"/>
                      <a:pt x="1" y="20"/>
                      <a:pt x="7" y="39"/>
                    </a:cubicBezTo>
                    <a:cubicBezTo>
                      <a:pt x="80" y="310"/>
                      <a:pt x="249" y="435"/>
                      <a:pt x="403" y="472"/>
                    </a:cubicBezTo>
                    <a:cubicBezTo>
                      <a:pt x="425" y="472"/>
                      <a:pt x="440" y="450"/>
                      <a:pt x="432" y="428"/>
                    </a:cubicBezTo>
                    <a:cubicBezTo>
                      <a:pt x="381" y="230"/>
                      <a:pt x="242" y="76"/>
                      <a:pt x="51" y="2"/>
                    </a:cubicBezTo>
                    <a:cubicBezTo>
                      <a:pt x="47" y="1"/>
                      <a:pt x="43" y="1"/>
                      <a:pt x="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567;p54">
                <a:extLst>
                  <a:ext uri="{FF2B5EF4-FFF2-40B4-BE49-F238E27FC236}">
                    <a16:creationId xmlns:a16="http://schemas.microsoft.com/office/drawing/2014/main" id="{E2FC75F7-3EB4-D3DE-2C29-AC6997360762}"/>
                  </a:ext>
                </a:extLst>
              </p:cNvPr>
              <p:cNvSpPr/>
              <p:nvPr/>
            </p:nvSpPr>
            <p:spPr>
              <a:xfrm>
                <a:off x="2001225" y="2707200"/>
                <a:ext cx="24225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969" h="584" extrusionOk="0">
                    <a:moveTo>
                      <a:pt x="558" y="0"/>
                    </a:moveTo>
                    <a:cubicBezTo>
                      <a:pt x="316" y="44"/>
                      <a:pt x="118" y="198"/>
                      <a:pt x="15" y="418"/>
                    </a:cubicBezTo>
                    <a:cubicBezTo>
                      <a:pt x="1" y="447"/>
                      <a:pt x="23" y="491"/>
                      <a:pt x="59" y="499"/>
                    </a:cubicBezTo>
                    <a:lnTo>
                      <a:pt x="367" y="579"/>
                    </a:lnTo>
                    <a:cubicBezTo>
                      <a:pt x="383" y="582"/>
                      <a:pt x="400" y="584"/>
                      <a:pt x="418" y="584"/>
                    </a:cubicBezTo>
                    <a:cubicBezTo>
                      <a:pt x="448" y="584"/>
                      <a:pt x="479" y="579"/>
                      <a:pt x="507" y="565"/>
                    </a:cubicBezTo>
                    <a:cubicBezTo>
                      <a:pt x="690" y="491"/>
                      <a:pt x="888" y="359"/>
                      <a:pt x="954" y="198"/>
                    </a:cubicBezTo>
                    <a:cubicBezTo>
                      <a:pt x="969" y="169"/>
                      <a:pt x="947" y="132"/>
                      <a:pt x="917" y="118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2568;p54">
                <a:extLst>
                  <a:ext uri="{FF2B5EF4-FFF2-40B4-BE49-F238E27FC236}">
                    <a16:creationId xmlns:a16="http://schemas.microsoft.com/office/drawing/2014/main" id="{33F0A6B0-4E0E-DEC3-9566-D52FA0868268}"/>
                  </a:ext>
                </a:extLst>
              </p:cNvPr>
              <p:cNvSpPr/>
              <p:nvPr/>
            </p:nvSpPr>
            <p:spPr>
              <a:xfrm>
                <a:off x="2003650" y="2708250"/>
                <a:ext cx="12425" cy="1017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407" extrusionOk="0">
                    <a:moveTo>
                      <a:pt x="462" y="1"/>
                    </a:moveTo>
                    <a:cubicBezTo>
                      <a:pt x="459" y="1"/>
                      <a:pt x="457" y="1"/>
                      <a:pt x="454" y="2"/>
                    </a:cubicBezTo>
                    <a:cubicBezTo>
                      <a:pt x="256" y="46"/>
                      <a:pt x="87" y="186"/>
                      <a:pt x="6" y="369"/>
                    </a:cubicBezTo>
                    <a:cubicBezTo>
                      <a:pt x="0" y="388"/>
                      <a:pt x="16" y="407"/>
                      <a:pt x="34" y="407"/>
                    </a:cubicBezTo>
                    <a:cubicBezTo>
                      <a:pt x="37" y="407"/>
                      <a:pt x="40" y="406"/>
                      <a:pt x="43" y="405"/>
                    </a:cubicBezTo>
                    <a:cubicBezTo>
                      <a:pt x="322" y="347"/>
                      <a:pt x="446" y="193"/>
                      <a:pt x="490" y="39"/>
                    </a:cubicBezTo>
                    <a:cubicBezTo>
                      <a:pt x="497" y="20"/>
                      <a:pt x="481" y="1"/>
                      <a:pt x="4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569;p54">
                <a:extLst>
                  <a:ext uri="{FF2B5EF4-FFF2-40B4-BE49-F238E27FC236}">
                    <a16:creationId xmlns:a16="http://schemas.microsoft.com/office/drawing/2014/main" id="{A6BDF957-6A5B-7791-02A2-DC763942B28A}"/>
                  </a:ext>
                </a:extLst>
              </p:cNvPr>
              <p:cNvSpPr/>
              <p:nvPr/>
            </p:nvSpPr>
            <p:spPr>
              <a:xfrm>
                <a:off x="1984175" y="2665575"/>
                <a:ext cx="28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784" extrusionOk="0">
                    <a:moveTo>
                      <a:pt x="169" y="1"/>
                    </a:moveTo>
                    <a:lnTo>
                      <a:pt x="1" y="668"/>
                    </a:lnTo>
                    <a:cubicBezTo>
                      <a:pt x="262" y="741"/>
                      <a:pt x="538" y="784"/>
                      <a:pt x="813" y="784"/>
                    </a:cubicBezTo>
                    <a:cubicBezTo>
                      <a:pt x="870" y="784"/>
                      <a:pt x="927" y="782"/>
                      <a:pt x="983" y="778"/>
                    </a:cubicBezTo>
                    <a:cubicBezTo>
                      <a:pt x="1079" y="646"/>
                      <a:pt x="1130" y="492"/>
                      <a:pt x="1130" y="331"/>
                    </a:cubicBezTo>
                    <a:cubicBezTo>
                      <a:pt x="903" y="148"/>
                      <a:pt x="521" y="60"/>
                      <a:pt x="16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2570;p54">
                <a:extLst>
                  <a:ext uri="{FF2B5EF4-FFF2-40B4-BE49-F238E27FC236}">
                    <a16:creationId xmlns:a16="http://schemas.microsoft.com/office/drawing/2014/main" id="{39BB583A-FAA5-EE51-B0A3-12B2A908A6E4}"/>
                  </a:ext>
                </a:extLst>
              </p:cNvPr>
              <p:cNvSpPr/>
              <p:nvPr/>
            </p:nvSpPr>
            <p:spPr>
              <a:xfrm>
                <a:off x="1986025" y="2673650"/>
                <a:ext cx="2550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265" extrusionOk="0">
                    <a:moveTo>
                      <a:pt x="8" y="1"/>
                    </a:moveTo>
                    <a:lnTo>
                      <a:pt x="0" y="30"/>
                    </a:lnTo>
                    <a:cubicBezTo>
                      <a:pt x="154" y="67"/>
                      <a:pt x="301" y="96"/>
                      <a:pt x="455" y="132"/>
                    </a:cubicBezTo>
                    <a:cubicBezTo>
                      <a:pt x="638" y="169"/>
                      <a:pt x="829" y="220"/>
                      <a:pt x="1012" y="264"/>
                    </a:cubicBezTo>
                    <a:lnTo>
                      <a:pt x="1019" y="235"/>
                    </a:lnTo>
                    <a:lnTo>
                      <a:pt x="946" y="213"/>
                    </a:lnTo>
                    <a:cubicBezTo>
                      <a:pt x="660" y="147"/>
                      <a:pt x="374" y="81"/>
                      <a:pt x="88" y="15"/>
                    </a:cubicBezTo>
                    <a:lnTo>
                      <a:pt x="8" y="1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2571;p54">
                <a:extLst>
                  <a:ext uri="{FF2B5EF4-FFF2-40B4-BE49-F238E27FC236}">
                    <a16:creationId xmlns:a16="http://schemas.microsoft.com/office/drawing/2014/main" id="{3E77D8B8-C18A-64A1-A5A5-0A6B5BCE4971}"/>
                  </a:ext>
                </a:extLst>
              </p:cNvPr>
              <p:cNvSpPr/>
              <p:nvPr/>
            </p:nvSpPr>
            <p:spPr>
              <a:xfrm>
                <a:off x="1987300" y="2668875"/>
                <a:ext cx="24950" cy="810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324" extrusionOk="0">
                    <a:moveTo>
                      <a:pt x="8" y="1"/>
                    </a:moveTo>
                    <a:lnTo>
                      <a:pt x="1" y="30"/>
                    </a:lnTo>
                    <a:cubicBezTo>
                      <a:pt x="118" y="67"/>
                      <a:pt x="235" y="96"/>
                      <a:pt x="360" y="133"/>
                    </a:cubicBezTo>
                    <a:cubicBezTo>
                      <a:pt x="572" y="192"/>
                      <a:pt x="785" y="258"/>
                      <a:pt x="998" y="323"/>
                    </a:cubicBezTo>
                    <a:lnTo>
                      <a:pt x="998" y="287"/>
                    </a:lnTo>
                    <a:lnTo>
                      <a:pt x="844" y="243"/>
                    </a:lnTo>
                    <a:cubicBezTo>
                      <a:pt x="565" y="155"/>
                      <a:pt x="286" y="74"/>
                      <a:pt x="8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2572;p54">
                <a:extLst>
                  <a:ext uri="{FF2B5EF4-FFF2-40B4-BE49-F238E27FC236}">
                    <a16:creationId xmlns:a16="http://schemas.microsoft.com/office/drawing/2014/main" id="{B78AC122-BF92-E448-AEB2-EAF73FB5BABF}"/>
                  </a:ext>
                </a:extLst>
              </p:cNvPr>
              <p:cNvSpPr/>
              <p:nvPr/>
            </p:nvSpPr>
            <p:spPr>
              <a:xfrm>
                <a:off x="1984925" y="2678600"/>
                <a:ext cx="253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99" extrusionOk="0">
                    <a:moveTo>
                      <a:pt x="8" y="0"/>
                    </a:moveTo>
                    <a:lnTo>
                      <a:pt x="0" y="37"/>
                    </a:lnTo>
                    <a:cubicBezTo>
                      <a:pt x="191" y="66"/>
                      <a:pt x="374" y="103"/>
                      <a:pt x="565" y="132"/>
                    </a:cubicBezTo>
                    <a:lnTo>
                      <a:pt x="997" y="198"/>
                    </a:lnTo>
                    <a:cubicBezTo>
                      <a:pt x="997" y="191"/>
                      <a:pt x="1005" y="184"/>
                      <a:pt x="1012" y="169"/>
                    </a:cubicBezTo>
                    <a:cubicBezTo>
                      <a:pt x="726" y="125"/>
                      <a:pt x="433" y="81"/>
                      <a:pt x="147" y="30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2573;p54">
                <a:extLst>
                  <a:ext uri="{FF2B5EF4-FFF2-40B4-BE49-F238E27FC236}">
                    <a16:creationId xmlns:a16="http://schemas.microsoft.com/office/drawing/2014/main" id="{F2445D7F-270A-E6B7-0483-B607FB9687CA}"/>
                  </a:ext>
                </a:extLst>
              </p:cNvPr>
              <p:cNvSpPr/>
              <p:nvPr/>
            </p:nvSpPr>
            <p:spPr>
              <a:xfrm>
                <a:off x="1982350" y="2665575"/>
                <a:ext cx="8650" cy="16725"/>
              </a:xfrm>
              <a:custGeom>
                <a:avLst/>
                <a:gdLst/>
                <a:ahLst/>
                <a:cxnLst/>
                <a:rect l="l" t="t" r="r" b="b"/>
                <a:pathLst>
                  <a:path w="346" h="669" extrusionOk="0">
                    <a:moveTo>
                      <a:pt x="242" y="1"/>
                    </a:moveTo>
                    <a:cubicBezTo>
                      <a:pt x="140" y="89"/>
                      <a:pt x="67" y="206"/>
                      <a:pt x="37" y="338"/>
                    </a:cubicBezTo>
                    <a:cubicBezTo>
                      <a:pt x="1" y="448"/>
                      <a:pt x="15" y="565"/>
                      <a:pt x="74" y="668"/>
                    </a:cubicBezTo>
                    <a:cubicBezTo>
                      <a:pt x="74" y="668"/>
                      <a:pt x="78" y="669"/>
                      <a:pt x="84" y="669"/>
                    </a:cubicBezTo>
                    <a:cubicBezTo>
                      <a:pt x="116" y="669"/>
                      <a:pt x="211" y="649"/>
                      <a:pt x="272" y="419"/>
                    </a:cubicBezTo>
                    <a:cubicBezTo>
                      <a:pt x="345" y="140"/>
                      <a:pt x="242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2574;p54">
                <a:extLst>
                  <a:ext uri="{FF2B5EF4-FFF2-40B4-BE49-F238E27FC236}">
                    <a16:creationId xmlns:a16="http://schemas.microsoft.com/office/drawing/2014/main" id="{E96629E1-0DCB-9CB4-9426-F45082ADEE4E}"/>
                  </a:ext>
                </a:extLst>
              </p:cNvPr>
              <p:cNvSpPr/>
              <p:nvPr/>
            </p:nvSpPr>
            <p:spPr>
              <a:xfrm>
                <a:off x="1938175" y="2679325"/>
                <a:ext cx="16150" cy="2092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837" extrusionOk="0">
                    <a:moveTo>
                      <a:pt x="521" y="1"/>
                    </a:moveTo>
                    <a:lnTo>
                      <a:pt x="1" y="89"/>
                    </a:lnTo>
                    <a:cubicBezTo>
                      <a:pt x="30" y="345"/>
                      <a:pt x="103" y="595"/>
                      <a:pt x="221" y="822"/>
                    </a:cubicBezTo>
                    <a:cubicBezTo>
                      <a:pt x="263" y="832"/>
                      <a:pt x="306" y="837"/>
                      <a:pt x="349" y="837"/>
                    </a:cubicBezTo>
                    <a:cubicBezTo>
                      <a:pt x="430" y="837"/>
                      <a:pt x="510" y="819"/>
                      <a:pt x="587" y="785"/>
                    </a:cubicBezTo>
                    <a:cubicBezTo>
                      <a:pt x="646" y="565"/>
                      <a:pt x="587" y="265"/>
                      <a:pt x="52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2575;p54">
                <a:extLst>
                  <a:ext uri="{FF2B5EF4-FFF2-40B4-BE49-F238E27FC236}">
                    <a16:creationId xmlns:a16="http://schemas.microsoft.com/office/drawing/2014/main" id="{44001761-FEC2-8F6F-7EA8-A38AF483CFF9}"/>
                  </a:ext>
                </a:extLst>
              </p:cNvPr>
              <p:cNvSpPr/>
              <p:nvPr/>
            </p:nvSpPr>
            <p:spPr>
              <a:xfrm>
                <a:off x="1944225" y="2680250"/>
                <a:ext cx="425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70" h="785" extrusionOk="0">
                    <a:moveTo>
                      <a:pt x="1" y="0"/>
                    </a:moveTo>
                    <a:cubicBezTo>
                      <a:pt x="23" y="118"/>
                      <a:pt x="45" y="235"/>
                      <a:pt x="67" y="345"/>
                    </a:cubicBezTo>
                    <a:cubicBezTo>
                      <a:pt x="96" y="492"/>
                      <a:pt x="118" y="638"/>
                      <a:pt x="147" y="785"/>
                    </a:cubicBezTo>
                    <a:lnTo>
                      <a:pt x="169" y="785"/>
                    </a:lnTo>
                    <a:cubicBezTo>
                      <a:pt x="169" y="763"/>
                      <a:pt x="162" y="748"/>
                      <a:pt x="162" y="726"/>
                    </a:cubicBezTo>
                    <a:cubicBezTo>
                      <a:pt x="118" y="499"/>
                      <a:pt x="81" y="279"/>
                      <a:pt x="37" y="59"/>
                    </a:cubicBezTo>
                    <a:cubicBezTo>
                      <a:pt x="30" y="37"/>
                      <a:pt x="23" y="22"/>
                      <a:pt x="23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2576;p54">
                <a:extLst>
                  <a:ext uri="{FF2B5EF4-FFF2-40B4-BE49-F238E27FC236}">
                    <a16:creationId xmlns:a16="http://schemas.microsoft.com/office/drawing/2014/main" id="{DD517022-9BAF-73B9-67A7-705206645DDD}"/>
                  </a:ext>
                </a:extLst>
              </p:cNvPr>
              <p:cNvSpPr/>
              <p:nvPr/>
            </p:nvSpPr>
            <p:spPr>
              <a:xfrm>
                <a:off x="1947900" y="2679525"/>
                <a:ext cx="3125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00" extrusionOk="0">
                    <a:moveTo>
                      <a:pt x="22" y="0"/>
                    </a:moveTo>
                    <a:lnTo>
                      <a:pt x="0" y="7"/>
                    </a:lnTo>
                    <a:cubicBezTo>
                      <a:pt x="15" y="103"/>
                      <a:pt x="30" y="198"/>
                      <a:pt x="37" y="293"/>
                    </a:cubicBezTo>
                    <a:cubicBezTo>
                      <a:pt x="66" y="462"/>
                      <a:pt x="81" y="631"/>
                      <a:pt x="103" y="799"/>
                    </a:cubicBezTo>
                    <a:lnTo>
                      <a:pt x="125" y="799"/>
                    </a:lnTo>
                    <a:lnTo>
                      <a:pt x="110" y="675"/>
                    </a:lnTo>
                    <a:cubicBezTo>
                      <a:pt x="88" y="447"/>
                      <a:pt x="59" y="227"/>
                      <a:pt x="22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2577;p54">
                <a:extLst>
                  <a:ext uri="{FF2B5EF4-FFF2-40B4-BE49-F238E27FC236}">
                    <a16:creationId xmlns:a16="http://schemas.microsoft.com/office/drawing/2014/main" id="{D2D0EDCA-074E-D75D-605E-6AC66E24F867}"/>
                  </a:ext>
                </a:extLst>
              </p:cNvPr>
              <p:cNvSpPr/>
              <p:nvPr/>
            </p:nvSpPr>
            <p:spPr>
              <a:xfrm>
                <a:off x="1940200" y="2680800"/>
                <a:ext cx="55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21" h="763" extrusionOk="0">
                    <a:moveTo>
                      <a:pt x="0" y="0"/>
                    </a:moveTo>
                    <a:cubicBezTo>
                      <a:pt x="37" y="147"/>
                      <a:pt x="74" y="286"/>
                      <a:pt x="103" y="433"/>
                    </a:cubicBezTo>
                    <a:cubicBezTo>
                      <a:pt x="132" y="550"/>
                      <a:pt x="162" y="653"/>
                      <a:pt x="191" y="763"/>
                    </a:cubicBezTo>
                    <a:lnTo>
                      <a:pt x="220" y="763"/>
                    </a:lnTo>
                    <a:cubicBezTo>
                      <a:pt x="162" y="543"/>
                      <a:pt x="103" y="330"/>
                      <a:pt x="52" y="110"/>
                    </a:cubicBezTo>
                    <a:cubicBezTo>
                      <a:pt x="44" y="74"/>
                      <a:pt x="37" y="37"/>
                      <a:pt x="22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2578;p54">
                <a:extLst>
                  <a:ext uri="{FF2B5EF4-FFF2-40B4-BE49-F238E27FC236}">
                    <a16:creationId xmlns:a16="http://schemas.microsoft.com/office/drawing/2014/main" id="{EB23346A-1307-29B7-89FF-454028B2E76D}"/>
                  </a:ext>
                </a:extLst>
              </p:cNvPr>
              <p:cNvSpPr/>
              <p:nvPr/>
            </p:nvSpPr>
            <p:spPr>
              <a:xfrm>
                <a:off x="1938000" y="2678100"/>
                <a:ext cx="1322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529" h="210" extrusionOk="0">
                    <a:moveTo>
                      <a:pt x="304" y="0"/>
                    </a:moveTo>
                    <a:cubicBezTo>
                      <a:pt x="279" y="0"/>
                      <a:pt x="253" y="2"/>
                      <a:pt x="228" y="6"/>
                    </a:cubicBezTo>
                    <a:cubicBezTo>
                      <a:pt x="140" y="20"/>
                      <a:pt x="59" y="64"/>
                      <a:pt x="0" y="138"/>
                    </a:cubicBezTo>
                    <a:cubicBezTo>
                      <a:pt x="0" y="138"/>
                      <a:pt x="17" y="209"/>
                      <a:pt x="164" y="209"/>
                    </a:cubicBezTo>
                    <a:cubicBezTo>
                      <a:pt x="187" y="209"/>
                      <a:pt x="213" y="208"/>
                      <a:pt x="242" y="204"/>
                    </a:cubicBezTo>
                    <a:cubicBezTo>
                      <a:pt x="352" y="189"/>
                      <a:pt x="462" y="138"/>
                      <a:pt x="528" y="50"/>
                    </a:cubicBezTo>
                    <a:cubicBezTo>
                      <a:pt x="457" y="17"/>
                      <a:pt x="381" y="0"/>
                      <a:pt x="3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2579;p54">
                <a:extLst>
                  <a:ext uri="{FF2B5EF4-FFF2-40B4-BE49-F238E27FC236}">
                    <a16:creationId xmlns:a16="http://schemas.microsoft.com/office/drawing/2014/main" id="{823AF98D-2AB5-0A3A-6390-FA001DEE1AA5}"/>
                  </a:ext>
                </a:extLst>
              </p:cNvPr>
              <p:cNvSpPr/>
              <p:nvPr/>
            </p:nvSpPr>
            <p:spPr>
              <a:xfrm>
                <a:off x="1482875" y="2817850"/>
                <a:ext cx="358725" cy="291250"/>
              </a:xfrm>
              <a:custGeom>
                <a:avLst/>
                <a:gdLst/>
                <a:ahLst/>
                <a:cxnLst/>
                <a:rect l="l" t="t" r="r" b="b"/>
                <a:pathLst>
                  <a:path w="14349" h="11650" extrusionOk="0">
                    <a:moveTo>
                      <a:pt x="1613" y="1"/>
                    </a:moveTo>
                    <a:cubicBezTo>
                      <a:pt x="1195" y="1"/>
                      <a:pt x="791" y="183"/>
                      <a:pt x="506" y="509"/>
                    </a:cubicBezTo>
                    <a:lnTo>
                      <a:pt x="492" y="531"/>
                    </a:lnTo>
                    <a:cubicBezTo>
                      <a:pt x="52" y="1044"/>
                      <a:pt x="0" y="1784"/>
                      <a:pt x="360" y="2363"/>
                    </a:cubicBezTo>
                    <a:cubicBezTo>
                      <a:pt x="1247" y="3801"/>
                      <a:pt x="3468" y="7144"/>
                      <a:pt x="6225" y="9387"/>
                    </a:cubicBezTo>
                    <a:cubicBezTo>
                      <a:pt x="8149" y="10962"/>
                      <a:pt x="9450" y="11650"/>
                      <a:pt x="10482" y="11650"/>
                    </a:cubicBezTo>
                    <a:cubicBezTo>
                      <a:pt x="11381" y="11650"/>
                      <a:pt x="12074" y="11127"/>
                      <a:pt x="12794" y="10216"/>
                    </a:cubicBezTo>
                    <a:cubicBezTo>
                      <a:pt x="14349" y="8258"/>
                      <a:pt x="11519" y="5846"/>
                      <a:pt x="9950" y="4614"/>
                    </a:cubicBezTo>
                    <a:cubicBezTo>
                      <a:pt x="8608" y="3559"/>
                      <a:pt x="4473" y="611"/>
                      <a:pt x="1943" y="39"/>
                    </a:cubicBezTo>
                    <a:cubicBezTo>
                      <a:pt x="1834" y="13"/>
                      <a:pt x="1723" y="1"/>
                      <a:pt x="16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2580;p54">
                <a:extLst>
                  <a:ext uri="{FF2B5EF4-FFF2-40B4-BE49-F238E27FC236}">
                    <a16:creationId xmlns:a16="http://schemas.microsoft.com/office/drawing/2014/main" id="{3D297274-22DA-08EC-7B9F-DA7205CD6C1E}"/>
                  </a:ext>
                </a:extLst>
              </p:cNvPr>
              <p:cNvSpPr/>
              <p:nvPr/>
            </p:nvSpPr>
            <p:spPr>
              <a:xfrm>
                <a:off x="1487100" y="2818075"/>
                <a:ext cx="323525" cy="291100"/>
              </a:xfrm>
              <a:custGeom>
                <a:avLst/>
                <a:gdLst/>
                <a:ahLst/>
                <a:cxnLst/>
                <a:rect l="l" t="t" r="r" b="b"/>
                <a:pathLst>
                  <a:path w="12941" h="11644" extrusionOk="0">
                    <a:moveTo>
                      <a:pt x="1349" y="632"/>
                    </a:moveTo>
                    <a:cubicBezTo>
                      <a:pt x="1657" y="771"/>
                      <a:pt x="1958" y="925"/>
                      <a:pt x="2251" y="1079"/>
                    </a:cubicBezTo>
                    <a:cubicBezTo>
                      <a:pt x="2082" y="1299"/>
                      <a:pt x="1914" y="1519"/>
                      <a:pt x="1738" y="1739"/>
                    </a:cubicBezTo>
                    <a:cubicBezTo>
                      <a:pt x="1503" y="1526"/>
                      <a:pt x="1261" y="1306"/>
                      <a:pt x="1019" y="1086"/>
                    </a:cubicBezTo>
                    <a:cubicBezTo>
                      <a:pt x="1129" y="939"/>
                      <a:pt x="1239" y="785"/>
                      <a:pt x="1349" y="632"/>
                    </a:cubicBezTo>
                    <a:close/>
                    <a:moveTo>
                      <a:pt x="2383" y="1145"/>
                    </a:moveTo>
                    <a:cubicBezTo>
                      <a:pt x="2566" y="1240"/>
                      <a:pt x="2742" y="1335"/>
                      <a:pt x="2925" y="1431"/>
                    </a:cubicBezTo>
                    <a:cubicBezTo>
                      <a:pt x="2977" y="1460"/>
                      <a:pt x="3035" y="1497"/>
                      <a:pt x="3087" y="1526"/>
                    </a:cubicBezTo>
                    <a:cubicBezTo>
                      <a:pt x="2874" y="1805"/>
                      <a:pt x="2662" y="2091"/>
                      <a:pt x="2442" y="2362"/>
                    </a:cubicBezTo>
                    <a:lnTo>
                      <a:pt x="2214" y="2164"/>
                    </a:lnTo>
                    <a:cubicBezTo>
                      <a:pt x="2090" y="2061"/>
                      <a:pt x="1972" y="1951"/>
                      <a:pt x="1848" y="1841"/>
                    </a:cubicBezTo>
                    <a:cubicBezTo>
                      <a:pt x="2031" y="1607"/>
                      <a:pt x="2214" y="1379"/>
                      <a:pt x="2383" y="1145"/>
                    </a:cubicBezTo>
                    <a:close/>
                    <a:moveTo>
                      <a:pt x="931" y="1203"/>
                    </a:moveTo>
                    <a:cubicBezTo>
                      <a:pt x="1173" y="1423"/>
                      <a:pt x="1408" y="1643"/>
                      <a:pt x="1650" y="1856"/>
                    </a:cubicBezTo>
                    <a:cubicBezTo>
                      <a:pt x="1503" y="2039"/>
                      <a:pt x="1356" y="2223"/>
                      <a:pt x="1203" y="2413"/>
                    </a:cubicBezTo>
                    <a:cubicBezTo>
                      <a:pt x="997" y="2164"/>
                      <a:pt x="799" y="1915"/>
                      <a:pt x="601" y="1658"/>
                    </a:cubicBezTo>
                    <a:lnTo>
                      <a:pt x="594" y="1658"/>
                    </a:lnTo>
                    <a:cubicBezTo>
                      <a:pt x="711" y="1511"/>
                      <a:pt x="821" y="1357"/>
                      <a:pt x="931" y="1203"/>
                    </a:cubicBezTo>
                    <a:close/>
                    <a:moveTo>
                      <a:pt x="1760" y="1951"/>
                    </a:moveTo>
                    <a:lnTo>
                      <a:pt x="2346" y="2479"/>
                    </a:lnTo>
                    <a:cubicBezTo>
                      <a:pt x="2170" y="2699"/>
                      <a:pt x="1994" y="2912"/>
                      <a:pt x="1811" y="3132"/>
                    </a:cubicBezTo>
                    <a:cubicBezTo>
                      <a:pt x="1642" y="2934"/>
                      <a:pt x="1474" y="2728"/>
                      <a:pt x="1305" y="2523"/>
                    </a:cubicBezTo>
                    <a:lnTo>
                      <a:pt x="1298" y="2523"/>
                    </a:lnTo>
                    <a:cubicBezTo>
                      <a:pt x="1452" y="2332"/>
                      <a:pt x="1606" y="2142"/>
                      <a:pt x="1760" y="1951"/>
                    </a:cubicBezTo>
                    <a:close/>
                    <a:moveTo>
                      <a:pt x="3219" y="1599"/>
                    </a:moveTo>
                    <a:cubicBezTo>
                      <a:pt x="3534" y="1775"/>
                      <a:pt x="3849" y="1959"/>
                      <a:pt x="4157" y="2149"/>
                    </a:cubicBezTo>
                    <a:cubicBezTo>
                      <a:pt x="4040" y="2303"/>
                      <a:pt x="3923" y="2457"/>
                      <a:pt x="3805" y="2611"/>
                    </a:cubicBezTo>
                    <a:cubicBezTo>
                      <a:pt x="3659" y="2794"/>
                      <a:pt x="3512" y="2985"/>
                      <a:pt x="3365" y="3176"/>
                    </a:cubicBezTo>
                    <a:cubicBezTo>
                      <a:pt x="3094" y="2934"/>
                      <a:pt x="2823" y="2699"/>
                      <a:pt x="2552" y="2457"/>
                    </a:cubicBezTo>
                    <a:lnTo>
                      <a:pt x="2544" y="2457"/>
                    </a:lnTo>
                    <a:cubicBezTo>
                      <a:pt x="2772" y="2171"/>
                      <a:pt x="2999" y="1885"/>
                      <a:pt x="3219" y="1599"/>
                    </a:cubicBezTo>
                    <a:close/>
                    <a:moveTo>
                      <a:pt x="4282" y="2223"/>
                    </a:moveTo>
                    <a:cubicBezTo>
                      <a:pt x="4612" y="2428"/>
                      <a:pt x="4934" y="2633"/>
                      <a:pt x="5250" y="2846"/>
                    </a:cubicBezTo>
                    <a:cubicBezTo>
                      <a:pt x="4964" y="3242"/>
                      <a:pt x="4670" y="3645"/>
                      <a:pt x="4370" y="4033"/>
                    </a:cubicBezTo>
                    <a:cubicBezTo>
                      <a:pt x="4069" y="3784"/>
                      <a:pt x="3776" y="3528"/>
                      <a:pt x="3475" y="3271"/>
                    </a:cubicBezTo>
                    <a:cubicBezTo>
                      <a:pt x="3754" y="2926"/>
                      <a:pt x="4018" y="2574"/>
                      <a:pt x="4282" y="2223"/>
                    </a:cubicBezTo>
                    <a:close/>
                    <a:moveTo>
                      <a:pt x="2456" y="2567"/>
                    </a:moveTo>
                    <a:cubicBezTo>
                      <a:pt x="2735" y="2809"/>
                      <a:pt x="3006" y="3044"/>
                      <a:pt x="3285" y="3286"/>
                    </a:cubicBezTo>
                    <a:cubicBezTo>
                      <a:pt x="3072" y="3542"/>
                      <a:pt x="2867" y="3806"/>
                      <a:pt x="2654" y="4063"/>
                    </a:cubicBezTo>
                    <a:lnTo>
                      <a:pt x="2647" y="4055"/>
                    </a:lnTo>
                    <a:cubicBezTo>
                      <a:pt x="2493" y="3887"/>
                      <a:pt x="2339" y="3718"/>
                      <a:pt x="2185" y="3542"/>
                    </a:cubicBezTo>
                    <a:cubicBezTo>
                      <a:pt x="2090" y="3440"/>
                      <a:pt x="2002" y="3337"/>
                      <a:pt x="1914" y="3234"/>
                    </a:cubicBezTo>
                    <a:cubicBezTo>
                      <a:pt x="2097" y="3014"/>
                      <a:pt x="2280" y="2794"/>
                      <a:pt x="2456" y="2567"/>
                    </a:cubicBezTo>
                    <a:close/>
                    <a:moveTo>
                      <a:pt x="5379" y="2930"/>
                    </a:moveTo>
                    <a:lnTo>
                      <a:pt x="5379" y="2930"/>
                    </a:lnTo>
                    <a:cubicBezTo>
                      <a:pt x="5656" y="3112"/>
                      <a:pt x="5933" y="3309"/>
                      <a:pt x="6203" y="3498"/>
                    </a:cubicBezTo>
                    <a:cubicBezTo>
                      <a:pt x="5895" y="3931"/>
                      <a:pt x="5587" y="4363"/>
                      <a:pt x="5272" y="4781"/>
                    </a:cubicBezTo>
                    <a:cubicBezTo>
                      <a:pt x="5008" y="4569"/>
                      <a:pt x="4744" y="4349"/>
                      <a:pt x="4487" y="4129"/>
                    </a:cubicBezTo>
                    <a:cubicBezTo>
                      <a:pt x="4787" y="3734"/>
                      <a:pt x="5087" y="3332"/>
                      <a:pt x="5379" y="2930"/>
                    </a:cubicBezTo>
                    <a:close/>
                    <a:moveTo>
                      <a:pt x="3387" y="3381"/>
                    </a:moveTo>
                    <a:cubicBezTo>
                      <a:pt x="3688" y="3638"/>
                      <a:pt x="3989" y="3894"/>
                      <a:pt x="4289" y="4143"/>
                    </a:cubicBezTo>
                    <a:lnTo>
                      <a:pt x="4282" y="4143"/>
                    </a:lnTo>
                    <a:cubicBezTo>
                      <a:pt x="4055" y="4444"/>
                      <a:pt x="3820" y="4737"/>
                      <a:pt x="3585" y="5031"/>
                    </a:cubicBezTo>
                    <a:cubicBezTo>
                      <a:pt x="3299" y="4752"/>
                      <a:pt x="3021" y="4459"/>
                      <a:pt x="2750" y="4165"/>
                    </a:cubicBezTo>
                    <a:cubicBezTo>
                      <a:pt x="2962" y="3901"/>
                      <a:pt x="3175" y="3638"/>
                      <a:pt x="3387" y="3381"/>
                    </a:cubicBezTo>
                    <a:close/>
                    <a:moveTo>
                      <a:pt x="6320" y="3586"/>
                    </a:moveTo>
                    <a:cubicBezTo>
                      <a:pt x="6687" y="3850"/>
                      <a:pt x="7039" y="4114"/>
                      <a:pt x="7391" y="4393"/>
                    </a:cubicBezTo>
                    <a:cubicBezTo>
                      <a:pt x="7061" y="4833"/>
                      <a:pt x="6723" y="5258"/>
                      <a:pt x="6371" y="5683"/>
                    </a:cubicBezTo>
                    <a:cubicBezTo>
                      <a:pt x="6041" y="5412"/>
                      <a:pt x="5712" y="5141"/>
                      <a:pt x="5382" y="4869"/>
                    </a:cubicBezTo>
                    <a:cubicBezTo>
                      <a:pt x="5704" y="4444"/>
                      <a:pt x="6012" y="4019"/>
                      <a:pt x="6320" y="3586"/>
                    </a:cubicBezTo>
                    <a:close/>
                    <a:moveTo>
                      <a:pt x="4392" y="4239"/>
                    </a:moveTo>
                    <a:lnTo>
                      <a:pt x="4604" y="4422"/>
                    </a:lnTo>
                    <a:lnTo>
                      <a:pt x="5176" y="4899"/>
                    </a:lnTo>
                    <a:cubicBezTo>
                      <a:pt x="5000" y="5126"/>
                      <a:pt x="4824" y="5361"/>
                      <a:pt x="4648" y="5588"/>
                    </a:cubicBezTo>
                    <a:cubicBezTo>
                      <a:pt x="4575" y="5676"/>
                      <a:pt x="4502" y="5778"/>
                      <a:pt x="4429" y="5874"/>
                    </a:cubicBezTo>
                    <a:cubicBezTo>
                      <a:pt x="4179" y="5632"/>
                      <a:pt x="3937" y="5390"/>
                      <a:pt x="3688" y="5141"/>
                    </a:cubicBezTo>
                    <a:cubicBezTo>
                      <a:pt x="3842" y="4950"/>
                      <a:pt x="3996" y="4752"/>
                      <a:pt x="4143" y="4561"/>
                    </a:cubicBezTo>
                    <a:cubicBezTo>
                      <a:pt x="4231" y="4451"/>
                      <a:pt x="4311" y="4349"/>
                      <a:pt x="4392" y="4239"/>
                    </a:cubicBezTo>
                    <a:close/>
                    <a:moveTo>
                      <a:pt x="7501" y="4481"/>
                    </a:moveTo>
                    <a:cubicBezTo>
                      <a:pt x="7720" y="4657"/>
                      <a:pt x="7940" y="4833"/>
                      <a:pt x="8153" y="5016"/>
                    </a:cubicBezTo>
                    <a:cubicBezTo>
                      <a:pt x="8021" y="5199"/>
                      <a:pt x="7889" y="5383"/>
                      <a:pt x="7757" y="5558"/>
                    </a:cubicBezTo>
                    <a:cubicBezTo>
                      <a:pt x="7566" y="5815"/>
                      <a:pt x="7376" y="6072"/>
                      <a:pt x="7178" y="6328"/>
                    </a:cubicBezTo>
                    <a:cubicBezTo>
                      <a:pt x="6951" y="6145"/>
                      <a:pt x="6716" y="5962"/>
                      <a:pt x="6489" y="5771"/>
                    </a:cubicBezTo>
                    <a:cubicBezTo>
                      <a:pt x="6841" y="5353"/>
                      <a:pt x="7178" y="4921"/>
                      <a:pt x="7501" y="4481"/>
                    </a:cubicBezTo>
                    <a:close/>
                    <a:moveTo>
                      <a:pt x="5294" y="4987"/>
                    </a:moveTo>
                    <a:cubicBezTo>
                      <a:pt x="5616" y="5258"/>
                      <a:pt x="5946" y="5522"/>
                      <a:pt x="6276" y="5793"/>
                    </a:cubicBezTo>
                    <a:cubicBezTo>
                      <a:pt x="5997" y="6123"/>
                      <a:pt x="5712" y="6453"/>
                      <a:pt x="5418" y="6776"/>
                    </a:cubicBezTo>
                    <a:cubicBezTo>
                      <a:pt x="5330" y="6688"/>
                      <a:pt x="5228" y="6607"/>
                      <a:pt x="5140" y="6519"/>
                    </a:cubicBezTo>
                    <a:lnTo>
                      <a:pt x="5132" y="6519"/>
                    </a:lnTo>
                    <a:cubicBezTo>
                      <a:pt x="4934" y="6336"/>
                      <a:pt x="4736" y="6152"/>
                      <a:pt x="4538" y="5969"/>
                    </a:cubicBezTo>
                    <a:cubicBezTo>
                      <a:pt x="4795" y="5646"/>
                      <a:pt x="5044" y="5317"/>
                      <a:pt x="5294" y="4987"/>
                    </a:cubicBezTo>
                    <a:close/>
                    <a:moveTo>
                      <a:pt x="6393" y="5881"/>
                    </a:moveTo>
                    <a:cubicBezTo>
                      <a:pt x="6628" y="6064"/>
                      <a:pt x="6855" y="6255"/>
                      <a:pt x="7090" y="6438"/>
                    </a:cubicBezTo>
                    <a:cubicBezTo>
                      <a:pt x="6819" y="6798"/>
                      <a:pt x="6540" y="7149"/>
                      <a:pt x="6261" y="7501"/>
                    </a:cubicBezTo>
                    <a:cubicBezTo>
                      <a:pt x="6012" y="7296"/>
                      <a:pt x="5770" y="7083"/>
                      <a:pt x="5528" y="6871"/>
                    </a:cubicBezTo>
                    <a:lnTo>
                      <a:pt x="5521" y="6871"/>
                    </a:lnTo>
                    <a:cubicBezTo>
                      <a:pt x="5726" y="6651"/>
                      <a:pt x="5924" y="6424"/>
                      <a:pt x="6115" y="6204"/>
                    </a:cubicBezTo>
                    <a:cubicBezTo>
                      <a:pt x="6210" y="6094"/>
                      <a:pt x="6298" y="5984"/>
                      <a:pt x="6393" y="5881"/>
                    </a:cubicBezTo>
                    <a:close/>
                    <a:moveTo>
                      <a:pt x="8263" y="5104"/>
                    </a:moveTo>
                    <a:cubicBezTo>
                      <a:pt x="8608" y="5397"/>
                      <a:pt x="8952" y="5698"/>
                      <a:pt x="9282" y="6013"/>
                    </a:cubicBezTo>
                    <a:lnTo>
                      <a:pt x="9517" y="6226"/>
                    </a:lnTo>
                    <a:cubicBezTo>
                      <a:pt x="9377" y="6468"/>
                      <a:pt x="9238" y="6710"/>
                      <a:pt x="9099" y="6944"/>
                    </a:cubicBezTo>
                    <a:cubicBezTo>
                      <a:pt x="8974" y="7149"/>
                      <a:pt x="8857" y="7355"/>
                      <a:pt x="8740" y="7553"/>
                    </a:cubicBezTo>
                    <a:lnTo>
                      <a:pt x="7992" y="6974"/>
                    </a:lnTo>
                    <a:cubicBezTo>
                      <a:pt x="7757" y="6790"/>
                      <a:pt x="7523" y="6600"/>
                      <a:pt x="7288" y="6416"/>
                    </a:cubicBezTo>
                    <a:cubicBezTo>
                      <a:pt x="7618" y="5984"/>
                      <a:pt x="7940" y="5544"/>
                      <a:pt x="8263" y="5104"/>
                    </a:cubicBezTo>
                    <a:close/>
                    <a:moveTo>
                      <a:pt x="9619" y="6328"/>
                    </a:moveTo>
                    <a:cubicBezTo>
                      <a:pt x="10067" y="6754"/>
                      <a:pt x="10507" y="7201"/>
                      <a:pt x="10932" y="7655"/>
                    </a:cubicBezTo>
                    <a:cubicBezTo>
                      <a:pt x="10690" y="7993"/>
                      <a:pt x="10441" y="8330"/>
                      <a:pt x="10184" y="8660"/>
                    </a:cubicBezTo>
                    <a:cubicBezTo>
                      <a:pt x="9737" y="8330"/>
                      <a:pt x="9297" y="7985"/>
                      <a:pt x="8857" y="7648"/>
                    </a:cubicBezTo>
                    <a:lnTo>
                      <a:pt x="8850" y="7641"/>
                    </a:lnTo>
                    <a:cubicBezTo>
                      <a:pt x="8886" y="7575"/>
                      <a:pt x="8930" y="7509"/>
                      <a:pt x="8967" y="7443"/>
                    </a:cubicBezTo>
                    <a:cubicBezTo>
                      <a:pt x="9187" y="7076"/>
                      <a:pt x="9407" y="6702"/>
                      <a:pt x="9619" y="6328"/>
                    </a:cubicBezTo>
                    <a:close/>
                    <a:moveTo>
                      <a:pt x="7200" y="6534"/>
                    </a:moveTo>
                    <a:cubicBezTo>
                      <a:pt x="7684" y="6915"/>
                      <a:pt x="8175" y="7296"/>
                      <a:pt x="8666" y="7677"/>
                    </a:cubicBezTo>
                    <a:cubicBezTo>
                      <a:pt x="8432" y="8073"/>
                      <a:pt x="8190" y="8462"/>
                      <a:pt x="7940" y="8843"/>
                    </a:cubicBezTo>
                    <a:cubicBezTo>
                      <a:pt x="7405" y="8447"/>
                      <a:pt x="6885" y="8029"/>
                      <a:pt x="6371" y="7604"/>
                    </a:cubicBezTo>
                    <a:lnTo>
                      <a:pt x="6371" y="7597"/>
                    </a:lnTo>
                    <a:cubicBezTo>
                      <a:pt x="6650" y="7245"/>
                      <a:pt x="6929" y="6886"/>
                      <a:pt x="7200" y="6534"/>
                    </a:cubicBezTo>
                    <a:close/>
                    <a:moveTo>
                      <a:pt x="11034" y="7758"/>
                    </a:moveTo>
                    <a:cubicBezTo>
                      <a:pt x="11364" y="8117"/>
                      <a:pt x="11680" y="8484"/>
                      <a:pt x="11995" y="8858"/>
                    </a:cubicBezTo>
                    <a:lnTo>
                      <a:pt x="11995" y="8850"/>
                    </a:lnTo>
                    <a:cubicBezTo>
                      <a:pt x="12054" y="8924"/>
                      <a:pt x="12112" y="8997"/>
                      <a:pt x="12178" y="9070"/>
                    </a:cubicBezTo>
                    <a:cubicBezTo>
                      <a:pt x="12002" y="9305"/>
                      <a:pt x="11819" y="9532"/>
                      <a:pt x="11643" y="9760"/>
                    </a:cubicBezTo>
                    <a:cubicBezTo>
                      <a:pt x="11188" y="9422"/>
                      <a:pt x="10741" y="9092"/>
                      <a:pt x="10301" y="8755"/>
                    </a:cubicBezTo>
                    <a:cubicBezTo>
                      <a:pt x="10551" y="8425"/>
                      <a:pt x="10792" y="8095"/>
                      <a:pt x="11034" y="7758"/>
                    </a:cubicBezTo>
                    <a:close/>
                    <a:moveTo>
                      <a:pt x="8776" y="7765"/>
                    </a:moveTo>
                    <a:cubicBezTo>
                      <a:pt x="9216" y="8103"/>
                      <a:pt x="9656" y="8440"/>
                      <a:pt x="10096" y="8777"/>
                    </a:cubicBezTo>
                    <a:cubicBezTo>
                      <a:pt x="9817" y="9122"/>
                      <a:pt x="9539" y="9459"/>
                      <a:pt x="9253" y="9796"/>
                    </a:cubicBezTo>
                    <a:cubicBezTo>
                      <a:pt x="8960" y="9598"/>
                      <a:pt x="8666" y="9386"/>
                      <a:pt x="8380" y="9173"/>
                    </a:cubicBezTo>
                    <a:lnTo>
                      <a:pt x="8373" y="9173"/>
                    </a:lnTo>
                    <a:cubicBezTo>
                      <a:pt x="8270" y="9092"/>
                      <a:pt x="8160" y="9012"/>
                      <a:pt x="8058" y="8938"/>
                    </a:cubicBezTo>
                    <a:cubicBezTo>
                      <a:pt x="8307" y="8550"/>
                      <a:pt x="8542" y="8154"/>
                      <a:pt x="8776" y="7765"/>
                    </a:cubicBezTo>
                    <a:close/>
                    <a:moveTo>
                      <a:pt x="10213" y="8865"/>
                    </a:moveTo>
                    <a:lnTo>
                      <a:pt x="10499" y="9085"/>
                    </a:lnTo>
                    <a:cubicBezTo>
                      <a:pt x="10851" y="9349"/>
                      <a:pt x="11203" y="9613"/>
                      <a:pt x="11548" y="9877"/>
                    </a:cubicBezTo>
                    <a:cubicBezTo>
                      <a:pt x="11298" y="10192"/>
                      <a:pt x="11042" y="10507"/>
                      <a:pt x="10778" y="10808"/>
                    </a:cubicBezTo>
                    <a:cubicBezTo>
                      <a:pt x="10301" y="10507"/>
                      <a:pt x="9832" y="10200"/>
                      <a:pt x="9370" y="9884"/>
                    </a:cubicBezTo>
                    <a:cubicBezTo>
                      <a:pt x="9656" y="9547"/>
                      <a:pt x="9942" y="9210"/>
                      <a:pt x="10213" y="8865"/>
                    </a:cubicBezTo>
                    <a:close/>
                    <a:moveTo>
                      <a:pt x="1606" y="1"/>
                    </a:moveTo>
                    <a:lnTo>
                      <a:pt x="1510" y="140"/>
                    </a:lnTo>
                    <a:lnTo>
                      <a:pt x="1298" y="448"/>
                    </a:lnTo>
                    <a:cubicBezTo>
                      <a:pt x="1107" y="353"/>
                      <a:pt x="917" y="272"/>
                      <a:pt x="726" y="184"/>
                    </a:cubicBezTo>
                    <a:cubicBezTo>
                      <a:pt x="675" y="214"/>
                      <a:pt x="623" y="243"/>
                      <a:pt x="579" y="272"/>
                    </a:cubicBezTo>
                    <a:cubicBezTo>
                      <a:pt x="792" y="368"/>
                      <a:pt x="1005" y="463"/>
                      <a:pt x="1210" y="566"/>
                    </a:cubicBezTo>
                    <a:cubicBezTo>
                      <a:pt x="1115" y="705"/>
                      <a:pt x="1012" y="844"/>
                      <a:pt x="909" y="983"/>
                    </a:cubicBezTo>
                    <a:lnTo>
                      <a:pt x="359" y="478"/>
                    </a:lnTo>
                    <a:lnTo>
                      <a:pt x="330" y="500"/>
                    </a:lnTo>
                    <a:lnTo>
                      <a:pt x="315" y="514"/>
                    </a:lnTo>
                    <a:cubicBezTo>
                      <a:pt x="301" y="536"/>
                      <a:pt x="279" y="566"/>
                      <a:pt x="264" y="588"/>
                    </a:cubicBezTo>
                    <a:cubicBezTo>
                      <a:pt x="447" y="756"/>
                      <a:pt x="638" y="932"/>
                      <a:pt x="821" y="1101"/>
                    </a:cubicBezTo>
                    <a:cubicBezTo>
                      <a:pt x="719" y="1247"/>
                      <a:pt x="609" y="1394"/>
                      <a:pt x="499" y="1541"/>
                    </a:cubicBezTo>
                    <a:cubicBezTo>
                      <a:pt x="352" y="1343"/>
                      <a:pt x="198" y="1152"/>
                      <a:pt x="51" y="954"/>
                    </a:cubicBezTo>
                    <a:cubicBezTo>
                      <a:pt x="29" y="1013"/>
                      <a:pt x="15" y="1064"/>
                      <a:pt x="0" y="1123"/>
                    </a:cubicBezTo>
                    <a:cubicBezTo>
                      <a:pt x="132" y="1306"/>
                      <a:pt x="271" y="1482"/>
                      <a:pt x="411" y="1658"/>
                    </a:cubicBezTo>
                    <a:cubicBezTo>
                      <a:pt x="293" y="1805"/>
                      <a:pt x="176" y="1959"/>
                      <a:pt x="59" y="2105"/>
                    </a:cubicBezTo>
                    <a:cubicBezTo>
                      <a:pt x="81" y="2157"/>
                      <a:pt x="103" y="2208"/>
                      <a:pt x="125" y="2259"/>
                    </a:cubicBezTo>
                    <a:cubicBezTo>
                      <a:pt x="205" y="2157"/>
                      <a:pt x="286" y="2054"/>
                      <a:pt x="367" y="1951"/>
                    </a:cubicBezTo>
                    <a:lnTo>
                      <a:pt x="499" y="1775"/>
                    </a:lnTo>
                    <a:cubicBezTo>
                      <a:pt x="697" y="2025"/>
                      <a:pt x="902" y="2274"/>
                      <a:pt x="1107" y="2523"/>
                    </a:cubicBezTo>
                    <a:cubicBezTo>
                      <a:pt x="953" y="2706"/>
                      <a:pt x="799" y="2897"/>
                      <a:pt x="645" y="3080"/>
                    </a:cubicBezTo>
                    <a:lnTo>
                      <a:pt x="726" y="3205"/>
                    </a:lnTo>
                    <a:cubicBezTo>
                      <a:pt x="799" y="3124"/>
                      <a:pt x="873" y="3036"/>
                      <a:pt x="946" y="2948"/>
                    </a:cubicBezTo>
                    <a:cubicBezTo>
                      <a:pt x="1034" y="2846"/>
                      <a:pt x="1115" y="2743"/>
                      <a:pt x="1203" y="2633"/>
                    </a:cubicBezTo>
                    <a:cubicBezTo>
                      <a:pt x="1371" y="2838"/>
                      <a:pt x="1547" y="3044"/>
                      <a:pt x="1723" y="3242"/>
                    </a:cubicBezTo>
                    <a:cubicBezTo>
                      <a:pt x="1540" y="3454"/>
                      <a:pt x="1364" y="3667"/>
                      <a:pt x="1181" y="3879"/>
                    </a:cubicBezTo>
                    <a:lnTo>
                      <a:pt x="1261" y="4004"/>
                    </a:lnTo>
                    <a:cubicBezTo>
                      <a:pt x="1393" y="3857"/>
                      <a:pt x="1518" y="3704"/>
                      <a:pt x="1642" y="3557"/>
                    </a:cubicBezTo>
                    <a:lnTo>
                      <a:pt x="1818" y="3352"/>
                    </a:lnTo>
                    <a:cubicBezTo>
                      <a:pt x="2060" y="3623"/>
                      <a:pt x="2302" y="3901"/>
                      <a:pt x="2552" y="4173"/>
                    </a:cubicBezTo>
                    <a:cubicBezTo>
                      <a:pt x="2339" y="4422"/>
                      <a:pt x="2126" y="4664"/>
                      <a:pt x="1914" y="4913"/>
                    </a:cubicBezTo>
                    <a:lnTo>
                      <a:pt x="2009" y="5031"/>
                    </a:lnTo>
                    <a:cubicBezTo>
                      <a:pt x="2222" y="4781"/>
                      <a:pt x="2442" y="4532"/>
                      <a:pt x="2647" y="4275"/>
                    </a:cubicBezTo>
                    <a:cubicBezTo>
                      <a:pt x="2925" y="4569"/>
                      <a:pt x="3204" y="4862"/>
                      <a:pt x="3483" y="5148"/>
                    </a:cubicBezTo>
                    <a:cubicBezTo>
                      <a:pt x="3248" y="5441"/>
                      <a:pt x="3013" y="5727"/>
                      <a:pt x="2772" y="6013"/>
                    </a:cubicBezTo>
                    <a:lnTo>
                      <a:pt x="2860" y="6130"/>
                    </a:lnTo>
                    <a:cubicBezTo>
                      <a:pt x="3101" y="5837"/>
                      <a:pt x="3351" y="5544"/>
                      <a:pt x="3585" y="5251"/>
                    </a:cubicBezTo>
                    <a:cubicBezTo>
                      <a:pt x="3835" y="5492"/>
                      <a:pt x="4084" y="5742"/>
                      <a:pt x="4333" y="5984"/>
                    </a:cubicBezTo>
                    <a:cubicBezTo>
                      <a:pt x="4077" y="6314"/>
                      <a:pt x="3820" y="6636"/>
                      <a:pt x="3556" y="6959"/>
                    </a:cubicBezTo>
                    <a:lnTo>
                      <a:pt x="3659" y="7069"/>
                    </a:lnTo>
                    <a:cubicBezTo>
                      <a:pt x="3923" y="6739"/>
                      <a:pt x="4179" y="6409"/>
                      <a:pt x="4443" y="6086"/>
                    </a:cubicBezTo>
                    <a:lnTo>
                      <a:pt x="4641" y="6277"/>
                    </a:lnTo>
                    <a:cubicBezTo>
                      <a:pt x="4861" y="6482"/>
                      <a:pt x="5081" y="6680"/>
                      <a:pt x="5308" y="6886"/>
                    </a:cubicBezTo>
                    <a:cubicBezTo>
                      <a:pt x="5000" y="7208"/>
                      <a:pt x="4692" y="7531"/>
                      <a:pt x="4377" y="7846"/>
                    </a:cubicBezTo>
                    <a:lnTo>
                      <a:pt x="4472" y="7949"/>
                    </a:lnTo>
                    <a:cubicBezTo>
                      <a:pt x="4795" y="7633"/>
                      <a:pt x="5110" y="7311"/>
                      <a:pt x="5418" y="6981"/>
                    </a:cubicBezTo>
                    <a:cubicBezTo>
                      <a:pt x="5660" y="7193"/>
                      <a:pt x="5910" y="7413"/>
                      <a:pt x="6159" y="7619"/>
                    </a:cubicBezTo>
                    <a:cubicBezTo>
                      <a:pt x="5866" y="7985"/>
                      <a:pt x="5565" y="8352"/>
                      <a:pt x="5264" y="8718"/>
                    </a:cubicBezTo>
                    <a:lnTo>
                      <a:pt x="5374" y="8814"/>
                    </a:lnTo>
                    <a:cubicBezTo>
                      <a:pt x="5594" y="8543"/>
                      <a:pt x="5814" y="8279"/>
                      <a:pt x="6034" y="8007"/>
                    </a:cubicBezTo>
                    <a:lnTo>
                      <a:pt x="6269" y="7714"/>
                    </a:lnTo>
                    <a:cubicBezTo>
                      <a:pt x="6789" y="8147"/>
                      <a:pt x="7310" y="8565"/>
                      <a:pt x="7852" y="8968"/>
                    </a:cubicBezTo>
                    <a:cubicBezTo>
                      <a:pt x="7684" y="9217"/>
                      <a:pt x="7515" y="9466"/>
                      <a:pt x="7332" y="9708"/>
                    </a:cubicBezTo>
                    <a:cubicBezTo>
                      <a:pt x="7229" y="9855"/>
                      <a:pt x="7119" y="9994"/>
                      <a:pt x="7002" y="10134"/>
                    </a:cubicBezTo>
                    <a:cubicBezTo>
                      <a:pt x="7046" y="10163"/>
                      <a:pt x="7083" y="10192"/>
                      <a:pt x="7127" y="10229"/>
                    </a:cubicBezTo>
                    <a:cubicBezTo>
                      <a:pt x="7427" y="9855"/>
                      <a:pt x="7706" y="9466"/>
                      <a:pt x="7970" y="9063"/>
                    </a:cubicBezTo>
                    <a:cubicBezTo>
                      <a:pt x="8358" y="9349"/>
                      <a:pt x="8747" y="9635"/>
                      <a:pt x="9150" y="9914"/>
                    </a:cubicBezTo>
                    <a:cubicBezTo>
                      <a:pt x="9070" y="10002"/>
                      <a:pt x="8989" y="10097"/>
                      <a:pt x="8908" y="10185"/>
                    </a:cubicBezTo>
                    <a:cubicBezTo>
                      <a:pt x="8681" y="10441"/>
                      <a:pt x="8439" y="10691"/>
                      <a:pt x="8197" y="10933"/>
                    </a:cubicBezTo>
                    <a:lnTo>
                      <a:pt x="8329" y="11006"/>
                    </a:lnTo>
                    <a:cubicBezTo>
                      <a:pt x="8652" y="10676"/>
                      <a:pt x="8960" y="10339"/>
                      <a:pt x="9267" y="9994"/>
                    </a:cubicBezTo>
                    <a:cubicBezTo>
                      <a:pt x="9729" y="10309"/>
                      <a:pt x="10199" y="10625"/>
                      <a:pt x="10668" y="10925"/>
                    </a:cubicBezTo>
                    <a:cubicBezTo>
                      <a:pt x="10470" y="11153"/>
                      <a:pt x="10265" y="11387"/>
                      <a:pt x="10059" y="11615"/>
                    </a:cubicBezTo>
                    <a:lnTo>
                      <a:pt x="10045" y="11629"/>
                    </a:lnTo>
                    <a:cubicBezTo>
                      <a:pt x="10103" y="11637"/>
                      <a:pt x="10169" y="11637"/>
                      <a:pt x="10228" y="11644"/>
                    </a:cubicBezTo>
                    <a:cubicBezTo>
                      <a:pt x="10419" y="11431"/>
                      <a:pt x="10609" y="11219"/>
                      <a:pt x="10800" y="10999"/>
                    </a:cubicBezTo>
                    <a:cubicBezTo>
                      <a:pt x="10983" y="11116"/>
                      <a:pt x="11166" y="11226"/>
                      <a:pt x="11350" y="11343"/>
                    </a:cubicBezTo>
                    <a:lnTo>
                      <a:pt x="11372" y="11358"/>
                    </a:lnTo>
                    <a:cubicBezTo>
                      <a:pt x="11423" y="11329"/>
                      <a:pt x="11467" y="11299"/>
                      <a:pt x="11511" y="11270"/>
                    </a:cubicBezTo>
                    <a:cubicBezTo>
                      <a:pt x="11306" y="11145"/>
                      <a:pt x="11093" y="11021"/>
                      <a:pt x="10888" y="10889"/>
                    </a:cubicBezTo>
                    <a:cubicBezTo>
                      <a:pt x="11152" y="10581"/>
                      <a:pt x="11401" y="10273"/>
                      <a:pt x="11658" y="9965"/>
                    </a:cubicBezTo>
                    <a:cubicBezTo>
                      <a:pt x="11892" y="10141"/>
                      <a:pt x="12134" y="10317"/>
                      <a:pt x="12376" y="10493"/>
                    </a:cubicBezTo>
                    <a:cubicBezTo>
                      <a:pt x="12405" y="10463"/>
                      <a:pt x="12435" y="10427"/>
                      <a:pt x="12464" y="10383"/>
                    </a:cubicBezTo>
                    <a:cubicBezTo>
                      <a:pt x="12222" y="10207"/>
                      <a:pt x="11980" y="10031"/>
                      <a:pt x="11746" y="9848"/>
                    </a:cubicBezTo>
                    <a:cubicBezTo>
                      <a:pt x="11790" y="9796"/>
                      <a:pt x="11834" y="9738"/>
                      <a:pt x="11878" y="9686"/>
                    </a:cubicBezTo>
                    <a:cubicBezTo>
                      <a:pt x="12010" y="9518"/>
                      <a:pt x="12134" y="9356"/>
                      <a:pt x="12259" y="9195"/>
                    </a:cubicBezTo>
                    <a:cubicBezTo>
                      <a:pt x="12449" y="9422"/>
                      <a:pt x="12633" y="9664"/>
                      <a:pt x="12816" y="9899"/>
                    </a:cubicBezTo>
                    <a:cubicBezTo>
                      <a:pt x="12845" y="9855"/>
                      <a:pt x="12867" y="9804"/>
                      <a:pt x="12889" y="9752"/>
                    </a:cubicBezTo>
                    <a:cubicBezTo>
                      <a:pt x="12728" y="9547"/>
                      <a:pt x="12559" y="9334"/>
                      <a:pt x="12391" y="9129"/>
                    </a:cubicBezTo>
                    <a:lnTo>
                      <a:pt x="12347" y="9078"/>
                    </a:lnTo>
                    <a:cubicBezTo>
                      <a:pt x="12552" y="8806"/>
                      <a:pt x="12750" y="8535"/>
                      <a:pt x="12941" y="8264"/>
                    </a:cubicBezTo>
                    <a:cubicBezTo>
                      <a:pt x="12941" y="8205"/>
                      <a:pt x="12926" y="8154"/>
                      <a:pt x="12904" y="8095"/>
                    </a:cubicBezTo>
                    <a:cubicBezTo>
                      <a:pt x="12691" y="8389"/>
                      <a:pt x="12486" y="8674"/>
                      <a:pt x="12266" y="8960"/>
                    </a:cubicBezTo>
                    <a:cubicBezTo>
                      <a:pt x="11900" y="8513"/>
                      <a:pt x="11511" y="8073"/>
                      <a:pt x="11115" y="7641"/>
                    </a:cubicBezTo>
                    <a:cubicBezTo>
                      <a:pt x="11379" y="7267"/>
                      <a:pt x="11628" y="6893"/>
                      <a:pt x="11863" y="6504"/>
                    </a:cubicBezTo>
                    <a:lnTo>
                      <a:pt x="11768" y="6394"/>
                    </a:lnTo>
                    <a:cubicBezTo>
                      <a:pt x="11694" y="6504"/>
                      <a:pt x="11628" y="6614"/>
                      <a:pt x="11555" y="6732"/>
                    </a:cubicBezTo>
                    <a:cubicBezTo>
                      <a:pt x="11379" y="7003"/>
                      <a:pt x="11203" y="7274"/>
                      <a:pt x="11020" y="7538"/>
                    </a:cubicBezTo>
                    <a:cubicBezTo>
                      <a:pt x="10602" y="7091"/>
                      <a:pt x="10177" y="6666"/>
                      <a:pt x="9744" y="6248"/>
                    </a:cubicBezTo>
                    <a:lnTo>
                      <a:pt x="9700" y="6204"/>
                    </a:lnTo>
                    <a:cubicBezTo>
                      <a:pt x="9920" y="5822"/>
                      <a:pt x="10133" y="5448"/>
                      <a:pt x="10338" y="5060"/>
                    </a:cubicBezTo>
                    <a:cubicBezTo>
                      <a:pt x="10301" y="5031"/>
                      <a:pt x="10265" y="5001"/>
                      <a:pt x="10228" y="4972"/>
                    </a:cubicBezTo>
                    <a:cubicBezTo>
                      <a:pt x="10015" y="5353"/>
                      <a:pt x="9803" y="5727"/>
                      <a:pt x="9590" y="6108"/>
                    </a:cubicBezTo>
                    <a:cubicBezTo>
                      <a:pt x="9179" y="5727"/>
                      <a:pt x="8769" y="5353"/>
                      <a:pt x="8344" y="4994"/>
                    </a:cubicBezTo>
                    <a:cubicBezTo>
                      <a:pt x="8571" y="4679"/>
                      <a:pt x="8798" y="4356"/>
                      <a:pt x="9026" y="4041"/>
                    </a:cubicBezTo>
                    <a:lnTo>
                      <a:pt x="8908" y="3953"/>
                    </a:lnTo>
                    <a:cubicBezTo>
                      <a:pt x="8681" y="4268"/>
                      <a:pt x="8461" y="4583"/>
                      <a:pt x="8234" y="4899"/>
                    </a:cubicBezTo>
                    <a:cubicBezTo>
                      <a:pt x="8021" y="4715"/>
                      <a:pt x="7801" y="4539"/>
                      <a:pt x="7588" y="4363"/>
                    </a:cubicBezTo>
                    <a:cubicBezTo>
                      <a:pt x="7801" y="4070"/>
                      <a:pt x="8014" y="3770"/>
                      <a:pt x="8226" y="3469"/>
                    </a:cubicBezTo>
                    <a:lnTo>
                      <a:pt x="8109" y="3381"/>
                    </a:lnTo>
                    <a:cubicBezTo>
                      <a:pt x="8050" y="3476"/>
                      <a:pt x="7984" y="3564"/>
                      <a:pt x="7926" y="3652"/>
                    </a:cubicBezTo>
                    <a:cubicBezTo>
                      <a:pt x="7779" y="3865"/>
                      <a:pt x="7625" y="4070"/>
                      <a:pt x="7471" y="4275"/>
                    </a:cubicBezTo>
                    <a:cubicBezTo>
                      <a:pt x="7229" y="4077"/>
                      <a:pt x="6980" y="3887"/>
                      <a:pt x="6723" y="3704"/>
                    </a:cubicBezTo>
                    <a:cubicBezTo>
                      <a:pt x="6621" y="3623"/>
                      <a:pt x="6511" y="3542"/>
                      <a:pt x="6401" y="3469"/>
                    </a:cubicBezTo>
                    <a:cubicBezTo>
                      <a:pt x="6599" y="3190"/>
                      <a:pt x="6797" y="2912"/>
                      <a:pt x="6987" y="2626"/>
                    </a:cubicBezTo>
                    <a:lnTo>
                      <a:pt x="6870" y="2552"/>
                    </a:lnTo>
                    <a:lnTo>
                      <a:pt x="6723" y="2765"/>
                    </a:lnTo>
                    <a:cubicBezTo>
                      <a:pt x="6577" y="2970"/>
                      <a:pt x="6430" y="3176"/>
                      <a:pt x="6283" y="3381"/>
                    </a:cubicBezTo>
                    <a:cubicBezTo>
                      <a:pt x="6012" y="3183"/>
                      <a:pt x="5734" y="2992"/>
                      <a:pt x="5455" y="2809"/>
                    </a:cubicBezTo>
                    <a:cubicBezTo>
                      <a:pt x="5646" y="2545"/>
                      <a:pt x="5829" y="2281"/>
                      <a:pt x="6012" y="2010"/>
                    </a:cubicBezTo>
                    <a:lnTo>
                      <a:pt x="5888" y="1937"/>
                    </a:lnTo>
                    <a:cubicBezTo>
                      <a:pt x="5866" y="1973"/>
                      <a:pt x="5844" y="2010"/>
                      <a:pt x="5822" y="2039"/>
                    </a:cubicBezTo>
                    <a:cubicBezTo>
                      <a:pt x="5660" y="2274"/>
                      <a:pt x="5499" y="2501"/>
                      <a:pt x="5338" y="2728"/>
                    </a:cubicBezTo>
                    <a:cubicBezTo>
                      <a:pt x="5015" y="2516"/>
                      <a:pt x="4692" y="2310"/>
                      <a:pt x="4370" y="2105"/>
                    </a:cubicBezTo>
                    <a:cubicBezTo>
                      <a:pt x="4553" y="1863"/>
                      <a:pt x="4729" y="1614"/>
                      <a:pt x="4905" y="1365"/>
                    </a:cubicBezTo>
                    <a:lnTo>
                      <a:pt x="4780" y="1299"/>
                    </a:lnTo>
                    <a:cubicBezTo>
                      <a:pt x="4604" y="1541"/>
                      <a:pt x="4421" y="1790"/>
                      <a:pt x="4245" y="2032"/>
                    </a:cubicBezTo>
                    <a:cubicBezTo>
                      <a:pt x="3974" y="1863"/>
                      <a:pt x="3710" y="1709"/>
                      <a:pt x="3431" y="1555"/>
                    </a:cubicBezTo>
                    <a:cubicBezTo>
                      <a:pt x="3387" y="1526"/>
                      <a:pt x="3343" y="1504"/>
                      <a:pt x="3299" y="1482"/>
                    </a:cubicBezTo>
                    <a:cubicBezTo>
                      <a:pt x="3475" y="1255"/>
                      <a:pt x="3637" y="1020"/>
                      <a:pt x="3805" y="793"/>
                    </a:cubicBezTo>
                    <a:lnTo>
                      <a:pt x="3673" y="727"/>
                    </a:lnTo>
                    <a:cubicBezTo>
                      <a:pt x="3534" y="925"/>
                      <a:pt x="3395" y="1115"/>
                      <a:pt x="3248" y="1306"/>
                    </a:cubicBezTo>
                    <a:cubicBezTo>
                      <a:pt x="3226" y="1343"/>
                      <a:pt x="3197" y="1372"/>
                      <a:pt x="3175" y="1409"/>
                    </a:cubicBezTo>
                    <a:cubicBezTo>
                      <a:pt x="2940" y="1277"/>
                      <a:pt x="2706" y="1152"/>
                      <a:pt x="2471" y="1027"/>
                    </a:cubicBezTo>
                    <a:cubicBezTo>
                      <a:pt x="2625" y="822"/>
                      <a:pt x="2779" y="617"/>
                      <a:pt x="2933" y="404"/>
                    </a:cubicBezTo>
                    <a:lnTo>
                      <a:pt x="2794" y="353"/>
                    </a:lnTo>
                    <a:cubicBezTo>
                      <a:pt x="2647" y="551"/>
                      <a:pt x="2493" y="749"/>
                      <a:pt x="2346" y="947"/>
                    </a:cubicBezTo>
                    <a:lnTo>
                      <a:pt x="2339" y="961"/>
                    </a:lnTo>
                    <a:cubicBezTo>
                      <a:pt x="2038" y="807"/>
                      <a:pt x="1738" y="654"/>
                      <a:pt x="1430" y="507"/>
                    </a:cubicBezTo>
                    <a:cubicBezTo>
                      <a:pt x="1540" y="353"/>
                      <a:pt x="1650" y="192"/>
                      <a:pt x="1760" y="30"/>
                    </a:cubicBezTo>
                    <a:cubicBezTo>
                      <a:pt x="1708" y="16"/>
                      <a:pt x="1657" y="8"/>
                      <a:pt x="16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2581;p54">
                <a:extLst>
                  <a:ext uri="{FF2B5EF4-FFF2-40B4-BE49-F238E27FC236}">
                    <a16:creationId xmlns:a16="http://schemas.microsoft.com/office/drawing/2014/main" id="{9166D30D-1A4E-5D24-E15A-261360F4BFF9}"/>
                  </a:ext>
                </a:extLst>
              </p:cNvPr>
              <p:cNvSpPr/>
              <p:nvPr/>
            </p:nvSpPr>
            <p:spPr>
              <a:xfrm>
                <a:off x="1604575" y="2814600"/>
                <a:ext cx="303925" cy="266725"/>
              </a:xfrm>
              <a:custGeom>
                <a:avLst/>
                <a:gdLst/>
                <a:ahLst/>
                <a:cxnLst/>
                <a:rect l="l" t="t" r="r" b="b"/>
                <a:pathLst>
                  <a:path w="12157" h="10669" extrusionOk="0">
                    <a:moveTo>
                      <a:pt x="631" y="1"/>
                    </a:moveTo>
                    <a:lnTo>
                      <a:pt x="631" y="1"/>
                    </a:lnTo>
                    <a:cubicBezTo>
                      <a:pt x="1" y="3960"/>
                      <a:pt x="7670" y="10668"/>
                      <a:pt x="7670" y="10668"/>
                    </a:cubicBezTo>
                    <a:cubicBezTo>
                      <a:pt x="12157" y="6284"/>
                      <a:pt x="632" y="1"/>
                      <a:pt x="63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2582;p54">
                <a:extLst>
                  <a:ext uri="{FF2B5EF4-FFF2-40B4-BE49-F238E27FC236}">
                    <a16:creationId xmlns:a16="http://schemas.microsoft.com/office/drawing/2014/main" id="{A02F19EA-985F-EB5E-3C5B-EF0A7BC4EBFC}"/>
                  </a:ext>
                </a:extLst>
              </p:cNvPr>
              <p:cNvSpPr/>
              <p:nvPr/>
            </p:nvSpPr>
            <p:spPr>
              <a:xfrm>
                <a:off x="1620150" y="2814600"/>
                <a:ext cx="193600" cy="262500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10500" extrusionOk="0">
                    <a:moveTo>
                      <a:pt x="8" y="1"/>
                    </a:moveTo>
                    <a:cubicBezTo>
                      <a:pt x="8" y="15"/>
                      <a:pt x="8" y="30"/>
                      <a:pt x="1" y="45"/>
                    </a:cubicBezTo>
                    <a:cubicBezTo>
                      <a:pt x="206" y="741"/>
                      <a:pt x="522" y="1416"/>
                      <a:pt x="932" y="2024"/>
                    </a:cubicBezTo>
                    <a:cubicBezTo>
                      <a:pt x="1482" y="2867"/>
                      <a:pt x="2164" y="3615"/>
                      <a:pt x="2868" y="4334"/>
                    </a:cubicBezTo>
                    <a:cubicBezTo>
                      <a:pt x="3660" y="5140"/>
                      <a:pt x="4488" y="5925"/>
                      <a:pt x="5207" y="6797"/>
                    </a:cubicBezTo>
                    <a:cubicBezTo>
                      <a:pt x="5852" y="7574"/>
                      <a:pt x="6387" y="8447"/>
                      <a:pt x="6790" y="9371"/>
                    </a:cubicBezTo>
                    <a:cubicBezTo>
                      <a:pt x="6951" y="9737"/>
                      <a:pt x="7091" y="10119"/>
                      <a:pt x="7208" y="10500"/>
                    </a:cubicBezTo>
                    <a:lnTo>
                      <a:pt x="7267" y="10441"/>
                    </a:lnTo>
                    <a:cubicBezTo>
                      <a:pt x="7193" y="10192"/>
                      <a:pt x="7105" y="9957"/>
                      <a:pt x="7010" y="9715"/>
                    </a:cubicBezTo>
                    <a:cubicBezTo>
                      <a:pt x="6658" y="8806"/>
                      <a:pt x="6182" y="7956"/>
                      <a:pt x="5595" y="7171"/>
                    </a:cubicBezTo>
                    <a:cubicBezTo>
                      <a:pt x="4921" y="6277"/>
                      <a:pt x="4121" y="5485"/>
                      <a:pt x="3330" y="4700"/>
                    </a:cubicBezTo>
                    <a:cubicBezTo>
                      <a:pt x="2589" y="3953"/>
                      <a:pt x="1856" y="3205"/>
                      <a:pt x="1240" y="2347"/>
                    </a:cubicBezTo>
                    <a:cubicBezTo>
                      <a:pt x="741" y="1672"/>
                      <a:pt x="353" y="917"/>
                      <a:pt x="96" y="118"/>
                    </a:cubicBezTo>
                    <a:lnTo>
                      <a:pt x="96" y="118"/>
                    </a:lnTo>
                    <a:cubicBezTo>
                      <a:pt x="785" y="946"/>
                      <a:pt x="1599" y="1643"/>
                      <a:pt x="2420" y="2332"/>
                    </a:cubicBezTo>
                    <a:cubicBezTo>
                      <a:pt x="3396" y="3131"/>
                      <a:pt x="4385" y="3923"/>
                      <a:pt x="5229" y="4869"/>
                    </a:cubicBezTo>
                    <a:cubicBezTo>
                      <a:pt x="5910" y="5631"/>
                      <a:pt x="6468" y="6497"/>
                      <a:pt x="6900" y="7428"/>
                    </a:cubicBezTo>
                    <a:cubicBezTo>
                      <a:pt x="7252" y="8205"/>
                      <a:pt x="7523" y="9019"/>
                      <a:pt x="7692" y="9862"/>
                    </a:cubicBezTo>
                    <a:lnTo>
                      <a:pt x="7743" y="9767"/>
                    </a:lnTo>
                    <a:cubicBezTo>
                      <a:pt x="7604" y="9085"/>
                      <a:pt x="7399" y="8418"/>
                      <a:pt x="7127" y="7772"/>
                    </a:cubicBezTo>
                    <a:cubicBezTo>
                      <a:pt x="6739" y="6834"/>
                      <a:pt x="6218" y="5954"/>
                      <a:pt x="5580" y="5170"/>
                    </a:cubicBezTo>
                    <a:cubicBezTo>
                      <a:pt x="4796" y="4209"/>
                      <a:pt x="3850" y="3417"/>
                      <a:pt x="2904" y="2633"/>
                    </a:cubicBezTo>
                    <a:cubicBezTo>
                      <a:pt x="1951" y="1848"/>
                      <a:pt x="976" y="1049"/>
                      <a:pt x="170" y="96"/>
                    </a:cubicBezTo>
                    <a:lnTo>
                      <a:pt x="8" y="1"/>
                    </a:lnTo>
                    <a:close/>
                  </a:path>
                </a:pathLst>
              </a:custGeom>
              <a:solidFill>
                <a:srgbClr val="6251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2583;p54">
                <a:extLst>
                  <a:ext uri="{FF2B5EF4-FFF2-40B4-BE49-F238E27FC236}">
                    <a16:creationId xmlns:a16="http://schemas.microsoft.com/office/drawing/2014/main" id="{532D3273-0F64-B6F3-7CA0-3A5C9B549E5E}"/>
                  </a:ext>
                </a:extLst>
              </p:cNvPr>
              <p:cNvSpPr/>
              <p:nvPr/>
            </p:nvSpPr>
            <p:spPr>
              <a:xfrm>
                <a:off x="1509275" y="2970600"/>
                <a:ext cx="287050" cy="146825"/>
              </a:xfrm>
              <a:custGeom>
                <a:avLst/>
                <a:gdLst/>
                <a:ahLst/>
                <a:cxnLst/>
                <a:rect l="l" t="t" r="r" b="b"/>
                <a:pathLst>
                  <a:path w="11482" h="5873" extrusionOk="0">
                    <a:moveTo>
                      <a:pt x="1879" y="0"/>
                    </a:moveTo>
                    <a:cubicBezTo>
                      <a:pt x="1153" y="0"/>
                      <a:pt x="508" y="167"/>
                      <a:pt x="0" y="565"/>
                    </a:cubicBezTo>
                    <a:cubicBezTo>
                      <a:pt x="0" y="565"/>
                      <a:pt x="5569" y="5872"/>
                      <a:pt x="9138" y="5872"/>
                    </a:cubicBezTo>
                    <a:cubicBezTo>
                      <a:pt x="10126" y="5872"/>
                      <a:pt x="10961" y="5466"/>
                      <a:pt x="11482" y="4428"/>
                    </a:cubicBezTo>
                    <a:cubicBezTo>
                      <a:pt x="11482" y="4428"/>
                      <a:pt x="5619" y="0"/>
                      <a:pt x="187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2584;p54">
                <a:extLst>
                  <a:ext uri="{FF2B5EF4-FFF2-40B4-BE49-F238E27FC236}">
                    <a16:creationId xmlns:a16="http://schemas.microsoft.com/office/drawing/2014/main" id="{B843945E-C002-8A56-EF2B-C6E038F27A32}"/>
                  </a:ext>
                </a:extLst>
              </p:cNvPr>
              <p:cNvSpPr/>
              <p:nvPr/>
            </p:nvSpPr>
            <p:spPr>
              <a:xfrm>
                <a:off x="1509275" y="2983550"/>
                <a:ext cx="286500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1460" h="4317" extrusionOk="0">
                    <a:moveTo>
                      <a:pt x="243" y="0"/>
                    </a:moveTo>
                    <a:cubicBezTo>
                      <a:pt x="179" y="0"/>
                      <a:pt x="116" y="1"/>
                      <a:pt x="52" y="3"/>
                    </a:cubicBezTo>
                    <a:cubicBezTo>
                      <a:pt x="37" y="17"/>
                      <a:pt x="15" y="32"/>
                      <a:pt x="0" y="47"/>
                    </a:cubicBezTo>
                    <a:cubicBezTo>
                      <a:pt x="0" y="47"/>
                      <a:pt x="52" y="98"/>
                      <a:pt x="154" y="193"/>
                    </a:cubicBezTo>
                    <a:cubicBezTo>
                      <a:pt x="616" y="347"/>
                      <a:pt x="1071" y="538"/>
                      <a:pt x="1503" y="758"/>
                    </a:cubicBezTo>
                    <a:cubicBezTo>
                      <a:pt x="2376" y="1198"/>
                      <a:pt x="3197" y="1726"/>
                      <a:pt x="4018" y="2246"/>
                    </a:cubicBezTo>
                    <a:cubicBezTo>
                      <a:pt x="4839" y="2767"/>
                      <a:pt x="5690" y="3280"/>
                      <a:pt x="6584" y="3668"/>
                    </a:cubicBezTo>
                    <a:cubicBezTo>
                      <a:pt x="7442" y="4057"/>
                      <a:pt x="8366" y="4277"/>
                      <a:pt x="9304" y="4314"/>
                    </a:cubicBezTo>
                    <a:cubicBezTo>
                      <a:pt x="9371" y="4316"/>
                      <a:pt x="9438" y="4317"/>
                      <a:pt x="9505" y="4317"/>
                    </a:cubicBezTo>
                    <a:cubicBezTo>
                      <a:pt x="10149" y="4317"/>
                      <a:pt x="10791" y="4221"/>
                      <a:pt x="11408" y="4035"/>
                    </a:cubicBezTo>
                    <a:lnTo>
                      <a:pt x="11460" y="3947"/>
                    </a:lnTo>
                    <a:lnTo>
                      <a:pt x="11460" y="3947"/>
                    </a:lnTo>
                    <a:cubicBezTo>
                      <a:pt x="10851" y="4130"/>
                      <a:pt x="10221" y="4233"/>
                      <a:pt x="9590" y="4240"/>
                    </a:cubicBezTo>
                    <a:cubicBezTo>
                      <a:pt x="9572" y="4241"/>
                      <a:pt x="9554" y="4241"/>
                      <a:pt x="9536" y="4241"/>
                    </a:cubicBezTo>
                    <a:cubicBezTo>
                      <a:pt x="8616" y="4241"/>
                      <a:pt x="7704" y="4057"/>
                      <a:pt x="6848" y="3705"/>
                    </a:cubicBezTo>
                    <a:cubicBezTo>
                      <a:pt x="5932" y="3339"/>
                      <a:pt x="5089" y="2833"/>
                      <a:pt x="4253" y="2312"/>
                    </a:cubicBezTo>
                    <a:cubicBezTo>
                      <a:pt x="3439" y="1799"/>
                      <a:pt x="2632" y="1271"/>
                      <a:pt x="1789" y="824"/>
                    </a:cubicBezTo>
                    <a:cubicBezTo>
                      <a:pt x="1225" y="523"/>
                      <a:pt x="645" y="274"/>
                      <a:pt x="37" y="76"/>
                    </a:cubicBezTo>
                    <a:cubicBezTo>
                      <a:pt x="107" y="74"/>
                      <a:pt x="177" y="73"/>
                      <a:pt x="246" y="73"/>
                    </a:cubicBezTo>
                    <a:cubicBezTo>
                      <a:pt x="660" y="73"/>
                      <a:pt x="1072" y="110"/>
                      <a:pt x="1474" y="179"/>
                    </a:cubicBezTo>
                    <a:cubicBezTo>
                      <a:pt x="2456" y="355"/>
                      <a:pt x="3395" y="699"/>
                      <a:pt x="4297" y="1117"/>
                    </a:cubicBezTo>
                    <a:cubicBezTo>
                      <a:pt x="5352" y="1608"/>
                      <a:pt x="6364" y="2180"/>
                      <a:pt x="7427" y="2664"/>
                    </a:cubicBezTo>
                    <a:cubicBezTo>
                      <a:pt x="8402" y="3133"/>
                      <a:pt x="9444" y="3463"/>
                      <a:pt x="10514" y="3654"/>
                    </a:cubicBezTo>
                    <a:cubicBezTo>
                      <a:pt x="10763" y="3690"/>
                      <a:pt x="11013" y="3727"/>
                      <a:pt x="11262" y="3742"/>
                    </a:cubicBezTo>
                    <a:cubicBezTo>
                      <a:pt x="11225" y="3720"/>
                      <a:pt x="11189" y="3690"/>
                      <a:pt x="11145" y="3661"/>
                    </a:cubicBezTo>
                    <a:cubicBezTo>
                      <a:pt x="11049" y="3654"/>
                      <a:pt x="10947" y="3639"/>
                      <a:pt x="10851" y="3624"/>
                    </a:cubicBezTo>
                    <a:cubicBezTo>
                      <a:pt x="9774" y="3471"/>
                      <a:pt x="8718" y="3170"/>
                      <a:pt x="7721" y="2723"/>
                    </a:cubicBezTo>
                    <a:cubicBezTo>
                      <a:pt x="6658" y="2253"/>
                      <a:pt x="5646" y="1682"/>
                      <a:pt x="4590" y="1183"/>
                    </a:cubicBezTo>
                    <a:cubicBezTo>
                      <a:pt x="3688" y="743"/>
                      <a:pt x="2750" y="369"/>
                      <a:pt x="1760" y="164"/>
                    </a:cubicBezTo>
                    <a:cubicBezTo>
                      <a:pt x="1264" y="53"/>
                      <a:pt x="757" y="0"/>
                      <a:pt x="243" y="0"/>
                    </a:cubicBezTo>
                    <a:close/>
                  </a:path>
                </a:pathLst>
              </a:custGeom>
              <a:solidFill>
                <a:srgbClr val="6251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2585;p54">
                <a:extLst>
                  <a:ext uri="{FF2B5EF4-FFF2-40B4-BE49-F238E27FC236}">
                    <a16:creationId xmlns:a16="http://schemas.microsoft.com/office/drawing/2014/main" id="{FD97776D-B2DB-722E-2A25-F5E6B03E83A5}"/>
                  </a:ext>
                </a:extLst>
              </p:cNvPr>
              <p:cNvSpPr/>
              <p:nvPr/>
            </p:nvSpPr>
            <p:spPr>
              <a:xfrm>
                <a:off x="1829475" y="3016625"/>
                <a:ext cx="3430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29" extrusionOk="0">
                    <a:moveTo>
                      <a:pt x="688" y="0"/>
                    </a:moveTo>
                    <a:cubicBezTo>
                      <a:pt x="645" y="0"/>
                      <a:pt x="599" y="5"/>
                      <a:pt x="551" y="14"/>
                    </a:cubicBezTo>
                    <a:cubicBezTo>
                      <a:pt x="1" y="117"/>
                      <a:pt x="140" y="710"/>
                      <a:pt x="235" y="989"/>
                    </a:cubicBezTo>
                    <a:cubicBezTo>
                      <a:pt x="265" y="1077"/>
                      <a:pt x="353" y="1128"/>
                      <a:pt x="448" y="1128"/>
                    </a:cubicBezTo>
                    <a:cubicBezTo>
                      <a:pt x="712" y="1092"/>
                      <a:pt x="976" y="1026"/>
                      <a:pt x="1218" y="923"/>
                    </a:cubicBezTo>
                    <a:cubicBezTo>
                      <a:pt x="1321" y="886"/>
                      <a:pt x="1372" y="784"/>
                      <a:pt x="1343" y="681"/>
                    </a:cubicBezTo>
                    <a:cubicBezTo>
                      <a:pt x="1283" y="428"/>
                      <a:pt x="1114" y="0"/>
                      <a:pt x="6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2586;p54">
                <a:extLst>
                  <a:ext uri="{FF2B5EF4-FFF2-40B4-BE49-F238E27FC236}">
                    <a16:creationId xmlns:a16="http://schemas.microsoft.com/office/drawing/2014/main" id="{459903C6-7D6A-A5AC-D6A7-033EFC459333}"/>
                  </a:ext>
                </a:extLst>
              </p:cNvPr>
              <p:cNvSpPr/>
              <p:nvPr/>
            </p:nvSpPr>
            <p:spPr>
              <a:xfrm>
                <a:off x="1873100" y="2978450"/>
                <a:ext cx="35050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141" extrusionOk="0">
                    <a:moveTo>
                      <a:pt x="689" y="1"/>
                    </a:moveTo>
                    <a:cubicBezTo>
                      <a:pt x="294" y="1"/>
                      <a:pt x="108" y="400"/>
                      <a:pt x="30" y="639"/>
                    </a:cubicBezTo>
                    <a:cubicBezTo>
                      <a:pt x="1" y="742"/>
                      <a:pt x="45" y="844"/>
                      <a:pt x="140" y="888"/>
                    </a:cubicBezTo>
                    <a:cubicBezTo>
                      <a:pt x="382" y="1006"/>
                      <a:pt x="639" y="1094"/>
                      <a:pt x="903" y="1138"/>
                    </a:cubicBezTo>
                    <a:cubicBezTo>
                      <a:pt x="913" y="1139"/>
                      <a:pt x="924" y="1140"/>
                      <a:pt x="935" y="1140"/>
                    </a:cubicBezTo>
                    <a:cubicBezTo>
                      <a:pt x="1017" y="1140"/>
                      <a:pt x="1090" y="1091"/>
                      <a:pt x="1123" y="1013"/>
                    </a:cubicBezTo>
                    <a:cubicBezTo>
                      <a:pt x="1233" y="742"/>
                      <a:pt x="1401" y="163"/>
                      <a:pt x="859" y="23"/>
                    </a:cubicBezTo>
                    <a:cubicBezTo>
                      <a:pt x="798" y="8"/>
                      <a:pt x="742" y="1"/>
                      <a:pt x="6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2587;p54">
                <a:extLst>
                  <a:ext uri="{FF2B5EF4-FFF2-40B4-BE49-F238E27FC236}">
                    <a16:creationId xmlns:a16="http://schemas.microsoft.com/office/drawing/2014/main" id="{732BF6A5-9254-F466-C31A-F44A8C291D3F}"/>
                  </a:ext>
                </a:extLst>
              </p:cNvPr>
              <p:cNvSpPr/>
              <p:nvPr/>
            </p:nvSpPr>
            <p:spPr>
              <a:xfrm>
                <a:off x="1846175" y="3058725"/>
                <a:ext cx="2585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949" extrusionOk="0">
                    <a:moveTo>
                      <a:pt x="478" y="1"/>
                    </a:moveTo>
                    <a:cubicBezTo>
                      <a:pt x="126" y="1"/>
                      <a:pt x="35" y="428"/>
                      <a:pt x="15" y="639"/>
                    </a:cubicBezTo>
                    <a:cubicBezTo>
                      <a:pt x="0" y="720"/>
                      <a:pt x="44" y="793"/>
                      <a:pt x="125" y="823"/>
                    </a:cubicBezTo>
                    <a:cubicBezTo>
                      <a:pt x="337" y="896"/>
                      <a:pt x="557" y="933"/>
                      <a:pt x="777" y="947"/>
                    </a:cubicBezTo>
                    <a:cubicBezTo>
                      <a:pt x="782" y="948"/>
                      <a:pt x="787" y="948"/>
                      <a:pt x="792" y="948"/>
                    </a:cubicBezTo>
                    <a:cubicBezTo>
                      <a:pt x="874" y="948"/>
                      <a:pt x="947" y="891"/>
                      <a:pt x="961" y="808"/>
                    </a:cubicBezTo>
                    <a:cubicBezTo>
                      <a:pt x="1012" y="566"/>
                      <a:pt x="1034" y="126"/>
                      <a:pt x="601" y="16"/>
                    </a:cubicBezTo>
                    <a:cubicBezTo>
                      <a:pt x="557" y="6"/>
                      <a:pt x="516" y="1"/>
                      <a:pt x="4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2588;p54">
                <a:extLst>
                  <a:ext uri="{FF2B5EF4-FFF2-40B4-BE49-F238E27FC236}">
                    <a16:creationId xmlns:a16="http://schemas.microsoft.com/office/drawing/2014/main" id="{BD03F40F-6240-E78C-BBF6-CFD066A18745}"/>
                  </a:ext>
                </a:extLst>
              </p:cNvPr>
              <p:cNvSpPr/>
              <p:nvPr/>
            </p:nvSpPr>
            <p:spPr>
              <a:xfrm>
                <a:off x="1840125" y="2972950"/>
                <a:ext cx="2475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990" h="912" extrusionOk="0">
                    <a:moveTo>
                      <a:pt x="549" y="0"/>
                    </a:moveTo>
                    <a:cubicBezTo>
                      <a:pt x="520" y="0"/>
                      <a:pt x="488" y="3"/>
                      <a:pt x="455" y="9"/>
                    </a:cubicBezTo>
                    <a:cubicBezTo>
                      <a:pt x="15" y="75"/>
                      <a:pt x="0" y="522"/>
                      <a:pt x="22" y="757"/>
                    </a:cubicBezTo>
                    <a:cubicBezTo>
                      <a:pt x="37" y="844"/>
                      <a:pt x="110" y="910"/>
                      <a:pt x="191" y="910"/>
                    </a:cubicBezTo>
                    <a:cubicBezTo>
                      <a:pt x="219" y="911"/>
                      <a:pt x="248" y="912"/>
                      <a:pt x="276" y="912"/>
                    </a:cubicBezTo>
                    <a:cubicBezTo>
                      <a:pt x="475" y="912"/>
                      <a:pt x="673" y="889"/>
                      <a:pt x="865" y="844"/>
                    </a:cubicBezTo>
                    <a:cubicBezTo>
                      <a:pt x="939" y="823"/>
                      <a:pt x="990" y="757"/>
                      <a:pt x="983" y="676"/>
                    </a:cubicBezTo>
                    <a:cubicBezTo>
                      <a:pt x="983" y="451"/>
                      <a:pt x="926" y="0"/>
                      <a:pt x="5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589;p54">
                <a:extLst>
                  <a:ext uri="{FF2B5EF4-FFF2-40B4-BE49-F238E27FC236}">
                    <a16:creationId xmlns:a16="http://schemas.microsoft.com/office/drawing/2014/main" id="{8CCEC4F0-84D0-F11A-E5E3-69B3B3229368}"/>
                  </a:ext>
                </a:extLst>
              </p:cNvPr>
              <p:cNvSpPr/>
              <p:nvPr/>
            </p:nvSpPr>
            <p:spPr>
              <a:xfrm>
                <a:off x="2175725" y="2875725"/>
                <a:ext cx="137875" cy="96400"/>
              </a:xfrm>
              <a:custGeom>
                <a:avLst/>
                <a:gdLst/>
                <a:ahLst/>
                <a:cxnLst/>
                <a:rect l="l" t="t" r="r" b="b"/>
                <a:pathLst>
                  <a:path w="5515" h="3856" extrusionOk="0">
                    <a:moveTo>
                      <a:pt x="3253" y="1"/>
                    </a:moveTo>
                    <a:cubicBezTo>
                      <a:pt x="2996" y="1"/>
                      <a:pt x="2722" y="27"/>
                      <a:pt x="2435" y="78"/>
                    </a:cubicBezTo>
                    <a:cubicBezTo>
                      <a:pt x="939" y="349"/>
                      <a:pt x="1" y="1112"/>
                      <a:pt x="228" y="2365"/>
                    </a:cubicBezTo>
                    <a:cubicBezTo>
                      <a:pt x="406" y="3383"/>
                      <a:pt x="1252" y="3855"/>
                      <a:pt x="2365" y="3855"/>
                    </a:cubicBezTo>
                    <a:cubicBezTo>
                      <a:pt x="2622" y="3855"/>
                      <a:pt x="2894" y="3830"/>
                      <a:pt x="3175" y="3780"/>
                    </a:cubicBezTo>
                    <a:cubicBezTo>
                      <a:pt x="4664" y="3516"/>
                      <a:pt x="5514" y="2717"/>
                      <a:pt x="5287" y="1471"/>
                    </a:cubicBezTo>
                    <a:cubicBezTo>
                      <a:pt x="5109" y="459"/>
                      <a:pt x="4330" y="1"/>
                      <a:pt x="32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590;p54">
                <a:extLst>
                  <a:ext uri="{FF2B5EF4-FFF2-40B4-BE49-F238E27FC236}">
                    <a16:creationId xmlns:a16="http://schemas.microsoft.com/office/drawing/2014/main" id="{3A310AC2-D16A-2155-778C-AC726618B9AE}"/>
                  </a:ext>
                </a:extLst>
              </p:cNvPr>
              <p:cNvSpPr/>
              <p:nvPr/>
            </p:nvSpPr>
            <p:spPr>
              <a:xfrm>
                <a:off x="2186900" y="2879300"/>
                <a:ext cx="126500" cy="92800"/>
              </a:xfrm>
              <a:custGeom>
                <a:avLst/>
                <a:gdLst/>
                <a:ahLst/>
                <a:cxnLst/>
                <a:rect l="l" t="t" r="r" b="b"/>
                <a:pathLst>
                  <a:path w="5060" h="3712" extrusionOk="0">
                    <a:moveTo>
                      <a:pt x="3733" y="1"/>
                    </a:moveTo>
                    <a:lnTo>
                      <a:pt x="3733" y="1"/>
                    </a:lnTo>
                    <a:cubicBezTo>
                      <a:pt x="3835" y="191"/>
                      <a:pt x="3909" y="397"/>
                      <a:pt x="3945" y="617"/>
                    </a:cubicBezTo>
                    <a:cubicBezTo>
                      <a:pt x="4165" y="1870"/>
                      <a:pt x="3322" y="2662"/>
                      <a:pt x="1834" y="2926"/>
                    </a:cubicBezTo>
                    <a:cubicBezTo>
                      <a:pt x="1552" y="2977"/>
                      <a:pt x="1281" y="3002"/>
                      <a:pt x="1024" y="3002"/>
                    </a:cubicBezTo>
                    <a:cubicBezTo>
                      <a:pt x="647" y="3002"/>
                      <a:pt x="302" y="2947"/>
                      <a:pt x="1" y="2838"/>
                    </a:cubicBezTo>
                    <a:lnTo>
                      <a:pt x="1" y="2838"/>
                    </a:lnTo>
                    <a:cubicBezTo>
                      <a:pt x="357" y="3431"/>
                      <a:pt x="1061" y="3711"/>
                      <a:pt x="1918" y="3711"/>
                    </a:cubicBezTo>
                    <a:cubicBezTo>
                      <a:pt x="2174" y="3711"/>
                      <a:pt x="2443" y="3686"/>
                      <a:pt x="2721" y="3637"/>
                    </a:cubicBezTo>
                    <a:cubicBezTo>
                      <a:pt x="4217" y="3373"/>
                      <a:pt x="5060" y="2574"/>
                      <a:pt x="4840" y="1328"/>
                    </a:cubicBezTo>
                    <a:cubicBezTo>
                      <a:pt x="4722" y="631"/>
                      <a:pt x="4319" y="206"/>
                      <a:pt x="37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2591;p54">
                <a:extLst>
                  <a:ext uri="{FF2B5EF4-FFF2-40B4-BE49-F238E27FC236}">
                    <a16:creationId xmlns:a16="http://schemas.microsoft.com/office/drawing/2014/main" id="{B3210CAB-2F8A-F22C-D983-1B380E499929}"/>
                  </a:ext>
                </a:extLst>
              </p:cNvPr>
              <p:cNvSpPr/>
              <p:nvPr/>
            </p:nvSpPr>
            <p:spPr>
              <a:xfrm>
                <a:off x="2207075" y="2852950"/>
                <a:ext cx="572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1444" extrusionOk="0">
                    <a:moveTo>
                      <a:pt x="1098" y="1"/>
                    </a:moveTo>
                    <a:cubicBezTo>
                      <a:pt x="1085" y="1"/>
                      <a:pt x="1071" y="3"/>
                      <a:pt x="1056" y="6"/>
                    </a:cubicBezTo>
                    <a:cubicBezTo>
                      <a:pt x="689" y="109"/>
                      <a:pt x="1056" y="1055"/>
                      <a:pt x="1056" y="1055"/>
                    </a:cubicBezTo>
                    <a:cubicBezTo>
                      <a:pt x="1056" y="1055"/>
                      <a:pt x="662" y="548"/>
                      <a:pt x="387" y="548"/>
                    </a:cubicBezTo>
                    <a:cubicBezTo>
                      <a:pt x="333" y="548"/>
                      <a:pt x="283" y="568"/>
                      <a:pt x="242" y="615"/>
                    </a:cubicBezTo>
                    <a:cubicBezTo>
                      <a:pt x="0" y="908"/>
                      <a:pt x="1181" y="1443"/>
                      <a:pt x="1181" y="1443"/>
                    </a:cubicBezTo>
                    <a:lnTo>
                      <a:pt x="1393" y="1245"/>
                    </a:lnTo>
                    <a:cubicBezTo>
                      <a:pt x="1393" y="1245"/>
                      <a:pt x="2288" y="520"/>
                      <a:pt x="1929" y="263"/>
                    </a:cubicBezTo>
                    <a:cubicBezTo>
                      <a:pt x="1889" y="235"/>
                      <a:pt x="1851" y="222"/>
                      <a:pt x="1813" y="222"/>
                    </a:cubicBezTo>
                    <a:cubicBezTo>
                      <a:pt x="1508" y="222"/>
                      <a:pt x="1276" y="1047"/>
                      <a:pt x="1276" y="1047"/>
                    </a:cubicBezTo>
                    <a:cubicBezTo>
                      <a:pt x="1276" y="1047"/>
                      <a:pt x="1411" y="1"/>
                      <a:pt x="10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2592;p54">
                <a:extLst>
                  <a:ext uri="{FF2B5EF4-FFF2-40B4-BE49-F238E27FC236}">
                    <a16:creationId xmlns:a16="http://schemas.microsoft.com/office/drawing/2014/main" id="{AB72B2DF-0B6C-B47B-2DD2-63BA2AA24F7B}"/>
                  </a:ext>
                </a:extLst>
              </p:cNvPr>
              <p:cNvSpPr/>
              <p:nvPr/>
            </p:nvSpPr>
            <p:spPr>
              <a:xfrm>
                <a:off x="2060425" y="2912875"/>
                <a:ext cx="153450" cy="106175"/>
              </a:xfrm>
              <a:custGeom>
                <a:avLst/>
                <a:gdLst/>
                <a:ahLst/>
                <a:cxnLst/>
                <a:rect l="l" t="t" r="r" b="b"/>
                <a:pathLst>
                  <a:path w="6138" h="4247" extrusionOk="0">
                    <a:moveTo>
                      <a:pt x="2031" y="1"/>
                    </a:moveTo>
                    <a:cubicBezTo>
                      <a:pt x="1122" y="1"/>
                      <a:pt x="490" y="324"/>
                      <a:pt x="294" y="1283"/>
                    </a:cubicBezTo>
                    <a:cubicBezTo>
                      <a:pt x="1" y="2683"/>
                      <a:pt x="976" y="3783"/>
                      <a:pt x="2633" y="4120"/>
                    </a:cubicBezTo>
                    <a:cubicBezTo>
                      <a:pt x="3027" y="4202"/>
                      <a:pt x="3399" y="4246"/>
                      <a:pt x="3742" y="4246"/>
                    </a:cubicBezTo>
                    <a:cubicBezTo>
                      <a:pt x="4836" y="4246"/>
                      <a:pt x="5628" y="3800"/>
                      <a:pt x="5852" y="2734"/>
                    </a:cubicBezTo>
                    <a:cubicBezTo>
                      <a:pt x="6138" y="1334"/>
                      <a:pt x="5104" y="520"/>
                      <a:pt x="3447" y="175"/>
                    </a:cubicBezTo>
                    <a:cubicBezTo>
                      <a:pt x="2927" y="69"/>
                      <a:pt x="2450" y="1"/>
                      <a:pt x="20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2593;p54">
                <a:extLst>
                  <a:ext uri="{FF2B5EF4-FFF2-40B4-BE49-F238E27FC236}">
                    <a16:creationId xmlns:a16="http://schemas.microsoft.com/office/drawing/2014/main" id="{EC19810C-C7FB-8314-63CB-9E988502AFF6}"/>
                  </a:ext>
                </a:extLst>
              </p:cNvPr>
              <p:cNvSpPr/>
              <p:nvPr/>
            </p:nvSpPr>
            <p:spPr>
              <a:xfrm>
                <a:off x="2071075" y="2930075"/>
                <a:ext cx="140425" cy="88975"/>
              </a:xfrm>
              <a:custGeom>
                <a:avLst/>
                <a:gdLst/>
                <a:ahLst/>
                <a:cxnLst/>
                <a:rect l="l" t="t" r="r" b="b"/>
                <a:pathLst>
                  <a:path w="5617" h="3559" extrusionOk="0">
                    <a:moveTo>
                      <a:pt x="4451" y="1"/>
                    </a:moveTo>
                    <a:cubicBezTo>
                      <a:pt x="4560" y="331"/>
                      <a:pt x="4582" y="690"/>
                      <a:pt x="4502" y="1034"/>
                    </a:cubicBezTo>
                    <a:cubicBezTo>
                      <a:pt x="4279" y="2101"/>
                      <a:pt x="3490" y="2546"/>
                      <a:pt x="2395" y="2546"/>
                    </a:cubicBezTo>
                    <a:cubicBezTo>
                      <a:pt x="2052" y="2546"/>
                      <a:pt x="1679" y="2502"/>
                      <a:pt x="1283" y="2420"/>
                    </a:cubicBezTo>
                    <a:cubicBezTo>
                      <a:pt x="829" y="2332"/>
                      <a:pt x="396" y="2164"/>
                      <a:pt x="0" y="1922"/>
                    </a:cubicBezTo>
                    <a:lnTo>
                      <a:pt x="0" y="1922"/>
                    </a:lnTo>
                    <a:cubicBezTo>
                      <a:pt x="337" y="2662"/>
                      <a:pt x="1129" y="3205"/>
                      <a:pt x="2207" y="3432"/>
                    </a:cubicBezTo>
                    <a:cubicBezTo>
                      <a:pt x="2601" y="3514"/>
                      <a:pt x="2973" y="3558"/>
                      <a:pt x="3316" y="3558"/>
                    </a:cubicBezTo>
                    <a:cubicBezTo>
                      <a:pt x="4410" y="3558"/>
                      <a:pt x="5202" y="3112"/>
                      <a:pt x="5426" y="2046"/>
                    </a:cubicBezTo>
                    <a:cubicBezTo>
                      <a:pt x="5616" y="1115"/>
                      <a:pt x="5220" y="448"/>
                      <a:pt x="44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2594;p54">
                <a:extLst>
                  <a:ext uri="{FF2B5EF4-FFF2-40B4-BE49-F238E27FC236}">
                    <a16:creationId xmlns:a16="http://schemas.microsoft.com/office/drawing/2014/main" id="{EE9B34F3-207A-3929-FC0A-01C60F5E5383}"/>
                  </a:ext>
                </a:extLst>
              </p:cNvPr>
              <p:cNvSpPr/>
              <p:nvPr/>
            </p:nvSpPr>
            <p:spPr>
              <a:xfrm>
                <a:off x="2116900" y="2892375"/>
                <a:ext cx="57925" cy="46325"/>
              </a:xfrm>
              <a:custGeom>
                <a:avLst/>
                <a:gdLst/>
                <a:ahLst/>
                <a:cxnLst/>
                <a:rect l="l" t="t" r="r" b="b"/>
                <a:pathLst>
                  <a:path w="2317" h="1853" extrusionOk="0">
                    <a:moveTo>
                      <a:pt x="602" y="1"/>
                    </a:moveTo>
                    <a:cubicBezTo>
                      <a:pt x="583" y="1"/>
                      <a:pt x="563" y="2"/>
                      <a:pt x="543" y="6"/>
                    </a:cubicBezTo>
                    <a:cubicBezTo>
                      <a:pt x="66" y="79"/>
                      <a:pt x="873" y="907"/>
                      <a:pt x="873" y="907"/>
                    </a:cubicBezTo>
                    <a:cubicBezTo>
                      <a:pt x="873" y="907"/>
                      <a:pt x="0" y="1135"/>
                      <a:pt x="315" y="1501"/>
                    </a:cubicBezTo>
                    <a:cubicBezTo>
                      <a:pt x="381" y="1576"/>
                      <a:pt x="450" y="1606"/>
                      <a:pt x="517" y="1606"/>
                    </a:cubicBezTo>
                    <a:cubicBezTo>
                      <a:pt x="773" y="1606"/>
                      <a:pt x="1012" y="1179"/>
                      <a:pt x="1012" y="1179"/>
                    </a:cubicBezTo>
                    <a:cubicBezTo>
                      <a:pt x="1012" y="1179"/>
                      <a:pt x="1370" y="1852"/>
                      <a:pt x="1689" y="1852"/>
                    </a:cubicBezTo>
                    <a:cubicBezTo>
                      <a:pt x="1720" y="1852"/>
                      <a:pt x="1751" y="1846"/>
                      <a:pt x="1782" y="1831"/>
                    </a:cubicBezTo>
                    <a:cubicBezTo>
                      <a:pt x="2126" y="1663"/>
                      <a:pt x="1312" y="1113"/>
                      <a:pt x="1312" y="1113"/>
                    </a:cubicBezTo>
                    <a:cubicBezTo>
                      <a:pt x="1312" y="1113"/>
                      <a:pt x="2317" y="849"/>
                      <a:pt x="2046" y="409"/>
                    </a:cubicBezTo>
                    <a:cubicBezTo>
                      <a:pt x="1987" y="309"/>
                      <a:pt x="1909" y="270"/>
                      <a:pt x="1824" y="270"/>
                    </a:cubicBezTo>
                    <a:cubicBezTo>
                      <a:pt x="1528" y="270"/>
                      <a:pt x="1144" y="739"/>
                      <a:pt x="1144" y="739"/>
                    </a:cubicBezTo>
                    <a:cubicBezTo>
                      <a:pt x="1144" y="739"/>
                      <a:pt x="1023" y="1"/>
                      <a:pt x="6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2595;p54">
                <a:extLst>
                  <a:ext uri="{FF2B5EF4-FFF2-40B4-BE49-F238E27FC236}">
                    <a16:creationId xmlns:a16="http://schemas.microsoft.com/office/drawing/2014/main" id="{63ED9111-6F9A-05C1-46F7-790C7A1F6A6F}"/>
                  </a:ext>
                </a:extLst>
              </p:cNvPr>
              <p:cNvSpPr/>
              <p:nvPr/>
            </p:nvSpPr>
            <p:spPr>
              <a:xfrm>
                <a:off x="2182150" y="2965275"/>
                <a:ext cx="154350" cy="78725"/>
              </a:xfrm>
              <a:custGeom>
                <a:avLst/>
                <a:gdLst/>
                <a:ahLst/>
                <a:cxnLst/>
                <a:rect l="l" t="t" r="r" b="b"/>
                <a:pathLst>
                  <a:path w="6174" h="3149" extrusionOk="0">
                    <a:moveTo>
                      <a:pt x="5741" y="0"/>
                    </a:moveTo>
                    <a:lnTo>
                      <a:pt x="0" y="976"/>
                    </a:lnTo>
                    <a:cubicBezTo>
                      <a:pt x="0" y="976"/>
                      <a:pt x="509" y="3149"/>
                      <a:pt x="3051" y="3149"/>
                    </a:cubicBezTo>
                    <a:cubicBezTo>
                      <a:pt x="3150" y="3149"/>
                      <a:pt x="3253" y="3145"/>
                      <a:pt x="3358" y="3138"/>
                    </a:cubicBezTo>
                    <a:cubicBezTo>
                      <a:pt x="6173" y="2948"/>
                      <a:pt x="5741" y="1"/>
                      <a:pt x="57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2596;p54">
                <a:extLst>
                  <a:ext uri="{FF2B5EF4-FFF2-40B4-BE49-F238E27FC236}">
                    <a16:creationId xmlns:a16="http://schemas.microsoft.com/office/drawing/2014/main" id="{F9354157-88B7-4362-0507-E80AA2B707BA}"/>
                  </a:ext>
                </a:extLst>
              </p:cNvPr>
              <p:cNvSpPr/>
              <p:nvPr/>
            </p:nvSpPr>
            <p:spPr>
              <a:xfrm>
                <a:off x="2182150" y="2965275"/>
                <a:ext cx="154350" cy="78725"/>
              </a:xfrm>
              <a:custGeom>
                <a:avLst/>
                <a:gdLst/>
                <a:ahLst/>
                <a:cxnLst/>
                <a:rect l="l" t="t" r="r" b="b"/>
                <a:pathLst>
                  <a:path w="6174" h="3149" extrusionOk="0">
                    <a:moveTo>
                      <a:pt x="5748" y="0"/>
                    </a:moveTo>
                    <a:lnTo>
                      <a:pt x="5330" y="66"/>
                    </a:lnTo>
                    <a:cubicBezTo>
                      <a:pt x="5250" y="954"/>
                      <a:pt x="4846" y="2303"/>
                      <a:pt x="3116" y="2427"/>
                    </a:cubicBezTo>
                    <a:cubicBezTo>
                      <a:pt x="3014" y="2435"/>
                      <a:pt x="2915" y="2438"/>
                      <a:pt x="2820" y="2438"/>
                    </a:cubicBezTo>
                    <a:cubicBezTo>
                      <a:pt x="1333" y="2438"/>
                      <a:pt x="594" y="1565"/>
                      <a:pt x="257" y="932"/>
                    </a:cubicBezTo>
                    <a:lnTo>
                      <a:pt x="0" y="976"/>
                    </a:lnTo>
                    <a:cubicBezTo>
                      <a:pt x="0" y="976"/>
                      <a:pt x="509" y="3149"/>
                      <a:pt x="3051" y="3149"/>
                    </a:cubicBezTo>
                    <a:cubicBezTo>
                      <a:pt x="3150" y="3149"/>
                      <a:pt x="3253" y="3145"/>
                      <a:pt x="3358" y="3138"/>
                    </a:cubicBezTo>
                    <a:cubicBezTo>
                      <a:pt x="6173" y="2948"/>
                      <a:pt x="5748" y="1"/>
                      <a:pt x="57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2597;p54">
                <a:extLst>
                  <a:ext uri="{FF2B5EF4-FFF2-40B4-BE49-F238E27FC236}">
                    <a16:creationId xmlns:a16="http://schemas.microsoft.com/office/drawing/2014/main" id="{BF0CF992-D0F3-FA0C-538E-352C0DE72D50}"/>
                  </a:ext>
                </a:extLst>
              </p:cNvPr>
              <p:cNvSpPr/>
              <p:nvPr/>
            </p:nvSpPr>
            <p:spPr>
              <a:xfrm>
                <a:off x="2214225" y="2971150"/>
                <a:ext cx="76625" cy="31250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250" extrusionOk="0">
                    <a:moveTo>
                      <a:pt x="3065" y="0"/>
                    </a:moveTo>
                    <a:lnTo>
                      <a:pt x="0" y="521"/>
                    </a:lnTo>
                    <a:cubicBezTo>
                      <a:pt x="249" y="812"/>
                      <a:pt x="735" y="1249"/>
                      <a:pt x="1415" y="1249"/>
                    </a:cubicBezTo>
                    <a:cubicBezTo>
                      <a:pt x="1556" y="1249"/>
                      <a:pt x="1705" y="1231"/>
                      <a:pt x="1863" y="1188"/>
                    </a:cubicBezTo>
                    <a:cubicBezTo>
                      <a:pt x="2456" y="1041"/>
                      <a:pt x="2918" y="587"/>
                      <a:pt x="30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2598;p54">
                <a:extLst>
                  <a:ext uri="{FF2B5EF4-FFF2-40B4-BE49-F238E27FC236}">
                    <a16:creationId xmlns:a16="http://schemas.microsoft.com/office/drawing/2014/main" id="{B0B07CDC-6B63-019A-325E-41C7E5D84450}"/>
                  </a:ext>
                </a:extLst>
              </p:cNvPr>
              <p:cNvSpPr/>
              <p:nvPr/>
            </p:nvSpPr>
            <p:spPr>
              <a:xfrm>
                <a:off x="2199750" y="2973000"/>
                <a:ext cx="111075" cy="48575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1943" extrusionOk="0">
                    <a:moveTo>
                      <a:pt x="4276" y="0"/>
                    </a:moveTo>
                    <a:cubicBezTo>
                      <a:pt x="4090" y="0"/>
                      <a:pt x="3783" y="241"/>
                      <a:pt x="3783" y="241"/>
                    </a:cubicBezTo>
                    <a:cubicBezTo>
                      <a:pt x="3783" y="241"/>
                      <a:pt x="3966" y="282"/>
                      <a:pt x="4134" y="282"/>
                    </a:cubicBezTo>
                    <a:cubicBezTo>
                      <a:pt x="4295" y="282"/>
                      <a:pt x="4442" y="245"/>
                      <a:pt x="4406" y="102"/>
                    </a:cubicBezTo>
                    <a:cubicBezTo>
                      <a:pt x="4388" y="28"/>
                      <a:pt x="4339" y="0"/>
                      <a:pt x="4276" y="0"/>
                    </a:cubicBezTo>
                    <a:close/>
                    <a:moveTo>
                      <a:pt x="3591" y="717"/>
                    </a:moveTo>
                    <a:cubicBezTo>
                      <a:pt x="3569" y="717"/>
                      <a:pt x="3556" y="718"/>
                      <a:pt x="3556" y="718"/>
                    </a:cubicBezTo>
                    <a:cubicBezTo>
                      <a:pt x="3556" y="718"/>
                      <a:pt x="3851" y="1055"/>
                      <a:pt x="4032" y="1055"/>
                    </a:cubicBezTo>
                    <a:cubicBezTo>
                      <a:pt x="4079" y="1055"/>
                      <a:pt x="4118" y="1032"/>
                      <a:pt x="4142" y="974"/>
                    </a:cubicBezTo>
                    <a:cubicBezTo>
                      <a:pt x="4237" y="734"/>
                      <a:pt x="3731" y="717"/>
                      <a:pt x="3591" y="717"/>
                    </a:cubicBezTo>
                    <a:close/>
                    <a:moveTo>
                      <a:pt x="711" y="821"/>
                    </a:moveTo>
                    <a:cubicBezTo>
                      <a:pt x="711" y="821"/>
                      <a:pt x="0" y="894"/>
                      <a:pt x="169" y="1150"/>
                    </a:cubicBezTo>
                    <a:cubicBezTo>
                      <a:pt x="198" y="1196"/>
                      <a:pt x="234" y="1215"/>
                      <a:pt x="273" y="1215"/>
                    </a:cubicBezTo>
                    <a:cubicBezTo>
                      <a:pt x="455" y="1215"/>
                      <a:pt x="711" y="821"/>
                      <a:pt x="711" y="821"/>
                    </a:cubicBezTo>
                    <a:close/>
                    <a:moveTo>
                      <a:pt x="3123" y="1092"/>
                    </a:moveTo>
                    <a:cubicBezTo>
                      <a:pt x="3123" y="1092"/>
                      <a:pt x="3232" y="1636"/>
                      <a:pt x="3424" y="1636"/>
                    </a:cubicBezTo>
                    <a:cubicBezTo>
                      <a:pt x="3450" y="1636"/>
                      <a:pt x="3476" y="1626"/>
                      <a:pt x="3505" y="1605"/>
                    </a:cubicBezTo>
                    <a:cubicBezTo>
                      <a:pt x="3739" y="1414"/>
                      <a:pt x="3124" y="1092"/>
                      <a:pt x="3123" y="1092"/>
                    </a:cubicBezTo>
                    <a:close/>
                    <a:moveTo>
                      <a:pt x="1202" y="1172"/>
                    </a:moveTo>
                    <a:cubicBezTo>
                      <a:pt x="1202" y="1173"/>
                      <a:pt x="623" y="1583"/>
                      <a:pt x="887" y="1722"/>
                    </a:cubicBezTo>
                    <a:cubicBezTo>
                      <a:pt x="912" y="1735"/>
                      <a:pt x="935" y="1741"/>
                      <a:pt x="956" y="1741"/>
                    </a:cubicBezTo>
                    <a:cubicBezTo>
                      <a:pt x="1166" y="1741"/>
                      <a:pt x="1202" y="1173"/>
                      <a:pt x="1202" y="1172"/>
                    </a:cubicBezTo>
                    <a:close/>
                    <a:moveTo>
                      <a:pt x="2493" y="1282"/>
                    </a:moveTo>
                    <a:cubicBezTo>
                      <a:pt x="2493" y="1283"/>
                      <a:pt x="2355" y="1905"/>
                      <a:pt x="2588" y="1905"/>
                    </a:cubicBezTo>
                    <a:cubicBezTo>
                      <a:pt x="2601" y="1905"/>
                      <a:pt x="2616" y="1903"/>
                      <a:pt x="2632" y="1898"/>
                    </a:cubicBezTo>
                    <a:cubicBezTo>
                      <a:pt x="2925" y="1825"/>
                      <a:pt x="2493" y="1283"/>
                      <a:pt x="2493" y="1282"/>
                    </a:cubicBezTo>
                    <a:close/>
                    <a:moveTo>
                      <a:pt x="1892" y="1326"/>
                    </a:moveTo>
                    <a:cubicBezTo>
                      <a:pt x="1892" y="1327"/>
                      <a:pt x="1408" y="1847"/>
                      <a:pt x="1694" y="1935"/>
                    </a:cubicBezTo>
                    <a:cubicBezTo>
                      <a:pt x="1711" y="1940"/>
                      <a:pt x="1726" y="1943"/>
                      <a:pt x="1741" y="1943"/>
                    </a:cubicBezTo>
                    <a:cubicBezTo>
                      <a:pt x="1969" y="1943"/>
                      <a:pt x="1892" y="1327"/>
                      <a:pt x="1892" y="132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2599;p54">
                <a:extLst>
                  <a:ext uri="{FF2B5EF4-FFF2-40B4-BE49-F238E27FC236}">
                    <a16:creationId xmlns:a16="http://schemas.microsoft.com/office/drawing/2014/main" id="{581A37E8-DA30-6EE0-824C-EE9C790AAFD7}"/>
                  </a:ext>
                </a:extLst>
              </p:cNvPr>
              <p:cNvSpPr/>
              <p:nvPr/>
            </p:nvSpPr>
            <p:spPr>
              <a:xfrm>
                <a:off x="1922050" y="2888100"/>
                <a:ext cx="133825" cy="130100"/>
              </a:xfrm>
              <a:custGeom>
                <a:avLst/>
                <a:gdLst/>
                <a:ahLst/>
                <a:cxnLst/>
                <a:rect l="l" t="t" r="r" b="b"/>
                <a:pathLst>
                  <a:path w="5353" h="5204" extrusionOk="0">
                    <a:moveTo>
                      <a:pt x="2515" y="1"/>
                    </a:moveTo>
                    <a:lnTo>
                      <a:pt x="1276" y="294"/>
                    </a:lnTo>
                    <a:cubicBezTo>
                      <a:pt x="1709" y="2633"/>
                      <a:pt x="756" y="2244"/>
                      <a:pt x="242" y="3571"/>
                    </a:cubicBezTo>
                    <a:cubicBezTo>
                      <a:pt x="0" y="4195"/>
                      <a:pt x="426" y="4876"/>
                      <a:pt x="1195" y="5067"/>
                    </a:cubicBezTo>
                    <a:cubicBezTo>
                      <a:pt x="1562" y="5159"/>
                      <a:pt x="1922" y="5203"/>
                      <a:pt x="2275" y="5203"/>
                    </a:cubicBezTo>
                    <a:cubicBezTo>
                      <a:pt x="3051" y="5203"/>
                      <a:pt x="3794" y="4989"/>
                      <a:pt x="4509" y="4590"/>
                    </a:cubicBezTo>
                    <a:cubicBezTo>
                      <a:pt x="5331" y="4121"/>
                      <a:pt x="5353" y="3139"/>
                      <a:pt x="4561" y="2647"/>
                    </a:cubicBezTo>
                    <a:cubicBezTo>
                      <a:pt x="3124" y="1760"/>
                      <a:pt x="2926" y="1240"/>
                      <a:pt x="25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2600;p54">
                <a:extLst>
                  <a:ext uri="{FF2B5EF4-FFF2-40B4-BE49-F238E27FC236}">
                    <a16:creationId xmlns:a16="http://schemas.microsoft.com/office/drawing/2014/main" id="{732A115F-93DA-1657-8641-D424EC301E7D}"/>
                  </a:ext>
                </a:extLst>
              </p:cNvPr>
              <p:cNvSpPr/>
              <p:nvPr/>
            </p:nvSpPr>
            <p:spPr>
              <a:xfrm>
                <a:off x="1939825" y="2888100"/>
                <a:ext cx="116225" cy="130000"/>
              </a:xfrm>
              <a:custGeom>
                <a:avLst/>
                <a:gdLst/>
                <a:ahLst/>
                <a:cxnLst/>
                <a:rect l="l" t="t" r="r" b="b"/>
                <a:pathLst>
                  <a:path w="4649" h="5200" extrusionOk="0">
                    <a:moveTo>
                      <a:pt x="1584" y="507"/>
                    </a:moveTo>
                    <a:cubicBezTo>
                      <a:pt x="1790" y="1350"/>
                      <a:pt x="2083" y="1863"/>
                      <a:pt x="3139" y="2721"/>
                    </a:cubicBezTo>
                    <a:cubicBezTo>
                      <a:pt x="3864" y="3307"/>
                      <a:pt x="3718" y="4275"/>
                      <a:pt x="2845" y="4634"/>
                    </a:cubicBezTo>
                    <a:cubicBezTo>
                      <a:pt x="2735" y="4678"/>
                      <a:pt x="2633" y="4715"/>
                      <a:pt x="2523" y="4752"/>
                    </a:cubicBezTo>
                    <a:cubicBezTo>
                      <a:pt x="2735" y="4282"/>
                      <a:pt x="2787" y="3755"/>
                      <a:pt x="2669" y="3249"/>
                    </a:cubicBezTo>
                    <a:cubicBezTo>
                      <a:pt x="2618" y="3051"/>
                      <a:pt x="2530" y="2853"/>
                      <a:pt x="2420" y="2677"/>
                    </a:cubicBezTo>
                    <a:cubicBezTo>
                      <a:pt x="2281" y="2501"/>
                      <a:pt x="2134" y="2332"/>
                      <a:pt x="1965" y="2178"/>
                    </a:cubicBezTo>
                    <a:cubicBezTo>
                      <a:pt x="1804" y="2024"/>
                      <a:pt x="1680" y="1834"/>
                      <a:pt x="1599" y="1628"/>
                    </a:cubicBezTo>
                    <a:cubicBezTo>
                      <a:pt x="1526" y="1416"/>
                      <a:pt x="1496" y="1188"/>
                      <a:pt x="1511" y="969"/>
                    </a:cubicBezTo>
                    <a:cubicBezTo>
                      <a:pt x="1518" y="815"/>
                      <a:pt x="1540" y="661"/>
                      <a:pt x="1584" y="507"/>
                    </a:cubicBezTo>
                    <a:close/>
                    <a:moveTo>
                      <a:pt x="1804" y="1"/>
                    </a:moveTo>
                    <a:lnTo>
                      <a:pt x="1702" y="23"/>
                    </a:lnTo>
                    <a:lnTo>
                      <a:pt x="1665" y="37"/>
                    </a:lnTo>
                    <a:lnTo>
                      <a:pt x="1489" y="74"/>
                    </a:lnTo>
                    <a:cubicBezTo>
                      <a:pt x="1504" y="177"/>
                      <a:pt x="1526" y="272"/>
                      <a:pt x="1548" y="360"/>
                    </a:cubicBezTo>
                    <a:cubicBezTo>
                      <a:pt x="1511" y="485"/>
                      <a:pt x="1474" y="617"/>
                      <a:pt x="1452" y="749"/>
                    </a:cubicBezTo>
                    <a:cubicBezTo>
                      <a:pt x="1394" y="1174"/>
                      <a:pt x="1445" y="1636"/>
                      <a:pt x="1709" y="1995"/>
                    </a:cubicBezTo>
                    <a:cubicBezTo>
                      <a:pt x="1848" y="2164"/>
                      <a:pt x="2002" y="2325"/>
                      <a:pt x="2163" y="2479"/>
                    </a:cubicBezTo>
                    <a:cubicBezTo>
                      <a:pt x="2317" y="2640"/>
                      <a:pt x="2435" y="2823"/>
                      <a:pt x="2523" y="3029"/>
                    </a:cubicBezTo>
                    <a:cubicBezTo>
                      <a:pt x="2677" y="3439"/>
                      <a:pt x="2699" y="3879"/>
                      <a:pt x="2596" y="4304"/>
                    </a:cubicBezTo>
                    <a:cubicBezTo>
                      <a:pt x="2559" y="4466"/>
                      <a:pt x="2508" y="4627"/>
                      <a:pt x="2435" y="4774"/>
                    </a:cubicBezTo>
                    <a:cubicBezTo>
                      <a:pt x="2002" y="4913"/>
                      <a:pt x="1548" y="4986"/>
                      <a:pt x="1093" y="4994"/>
                    </a:cubicBezTo>
                    <a:cubicBezTo>
                      <a:pt x="814" y="4642"/>
                      <a:pt x="668" y="4217"/>
                      <a:pt x="668" y="3769"/>
                    </a:cubicBezTo>
                    <a:cubicBezTo>
                      <a:pt x="668" y="3256"/>
                      <a:pt x="910" y="2801"/>
                      <a:pt x="1071" y="2318"/>
                    </a:cubicBezTo>
                    <a:cubicBezTo>
                      <a:pt x="1159" y="2090"/>
                      <a:pt x="1196" y="1848"/>
                      <a:pt x="1188" y="1606"/>
                    </a:cubicBezTo>
                    <a:cubicBezTo>
                      <a:pt x="1174" y="1379"/>
                      <a:pt x="1108" y="1166"/>
                      <a:pt x="1005" y="969"/>
                    </a:cubicBezTo>
                    <a:cubicBezTo>
                      <a:pt x="888" y="734"/>
                      <a:pt x="734" y="514"/>
                      <a:pt x="594" y="287"/>
                    </a:cubicBezTo>
                    <a:lnTo>
                      <a:pt x="565" y="294"/>
                    </a:lnTo>
                    <a:cubicBezTo>
                      <a:pt x="572" y="338"/>
                      <a:pt x="580" y="375"/>
                      <a:pt x="587" y="411"/>
                    </a:cubicBezTo>
                    <a:cubicBezTo>
                      <a:pt x="675" y="565"/>
                      <a:pt x="778" y="712"/>
                      <a:pt x="866" y="866"/>
                    </a:cubicBezTo>
                    <a:cubicBezTo>
                      <a:pt x="983" y="1049"/>
                      <a:pt x="1064" y="1262"/>
                      <a:pt x="1108" y="1482"/>
                    </a:cubicBezTo>
                    <a:cubicBezTo>
                      <a:pt x="1137" y="1738"/>
                      <a:pt x="1108" y="1995"/>
                      <a:pt x="1027" y="2237"/>
                    </a:cubicBezTo>
                    <a:cubicBezTo>
                      <a:pt x="873" y="2728"/>
                      <a:pt x="616" y="3183"/>
                      <a:pt x="602" y="3703"/>
                    </a:cubicBezTo>
                    <a:cubicBezTo>
                      <a:pt x="587" y="4165"/>
                      <a:pt x="726" y="4620"/>
                      <a:pt x="1005" y="4994"/>
                    </a:cubicBezTo>
                    <a:cubicBezTo>
                      <a:pt x="668" y="4986"/>
                      <a:pt x="331" y="4935"/>
                      <a:pt x="1" y="4854"/>
                    </a:cubicBezTo>
                    <a:lnTo>
                      <a:pt x="1" y="4854"/>
                    </a:lnTo>
                    <a:cubicBezTo>
                      <a:pt x="147" y="4950"/>
                      <a:pt x="316" y="5023"/>
                      <a:pt x="484" y="5067"/>
                    </a:cubicBezTo>
                    <a:cubicBezTo>
                      <a:pt x="850" y="5156"/>
                      <a:pt x="1208" y="5200"/>
                      <a:pt x="1560" y="5200"/>
                    </a:cubicBezTo>
                    <a:cubicBezTo>
                      <a:pt x="2337" y="5200"/>
                      <a:pt x="3082" y="4987"/>
                      <a:pt x="3798" y="4583"/>
                    </a:cubicBezTo>
                    <a:cubicBezTo>
                      <a:pt x="4620" y="4121"/>
                      <a:pt x="4649" y="3139"/>
                      <a:pt x="3850" y="2647"/>
                    </a:cubicBezTo>
                    <a:cubicBezTo>
                      <a:pt x="2413" y="1760"/>
                      <a:pt x="2215" y="1240"/>
                      <a:pt x="18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2601;p54">
                <a:extLst>
                  <a:ext uri="{FF2B5EF4-FFF2-40B4-BE49-F238E27FC236}">
                    <a16:creationId xmlns:a16="http://schemas.microsoft.com/office/drawing/2014/main" id="{4873CEE3-31A4-4639-9D27-9F9EAA14CD4C}"/>
                  </a:ext>
                </a:extLst>
              </p:cNvPr>
              <p:cNvSpPr/>
              <p:nvPr/>
            </p:nvSpPr>
            <p:spPr>
              <a:xfrm>
                <a:off x="1953950" y="2888100"/>
                <a:ext cx="32650" cy="12725"/>
              </a:xfrm>
              <a:custGeom>
                <a:avLst/>
                <a:gdLst/>
                <a:ahLst/>
                <a:cxnLst/>
                <a:rect l="l" t="t" r="r" b="b"/>
                <a:pathLst>
                  <a:path w="1306" h="509" extrusionOk="0">
                    <a:moveTo>
                      <a:pt x="1239" y="1"/>
                    </a:moveTo>
                    <a:lnTo>
                      <a:pt x="0" y="294"/>
                    </a:lnTo>
                    <a:cubicBezTo>
                      <a:pt x="0" y="294"/>
                      <a:pt x="63" y="509"/>
                      <a:pt x="419" y="509"/>
                    </a:cubicBezTo>
                    <a:cubicBezTo>
                      <a:pt x="484" y="509"/>
                      <a:pt x="559" y="502"/>
                      <a:pt x="645" y="485"/>
                    </a:cubicBezTo>
                    <a:cubicBezTo>
                      <a:pt x="1305" y="360"/>
                      <a:pt x="1239" y="1"/>
                      <a:pt x="1239" y="1"/>
                    </a:cubicBezTo>
                    <a:close/>
                  </a:path>
                </a:pathLst>
              </a:custGeom>
              <a:solidFill>
                <a:srgbClr val="A597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2602;p54">
                <a:extLst>
                  <a:ext uri="{FF2B5EF4-FFF2-40B4-BE49-F238E27FC236}">
                    <a16:creationId xmlns:a16="http://schemas.microsoft.com/office/drawing/2014/main" id="{C0E6B5C8-0284-A3FA-61EF-662F739E5D82}"/>
                  </a:ext>
                </a:extLst>
              </p:cNvPr>
              <p:cNvSpPr/>
              <p:nvPr/>
            </p:nvSpPr>
            <p:spPr>
              <a:xfrm>
                <a:off x="1999425" y="3017700"/>
                <a:ext cx="9897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3959" h="2466" extrusionOk="0">
                    <a:moveTo>
                      <a:pt x="3152" y="0"/>
                    </a:moveTo>
                    <a:cubicBezTo>
                      <a:pt x="2719" y="726"/>
                      <a:pt x="454" y="1327"/>
                      <a:pt x="234" y="1481"/>
                    </a:cubicBezTo>
                    <a:cubicBezTo>
                      <a:pt x="27" y="1631"/>
                      <a:pt x="1" y="2466"/>
                      <a:pt x="1816" y="2466"/>
                    </a:cubicBezTo>
                    <a:cubicBezTo>
                      <a:pt x="1869" y="2466"/>
                      <a:pt x="1923" y="2465"/>
                      <a:pt x="1979" y="2464"/>
                    </a:cubicBezTo>
                    <a:cubicBezTo>
                      <a:pt x="3959" y="2420"/>
                      <a:pt x="3761" y="264"/>
                      <a:pt x="3761" y="264"/>
                    </a:cubicBezTo>
                    <a:lnTo>
                      <a:pt x="31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2603;p54">
                <a:extLst>
                  <a:ext uri="{FF2B5EF4-FFF2-40B4-BE49-F238E27FC236}">
                    <a16:creationId xmlns:a16="http://schemas.microsoft.com/office/drawing/2014/main" id="{C97FF358-CDAD-FDD8-2602-4F0D43E3C63F}"/>
                  </a:ext>
                </a:extLst>
              </p:cNvPr>
              <p:cNvSpPr/>
              <p:nvPr/>
            </p:nvSpPr>
            <p:spPr>
              <a:xfrm>
                <a:off x="2000950" y="3020800"/>
                <a:ext cx="97450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2342" extrusionOk="0">
                    <a:moveTo>
                      <a:pt x="3370" y="1"/>
                    </a:moveTo>
                    <a:cubicBezTo>
                      <a:pt x="3304" y="639"/>
                      <a:pt x="2988" y="1702"/>
                      <a:pt x="1603" y="1731"/>
                    </a:cubicBezTo>
                    <a:cubicBezTo>
                      <a:pt x="1559" y="1732"/>
                      <a:pt x="1517" y="1732"/>
                      <a:pt x="1475" y="1732"/>
                    </a:cubicBezTo>
                    <a:cubicBezTo>
                      <a:pt x="781" y="1732"/>
                      <a:pt x="356" y="1619"/>
                      <a:pt x="100" y="1467"/>
                    </a:cubicBezTo>
                    <a:lnTo>
                      <a:pt x="100" y="1467"/>
                    </a:lnTo>
                    <a:cubicBezTo>
                      <a:pt x="0" y="1737"/>
                      <a:pt x="217" y="2342"/>
                      <a:pt x="1755" y="2342"/>
                    </a:cubicBezTo>
                    <a:cubicBezTo>
                      <a:pt x="1808" y="2342"/>
                      <a:pt x="1862" y="2341"/>
                      <a:pt x="1918" y="2340"/>
                    </a:cubicBezTo>
                    <a:cubicBezTo>
                      <a:pt x="3898" y="2296"/>
                      <a:pt x="3700" y="140"/>
                      <a:pt x="3700" y="140"/>
                    </a:cubicBezTo>
                    <a:lnTo>
                      <a:pt x="337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2604;p54">
                <a:extLst>
                  <a:ext uri="{FF2B5EF4-FFF2-40B4-BE49-F238E27FC236}">
                    <a16:creationId xmlns:a16="http://schemas.microsoft.com/office/drawing/2014/main" id="{53A3C00B-6CEB-EDED-EE56-9125BDB3ECA9}"/>
                  </a:ext>
                </a:extLst>
              </p:cNvPr>
              <p:cNvSpPr/>
              <p:nvPr/>
            </p:nvSpPr>
            <p:spPr>
              <a:xfrm>
                <a:off x="2076025" y="3017700"/>
                <a:ext cx="174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371" extrusionOk="0">
                    <a:moveTo>
                      <a:pt x="88" y="0"/>
                    </a:moveTo>
                    <a:cubicBezTo>
                      <a:pt x="88" y="0"/>
                      <a:pt x="0" y="286"/>
                      <a:pt x="257" y="352"/>
                    </a:cubicBezTo>
                    <a:cubicBezTo>
                      <a:pt x="300" y="365"/>
                      <a:pt x="345" y="371"/>
                      <a:pt x="389" y="371"/>
                    </a:cubicBezTo>
                    <a:cubicBezTo>
                      <a:pt x="499" y="371"/>
                      <a:pt x="607" y="333"/>
                      <a:pt x="697" y="264"/>
                    </a:cubicBez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A597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2605;p54">
                <a:extLst>
                  <a:ext uri="{FF2B5EF4-FFF2-40B4-BE49-F238E27FC236}">
                    <a16:creationId xmlns:a16="http://schemas.microsoft.com/office/drawing/2014/main" id="{CA707D32-4DCE-BB5B-6055-C1A9EF03A941}"/>
                  </a:ext>
                </a:extLst>
              </p:cNvPr>
              <p:cNvSpPr/>
              <p:nvPr/>
            </p:nvSpPr>
            <p:spPr>
              <a:xfrm>
                <a:off x="1885400" y="3023000"/>
                <a:ext cx="73975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042" extrusionOk="0">
                    <a:moveTo>
                      <a:pt x="909" y="1"/>
                    </a:moveTo>
                    <a:lnTo>
                      <a:pt x="433" y="111"/>
                    </a:lnTo>
                    <a:cubicBezTo>
                      <a:pt x="433" y="111"/>
                      <a:pt x="0" y="1665"/>
                      <a:pt x="1444" y="1966"/>
                    </a:cubicBezTo>
                    <a:cubicBezTo>
                      <a:pt x="1705" y="2019"/>
                      <a:pt x="1922" y="2041"/>
                      <a:pt x="2102" y="2041"/>
                    </a:cubicBezTo>
                    <a:cubicBezTo>
                      <a:pt x="2911" y="2041"/>
                      <a:pt x="2959" y="1589"/>
                      <a:pt x="2845" y="1475"/>
                    </a:cubicBezTo>
                    <a:cubicBezTo>
                      <a:pt x="2705" y="1335"/>
                      <a:pt x="1129" y="587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2606;p54">
                <a:extLst>
                  <a:ext uri="{FF2B5EF4-FFF2-40B4-BE49-F238E27FC236}">
                    <a16:creationId xmlns:a16="http://schemas.microsoft.com/office/drawing/2014/main" id="{064BC8F3-9D70-7745-6BFE-8CE333614ECE}"/>
                  </a:ext>
                </a:extLst>
              </p:cNvPr>
              <p:cNvSpPr/>
              <p:nvPr/>
            </p:nvSpPr>
            <p:spPr>
              <a:xfrm>
                <a:off x="1885400" y="3024300"/>
                <a:ext cx="72950" cy="49725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1989" extrusionOk="0">
                    <a:moveTo>
                      <a:pt x="689" y="0"/>
                    </a:moveTo>
                    <a:lnTo>
                      <a:pt x="433" y="59"/>
                    </a:lnTo>
                    <a:cubicBezTo>
                      <a:pt x="433" y="59"/>
                      <a:pt x="0" y="1613"/>
                      <a:pt x="1437" y="1914"/>
                    </a:cubicBezTo>
                    <a:cubicBezTo>
                      <a:pt x="1699" y="1967"/>
                      <a:pt x="1916" y="1989"/>
                      <a:pt x="2096" y="1989"/>
                    </a:cubicBezTo>
                    <a:cubicBezTo>
                      <a:pt x="2765" y="1989"/>
                      <a:pt x="2918" y="1684"/>
                      <a:pt x="2889" y="1511"/>
                    </a:cubicBezTo>
                    <a:lnTo>
                      <a:pt x="2889" y="1511"/>
                    </a:lnTo>
                    <a:cubicBezTo>
                      <a:pt x="2773" y="1557"/>
                      <a:pt x="2618" y="1585"/>
                      <a:pt x="2416" y="1585"/>
                    </a:cubicBezTo>
                    <a:cubicBezTo>
                      <a:pt x="2235" y="1585"/>
                      <a:pt x="2016" y="1563"/>
                      <a:pt x="1752" y="1511"/>
                    </a:cubicBezTo>
                    <a:cubicBezTo>
                      <a:pt x="741" y="1298"/>
                      <a:pt x="653" y="477"/>
                      <a:pt x="6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2607;p54">
                <a:extLst>
                  <a:ext uri="{FF2B5EF4-FFF2-40B4-BE49-F238E27FC236}">
                    <a16:creationId xmlns:a16="http://schemas.microsoft.com/office/drawing/2014/main" id="{CA749092-0C99-DF63-CDEE-0F60BE431C2D}"/>
                  </a:ext>
                </a:extLst>
              </p:cNvPr>
              <p:cNvSpPr/>
              <p:nvPr/>
            </p:nvSpPr>
            <p:spPr>
              <a:xfrm>
                <a:off x="1896200" y="3023000"/>
                <a:ext cx="12675" cy="5975"/>
              </a:xfrm>
              <a:custGeom>
                <a:avLst/>
                <a:gdLst/>
                <a:ahLst/>
                <a:cxnLst/>
                <a:rect l="l" t="t" r="r" b="b"/>
                <a:pathLst>
                  <a:path w="507" h="239" extrusionOk="0">
                    <a:moveTo>
                      <a:pt x="477" y="1"/>
                    </a:moveTo>
                    <a:lnTo>
                      <a:pt x="1" y="111"/>
                    </a:lnTo>
                    <a:cubicBezTo>
                      <a:pt x="66" y="189"/>
                      <a:pt x="165" y="238"/>
                      <a:pt x="268" y="238"/>
                    </a:cubicBezTo>
                    <a:cubicBezTo>
                      <a:pt x="282" y="238"/>
                      <a:pt x="295" y="237"/>
                      <a:pt x="309" y="236"/>
                    </a:cubicBezTo>
                    <a:cubicBezTo>
                      <a:pt x="506" y="221"/>
                      <a:pt x="477" y="1"/>
                      <a:pt x="477" y="1"/>
                    </a:cubicBezTo>
                    <a:close/>
                  </a:path>
                </a:pathLst>
              </a:custGeom>
              <a:solidFill>
                <a:srgbClr val="A597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433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p59"/>
          <p:cNvSpPr/>
          <p:nvPr/>
        </p:nvSpPr>
        <p:spPr>
          <a:xfrm>
            <a:off x="3173950" y="1603175"/>
            <a:ext cx="2795100" cy="27951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1" name="Google Shape;2881;p59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4815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Methodology</a:t>
            </a:r>
            <a:endParaRPr dirty="0"/>
          </a:p>
        </p:txBody>
      </p:sp>
      <p:sp>
        <p:nvSpPr>
          <p:cNvPr id="2882" name="Google Shape;2882;p59"/>
          <p:cNvSpPr/>
          <p:nvPr/>
        </p:nvSpPr>
        <p:spPr>
          <a:xfrm rot="-7235710">
            <a:off x="4916589" y="3418534"/>
            <a:ext cx="1499962" cy="886524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3" name="Google Shape;2883;p59"/>
          <p:cNvSpPr txBox="1"/>
          <p:nvPr/>
        </p:nvSpPr>
        <p:spPr>
          <a:xfrm>
            <a:off x="639560" y="1555537"/>
            <a:ext cx="2238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rPr>
              <a:t>Data Cleaning</a:t>
            </a:r>
            <a:endParaRPr sz="2300" dirty="0">
              <a:solidFill>
                <a:schemeClr val="dk1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884" name="Google Shape;2884;p59"/>
          <p:cNvSpPr txBox="1"/>
          <p:nvPr/>
        </p:nvSpPr>
        <p:spPr>
          <a:xfrm>
            <a:off x="134754" y="2016338"/>
            <a:ext cx="272463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latin typeface="Inter"/>
                <a:ea typeface="Inter"/>
                <a:cs typeface="Inter"/>
                <a:sym typeface="Inter"/>
              </a:rPr>
              <a:t>Removed duplicates, handled nulls and standerized data formats using power query</a:t>
            </a:r>
            <a:endParaRPr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5" name="Google Shape;2885;p59"/>
          <p:cNvSpPr txBox="1"/>
          <p:nvPr/>
        </p:nvSpPr>
        <p:spPr>
          <a:xfrm>
            <a:off x="6206963" y="1643179"/>
            <a:ext cx="2238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rPr>
              <a:t>Data Modelling</a:t>
            </a:r>
            <a:endParaRPr sz="2300" dirty="0">
              <a:solidFill>
                <a:schemeClr val="dk1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886" name="Google Shape;2886;p59"/>
          <p:cNvSpPr txBox="1"/>
          <p:nvPr/>
        </p:nvSpPr>
        <p:spPr>
          <a:xfrm>
            <a:off x="6206963" y="2092212"/>
            <a:ext cx="223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Created a star schema connecting fact tables to dimension tables.</a:t>
            </a:r>
            <a:endParaRPr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7" name="Google Shape;2887;p59"/>
          <p:cNvSpPr txBox="1"/>
          <p:nvPr/>
        </p:nvSpPr>
        <p:spPr>
          <a:xfrm>
            <a:off x="414376" y="3751126"/>
            <a:ext cx="2570630" cy="3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rPr>
              <a:t>Visualization</a:t>
            </a:r>
            <a:endParaRPr sz="2300" dirty="0">
              <a:solidFill>
                <a:schemeClr val="dk1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888" name="Google Shape;2888;p59"/>
          <p:cNvSpPr txBox="1"/>
          <p:nvPr/>
        </p:nvSpPr>
        <p:spPr>
          <a:xfrm>
            <a:off x="778369" y="4111925"/>
            <a:ext cx="223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Designed interactive dashboards.</a:t>
            </a:r>
            <a:endParaRPr sz="1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9" name="Google Shape;2889;p59"/>
          <p:cNvSpPr txBox="1"/>
          <p:nvPr/>
        </p:nvSpPr>
        <p:spPr>
          <a:xfrm>
            <a:off x="6235824" y="3652663"/>
            <a:ext cx="2456201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rPr>
              <a:t>Measure Calculations</a:t>
            </a:r>
            <a:endParaRPr sz="2300" dirty="0">
              <a:solidFill>
                <a:schemeClr val="dk1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890" name="Google Shape;2890;p59"/>
          <p:cNvSpPr txBox="1"/>
          <p:nvPr/>
        </p:nvSpPr>
        <p:spPr>
          <a:xfrm>
            <a:off x="6265140" y="4111925"/>
            <a:ext cx="20829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latin typeface="Inter"/>
                <a:ea typeface="Inter"/>
                <a:cs typeface="Inter"/>
                <a:sym typeface="Inter"/>
              </a:rPr>
              <a:t>Defined DAX Measure.</a:t>
            </a:r>
            <a:endParaRPr sz="1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1" name="Google Shape;2891;p59"/>
          <p:cNvSpPr/>
          <p:nvPr/>
        </p:nvSpPr>
        <p:spPr>
          <a:xfrm rot="-1799993">
            <a:off x="4916590" y="1633228"/>
            <a:ext cx="1499962" cy="886524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2" name="Google Shape;2892;p59"/>
          <p:cNvSpPr/>
          <p:nvPr/>
        </p:nvSpPr>
        <p:spPr>
          <a:xfrm rot="-9958988">
            <a:off x="2726582" y="3418552"/>
            <a:ext cx="1499943" cy="886513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3" name="Google Shape;2893;p59"/>
          <p:cNvSpPr/>
          <p:nvPr/>
        </p:nvSpPr>
        <p:spPr>
          <a:xfrm rot="2247954">
            <a:off x="2726567" y="1633238"/>
            <a:ext cx="1499947" cy="886515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14" name="Google Shape;2914;p59"/>
          <p:cNvGrpSpPr/>
          <p:nvPr/>
        </p:nvGrpSpPr>
        <p:grpSpPr>
          <a:xfrm>
            <a:off x="3525495" y="1822918"/>
            <a:ext cx="1865439" cy="2012616"/>
            <a:chOff x="8671631" y="2690133"/>
            <a:chExt cx="1957850" cy="2112539"/>
          </a:xfrm>
        </p:grpSpPr>
        <p:grpSp>
          <p:nvGrpSpPr>
            <p:cNvPr id="2915" name="Google Shape;2915;p59"/>
            <p:cNvGrpSpPr/>
            <p:nvPr/>
          </p:nvGrpSpPr>
          <p:grpSpPr>
            <a:xfrm rot="978982" flipH="1">
              <a:off x="8887326" y="2869227"/>
              <a:ext cx="1526459" cy="1754351"/>
              <a:chOff x="5406289" y="5"/>
              <a:chExt cx="1508423" cy="1733623"/>
            </a:xfrm>
          </p:grpSpPr>
          <p:sp>
            <p:nvSpPr>
              <p:cNvPr id="2916" name="Google Shape;2916;p59"/>
              <p:cNvSpPr/>
              <p:nvPr/>
            </p:nvSpPr>
            <p:spPr>
              <a:xfrm rot="1949859" flipH="1">
                <a:off x="5757194" y="96026"/>
                <a:ext cx="806613" cy="1541520"/>
              </a:xfrm>
              <a:custGeom>
                <a:avLst/>
                <a:gdLst/>
                <a:ahLst/>
                <a:cxnLst/>
                <a:rect l="l" t="t" r="r" b="b"/>
                <a:pathLst>
                  <a:path w="16193" h="30946" extrusionOk="0">
                    <a:moveTo>
                      <a:pt x="5763" y="0"/>
                    </a:moveTo>
                    <a:cubicBezTo>
                      <a:pt x="5441" y="2031"/>
                      <a:pt x="4869" y="4033"/>
                      <a:pt x="4788" y="6086"/>
                    </a:cubicBezTo>
                    <a:cubicBezTo>
                      <a:pt x="4707" y="8058"/>
                      <a:pt x="5155" y="10155"/>
                      <a:pt x="6489" y="11585"/>
                    </a:cubicBezTo>
                    <a:cubicBezTo>
                      <a:pt x="6548" y="11922"/>
                      <a:pt x="6606" y="12252"/>
                      <a:pt x="6672" y="12582"/>
                    </a:cubicBezTo>
                    <a:cubicBezTo>
                      <a:pt x="6775" y="13095"/>
                      <a:pt x="6885" y="13601"/>
                      <a:pt x="7010" y="14099"/>
                    </a:cubicBezTo>
                    <a:cubicBezTo>
                      <a:pt x="6313" y="12516"/>
                      <a:pt x="5367" y="11057"/>
                      <a:pt x="4194" y="9781"/>
                    </a:cubicBezTo>
                    <a:cubicBezTo>
                      <a:pt x="2852" y="8315"/>
                      <a:pt x="1518" y="6878"/>
                      <a:pt x="0" y="5602"/>
                    </a:cubicBezTo>
                    <a:lnTo>
                      <a:pt x="0" y="5602"/>
                    </a:lnTo>
                    <a:cubicBezTo>
                      <a:pt x="895" y="7449"/>
                      <a:pt x="1569" y="9407"/>
                      <a:pt x="2662" y="11152"/>
                    </a:cubicBezTo>
                    <a:cubicBezTo>
                      <a:pt x="3732" y="12860"/>
                      <a:pt x="5294" y="14393"/>
                      <a:pt x="7193" y="14840"/>
                    </a:cubicBezTo>
                    <a:cubicBezTo>
                      <a:pt x="7420" y="15720"/>
                      <a:pt x="7684" y="16592"/>
                      <a:pt x="7977" y="17450"/>
                    </a:cubicBezTo>
                    <a:cubicBezTo>
                      <a:pt x="8139" y="17934"/>
                      <a:pt x="8315" y="18410"/>
                      <a:pt x="8498" y="18887"/>
                    </a:cubicBezTo>
                    <a:cubicBezTo>
                      <a:pt x="7625" y="17479"/>
                      <a:pt x="6533" y="16211"/>
                      <a:pt x="5265" y="15140"/>
                    </a:cubicBezTo>
                    <a:cubicBezTo>
                      <a:pt x="3747" y="13857"/>
                      <a:pt x="2244" y="12604"/>
                      <a:pt x="580" y="11526"/>
                    </a:cubicBezTo>
                    <a:lnTo>
                      <a:pt x="580" y="11526"/>
                    </a:lnTo>
                    <a:cubicBezTo>
                      <a:pt x="1694" y="13249"/>
                      <a:pt x="2618" y="15104"/>
                      <a:pt x="3923" y="16695"/>
                    </a:cubicBezTo>
                    <a:cubicBezTo>
                      <a:pt x="5191" y="18249"/>
                      <a:pt x="6929" y="19562"/>
                      <a:pt x="8850" y="19774"/>
                    </a:cubicBezTo>
                    <a:cubicBezTo>
                      <a:pt x="9172" y="20559"/>
                      <a:pt x="9524" y="21336"/>
                      <a:pt x="9906" y="22106"/>
                    </a:cubicBezTo>
                    <a:cubicBezTo>
                      <a:pt x="10126" y="22546"/>
                      <a:pt x="10353" y="22986"/>
                      <a:pt x="10587" y="23425"/>
                    </a:cubicBezTo>
                    <a:cubicBezTo>
                      <a:pt x="9781" y="22436"/>
                      <a:pt x="8850" y="21548"/>
                      <a:pt x="7831" y="20779"/>
                    </a:cubicBezTo>
                    <a:cubicBezTo>
                      <a:pt x="6240" y="19584"/>
                      <a:pt x="4656" y="18418"/>
                      <a:pt x="2933" y="17443"/>
                    </a:cubicBezTo>
                    <a:lnTo>
                      <a:pt x="2933" y="17443"/>
                    </a:lnTo>
                    <a:cubicBezTo>
                      <a:pt x="4150" y="19100"/>
                      <a:pt x="5177" y="20896"/>
                      <a:pt x="6577" y="22406"/>
                    </a:cubicBezTo>
                    <a:cubicBezTo>
                      <a:pt x="7919" y="23865"/>
                      <a:pt x="9700" y="25068"/>
                      <a:pt x="11607" y="25185"/>
                    </a:cubicBezTo>
                    <a:cubicBezTo>
                      <a:pt x="11870" y="25618"/>
                      <a:pt x="12149" y="26043"/>
                      <a:pt x="12428" y="26468"/>
                    </a:cubicBezTo>
                    <a:cubicBezTo>
                      <a:pt x="12692" y="26857"/>
                      <a:pt x="12963" y="27245"/>
                      <a:pt x="13242" y="27627"/>
                    </a:cubicBezTo>
                    <a:cubicBezTo>
                      <a:pt x="12090" y="26549"/>
                      <a:pt x="10785" y="25647"/>
                      <a:pt x="9370" y="24958"/>
                    </a:cubicBezTo>
                    <a:cubicBezTo>
                      <a:pt x="7581" y="24085"/>
                      <a:pt x="5807" y="23242"/>
                      <a:pt x="3930" y="22612"/>
                    </a:cubicBezTo>
                    <a:lnTo>
                      <a:pt x="3930" y="22612"/>
                    </a:lnTo>
                    <a:cubicBezTo>
                      <a:pt x="5441" y="24005"/>
                      <a:pt x="6790" y="25574"/>
                      <a:pt x="8447" y="26798"/>
                    </a:cubicBezTo>
                    <a:cubicBezTo>
                      <a:pt x="9850" y="27841"/>
                      <a:pt x="11565" y="28619"/>
                      <a:pt x="13253" y="28619"/>
                    </a:cubicBezTo>
                    <a:cubicBezTo>
                      <a:pt x="13487" y="28619"/>
                      <a:pt x="13721" y="28604"/>
                      <a:pt x="13953" y="28572"/>
                    </a:cubicBezTo>
                    <a:cubicBezTo>
                      <a:pt x="14451" y="29210"/>
                      <a:pt x="14972" y="29841"/>
                      <a:pt x="15514" y="30449"/>
                    </a:cubicBezTo>
                    <a:cubicBezTo>
                      <a:pt x="15646" y="30596"/>
                      <a:pt x="15786" y="30750"/>
                      <a:pt x="15925" y="30904"/>
                    </a:cubicBezTo>
                    <a:cubicBezTo>
                      <a:pt x="15951" y="30933"/>
                      <a:pt x="15981" y="30945"/>
                      <a:pt x="16010" y="30945"/>
                    </a:cubicBezTo>
                    <a:cubicBezTo>
                      <a:pt x="16105" y="30945"/>
                      <a:pt x="16192" y="30816"/>
                      <a:pt x="16108" y="30721"/>
                    </a:cubicBezTo>
                    <a:cubicBezTo>
                      <a:pt x="14972" y="29489"/>
                      <a:pt x="13916" y="28184"/>
                      <a:pt x="12956" y="26813"/>
                    </a:cubicBezTo>
                    <a:cubicBezTo>
                      <a:pt x="12941" y="26783"/>
                      <a:pt x="12919" y="26761"/>
                      <a:pt x="12904" y="26732"/>
                    </a:cubicBezTo>
                    <a:cubicBezTo>
                      <a:pt x="13997" y="25273"/>
                      <a:pt x="14173" y="23308"/>
                      <a:pt x="13879" y="21526"/>
                    </a:cubicBezTo>
                    <a:cubicBezTo>
                      <a:pt x="13579" y="19664"/>
                      <a:pt x="12824" y="17912"/>
                      <a:pt x="12296" y="16101"/>
                    </a:cubicBezTo>
                    <a:cubicBezTo>
                      <a:pt x="11973" y="17897"/>
                      <a:pt x="11892" y="19701"/>
                      <a:pt x="11827" y="21526"/>
                    </a:cubicBezTo>
                    <a:cubicBezTo>
                      <a:pt x="11768" y="23059"/>
                      <a:pt x="11980" y="24598"/>
                      <a:pt x="12457" y="26058"/>
                    </a:cubicBezTo>
                    <a:cubicBezTo>
                      <a:pt x="11702" y="24921"/>
                      <a:pt x="11020" y="23748"/>
                      <a:pt x="10397" y="22538"/>
                    </a:cubicBezTo>
                    <a:cubicBezTo>
                      <a:pt x="10287" y="22326"/>
                      <a:pt x="10184" y="22113"/>
                      <a:pt x="10074" y="21900"/>
                    </a:cubicBezTo>
                    <a:cubicBezTo>
                      <a:pt x="11343" y="20566"/>
                      <a:pt x="11739" y="18616"/>
                      <a:pt x="11643" y="16790"/>
                    </a:cubicBezTo>
                    <a:cubicBezTo>
                      <a:pt x="11533" y="14913"/>
                      <a:pt x="10976" y="13088"/>
                      <a:pt x="10639" y="11225"/>
                    </a:cubicBezTo>
                    <a:cubicBezTo>
                      <a:pt x="10133" y="12985"/>
                      <a:pt x="9862" y="14767"/>
                      <a:pt x="9598" y="16570"/>
                    </a:cubicBezTo>
                    <a:cubicBezTo>
                      <a:pt x="9370" y="18110"/>
                      <a:pt x="9422" y="19679"/>
                      <a:pt x="9744" y="21204"/>
                    </a:cubicBezTo>
                    <a:cubicBezTo>
                      <a:pt x="9253" y="20141"/>
                      <a:pt x="8806" y="19056"/>
                      <a:pt x="8410" y="17949"/>
                    </a:cubicBezTo>
                    <a:cubicBezTo>
                      <a:pt x="8161" y="17245"/>
                      <a:pt x="7933" y="16541"/>
                      <a:pt x="7721" y="15822"/>
                    </a:cubicBezTo>
                    <a:cubicBezTo>
                      <a:pt x="9106" y="14459"/>
                      <a:pt x="9649" y="12332"/>
                      <a:pt x="9664" y="10316"/>
                    </a:cubicBezTo>
                    <a:cubicBezTo>
                      <a:pt x="9686" y="8263"/>
                      <a:pt x="9246" y="6240"/>
                      <a:pt x="9040" y="4194"/>
                    </a:cubicBezTo>
                    <a:cubicBezTo>
                      <a:pt x="8410" y="6071"/>
                      <a:pt x="8021" y="7999"/>
                      <a:pt x="7640" y="9950"/>
                    </a:cubicBezTo>
                    <a:cubicBezTo>
                      <a:pt x="7325" y="11585"/>
                      <a:pt x="7266" y="13256"/>
                      <a:pt x="7471" y="14913"/>
                    </a:cubicBezTo>
                    <a:cubicBezTo>
                      <a:pt x="7317" y="14327"/>
                      <a:pt x="7178" y="13747"/>
                      <a:pt x="7046" y="13154"/>
                    </a:cubicBezTo>
                    <a:cubicBezTo>
                      <a:pt x="6929" y="12611"/>
                      <a:pt x="6826" y="12061"/>
                      <a:pt x="6738" y="11511"/>
                    </a:cubicBezTo>
                    <a:cubicBezTo>
                      <a:pt x="7186" y="9642"/>
                      <a:pt x="7259" y="7706"/>
                      <a:pt x="6966" y="5814"/>
                    </a:cubicBezTo>
                    <a:cubicBezTo>
                      <a:pt x="6658" y="3850"/>
                      <a:pt x="6335" y="1907"/>
                      <a:pt x="5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143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57163" dist="85725" dir="30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59"/>
              <p:cNvSpPr/>
              <p:nvPr/>
            </p:nvSpPr>
            <p:spPr>
              <a:xfrm rot="1949859" flipH="1">
                <a:off x="6084749" y="757800"/>
                <a:ext cx="420069" cy="411258"/>
              </a:xfrm>
              <a:custGeom>
                <a:avLst/>
                <a:gdLst/>
                <a:ahLst/>
                <a:cxnLst/>
                <a:rect l="l" t="t" r="r" b="b"/>
                <a:pathLst>
                  <a:path w="8433" h="8256" extrusionOk="0">
                    <a:moveTo>
                      <a:pt x="1" y="0"/>
                    </a:moveTo>
                    <a:cubicBezTo>
                      <a:pt x="1115" y="1723"/>
                      <a:pt x="2039" y="3578"/>
                      <a:pt x="3344" y="5169"/>
                    </a:cubicBezTo>
                    <a:cubicBezTo>
                      <a:pt x="4649" y="6760"/>
                      <a:pt x="6446" y="8102"/>
                      <a:pt x="8432" y="8256"/>
                    </a:cubicBezTo>
                    <a:cubicBezTo>
                      <a:pt x="7494" y="6482"/>
                      <a:pt x="6226" y="4905"/>
                      <a:pt x="4693" y="3615"/>
                    </a:cubicBezTo>
                    <a:cubicBezTo>
                      <a:pt x="3176" y="2324"/>
                      <a:pt x="1665" y="1071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157163" dist="85725" dir="30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18" name="Google Shape;2918;p59"/>
              <p:cNvGrpSpPr/>
              <p:nvPr/>
            </p:nvGrpSpPr>
            <p:grpSpPr>
              <a:xfrm rot="1949859" flipH="1">
                <a:off x="5758029" y="97069"/>
                <a:ext cx="805866" cy="1540673"/>
                <a:chOff x="2772725" y="4645425"/>
                <a:chExt cx="404450" cy="773225"/>
              </a:xfrm>
            </p:grpSpPr>
            <p:sp>
              <p:nvSpPr>
                <p:cNvPr id="2919" name="Google Shape;2919;p59"/>
                <p:cNvSpPr/>
                <p:nvPr/>
              </p:nvSpPr>
              <p:spPr>
                <a:xfrm>
                  <a:off x="2923750" y="4831975"/>
                  <a:ext cx="253425" cy="5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7" h="23467" extrusionOk="0">
                      <a:moveTo>
                        <a:pt x="124" y="1"/>
                      </a:moveTo>
                      <a:cubicBezTo>
                        <a:pt x="61" y="1"/>
                        <a:pt x="0" y="43"/>
                        <a:pt x="8" y="127"/>
                      </a:cubicBezTo>
                      <a:cubicBezTo>
                        <a:pt x="103" y="1799"/>
                        <a:pt x="316" y="3471"/>
                        <a:pt x="638" y="5113"/>
                      </a:cubicBezTo>
                      <a:cubicBezTo>
                        <a:pt x="961" y="6763"/>
                        <a:pt x="1393" y="8390"/>
                        <a:pt x="1936" y="9981"/>
                      </a:cubicBezTo>
                      <a:cubicBezTo>
                        <a:pt x="2479" y="11572"/>
                        <a:pt x="3116" y="13127"/>
                        <a:pt x="3864" y="14630"/>
                      </a:cubicBezTo>
                      <a:cubicBezTo>
                        <a:pt x="4605" y="16140"/>
                        <a:pt x="5448" y="17592"/>
                        <a:pt x="6379" y="18992"/>
                      </a:cubicBezTo>
                      <a:cubicBezTo>
                        <a:pt x="7318" y="20385"/>
                        <a:pt x="8344" y="21712"/>
                        <a:pt x="9458" y="22966"/>
                      </a:cubicBezTo>
                      <a:cubicBezTo>
                        <a:pt x="9598" y="23120"/>
                        <a:pt x="9730" y="23274"/>
                        <a:pt x="9869" y="23428"/>
                      </a:cubicBezTo>
                      <a:cubicBezTo>
                        <a:pt x="9894" y="23455"/>
                        <a:pt x="9924" y="23466"/>
                        <a:pt x="9953" y="23466"/>
                      </a:cubicBezTo>
                      <a:cubicBezTo>
                        <a:pt x="10048" y="23466"/>
                        <a:pt x="10137" y="23340"/>
                        <a:pt x="10052" y="23245"/>
                      </a:cubicBezTo>
                      <a:cubicBezTo>
                        <a:pt x="8923" y="22013"/>
                        <a:pt x="7882" y="20708"/>
                        <a:pt x="6929" y="19337"/>
                      </a:cubicBezTo>
                      <a:cubicBezTo>
                        <a:pt x="4077" y="15224"/>
                        <a:pt x="2068" y="10583"/>
                        <a:pt x="1020" y="5692"/>
                      </a:cubicBezTo>
                      <a:cubicBezTo>
                        <a:pt x="668" y="4057"/>
                        <a:pt x="426" y="2400"/>
                        <a:pt x="301" y="743"/>
                      </a:cubicBezTo>
                      <a:cubicBezTo>
                        <a:pt x="286" y="538"/>
                        <a:pt x="272" y="333"/>
                        <a:pt x="257" y="127"/>
                      </a:cubicBezTo>
                      <a:cubicBezTo>
                        <a:pt x="253" y="43"/>
                        <a:pt x="187" y="1"/>
                        <a:pt x="12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0" name="Google Shape;2920;p59"/>
                <p:cNvSpPr/>
                <p:nvPr/>
              </p:nvSpPr>
              <p:spPr>
                <a:xfrm>
                  <a:off x="2890400" y="4645425"/>
                  <a:ext cx="64350" cy="29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4" h="11769" extrusionOk="0">
                      <a:moveTo>
                        <a:pt x="1063" y="1"/>
                      </a:moveTo>
                      <a:cubicBezTo>
                        <a:pt x="741" y="2032"/>
                        <a:pt x="169" y="4033"/>
                        <a:pt x="81" y="6086"/>
                      </a:cubicBezTo>
                      <a:cubicBezTo>
                        <a:pt x="0" y="8139"/>
                        <a:pt x="491" y="10339"/>
                        <a:pt x="1972" y="11769"/>
                      </a:cubicBezTo>
                      <a:cubicBezTo>
                        <a:pt x="2478" y="9826"/>
                        <a:pt x="2573" y="7795"/>
                        <a:pt x="2258" y="5815"/>
                      </a:cubicBezTo>
                      <a:cubicBezTo>
                        <a:pt x="1958" y="3850"/>
                        <a:pt x="1635" y="1907"/>
                        <a:pt x="1063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1" name="Google Shape;2921;p59"/>
                <p:cNvSpPr/>
                <p:nvPr/>
              </p:nvSpPr>
              <p:spPr>
                <a:xfrm>
                  <a:off x="2916975" y="4645425"/>
                  <a:ext cx="37775" cy="29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" h="11769" extrusionOk="0">
                      <a:moveTo>
                        <a:pt x="0" y="1"/>
                      </a:moveTo>
                      <a:cubicBezTo>
                        <a:pt x="37" y="206"/>
                        <a:pt x="1283" y="7846"/>
                        <a:pt x="909" y="11769"/>
                      </a:cubicBezTo>
                      <a:cubicBezTo>
                        <a:pt x="1415" y="9826"/>
                        <a:pt x="1510" y="7795"/>
                        <a:pt x="1195" y="5815"/>
                      </a:cubicBezTo>
                      <a:cubicBezTo>
                        <a:pt x="895" y="3850"/>
                        <a:pt x="572" y="1907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2" name="Google Shape;2922;p59"/>
                <p:cNvSpPr/>
                <p:nvPr/>
              </p:nvSpPr>
              <p:spPr>
                <a:xfrm>
                  <a:off x="2772725" y="4785100"/>
                  <a:ext cx="182750" cy="23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0" h="9269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895" y="1856"/>
                        <a:pt x="1569" y="3813"/>
                        <a:pt x="2661" y="5558"/>
                      </a:cubicBezTo>
                      <a:cubicBezTo>
                        <a:pt x="3747" y="7303"/>
                        <a:pt x="5360" y="8865"/>
                        <a:pt x="7310" y="9268"/>
                      </a:cubicBezTo>
                      <a:cubicBezTo>
                        <a:pt x="6613" y="7391"/>
                        <a:pt x="5550" y="5661"/>
                        <a:pt x="4194" y="4187"/>
                      </a:cubicBezTo>
                      <a:cubicBezTo>
                        <a:pt x="2852" y="2714"/>
                        <a:pt x="1518" y="1277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3" name="Google Shape;2923;p59"/>
                <p:cNvSpPr/>
                <p:nvPr/>
              </p:nvSpPr>
              <p:spPr>
                <a:xfrm>
                  <a:off x="2772900" y="4785300"/>
                  <a:ext cx="182575" cy="23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3" h="9261" extrusionOk="0">
                      <a:moveTo>
                        <a:pt x="0" y="0"/>
                      </a:moveTo>
                      <a:cubicBezTo>
                        <a:pt x="140" y="154"/>
                        <a:pt x="5397" y="5814"/>
                        <a:pt x="7303" y="9260"/>
                      </a:cubicBezTo>
                      <a:cubicBezTo>
                        <a:pt x="6606" y="7383"/>
                        <a:pt x="5551" y="5653"/>
                        <a:pt x="4187" y="4179"/>
                      </a:cubicBezTo>
                      <a:cubicBezTo>
                        <a:pt x="2852" y="2713"/>
                        <a:pt x="1511" y="127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4" name="Google Shape;2924;p59"/>
                <p:cNvSpPr/>
                <p:nvPr/>
              </p:nvSpPr>
              <p:spPr>
                <a:xfrm>
                  <a:off x="2787000" y="4933400"/>
                  <a:ext cx="210825" cy="20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3" h="8256" extrusionOk="0">
                      <a:moveTo>
                        <a:pt x="1" y="0"/>
                      </a:moveTo>
                      <a:cubicBezTo>
                        <a:pt x="162" y="132"/>
                        <a:pt x="6101" y="5081"/>
                        <a:pt x="8432" y="8256"/>
                      </a:cubicBezTo>
                      <a:cubicBezTo>
                        <a:pt x="7494" y="6482"/>
                        <a:pt x="6226" y="4905"/>
                        <a:pt x="4693" y="3615"/>
                      </a:cubicBezTo>
                      <a:cubicBezTo>
                        <a:pt x="3176" y="2332"/>
                        <a:pt x="1673" y="1071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5" name="Google Shape;2925;p59"/>
                <p:cNvSpPr/>
                <p:nvPr/>
              </p:nvSpPr>
              <p:spPr>
                <a:xfrm>
                  <a:off x="2845850" y="5081125"/>
                  <a:ext cx="222550" cy="19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2" h="7758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217" y="1658"/>
                        <a:pt x="2244" y="3454"/>
                        <a:pt x="3644" y="4964"/>
                      </a:cubicBezTo>
                      <a:cubicBezTo>
                        <a:pt x="5037" y="6482"/>
                        <a:pt x="6907" y="7721"/>
                        <a:pt x="8901" y="7758"/>
                      </a:cubicBezTo>
                      <a:cubicBezTo>
                        <a:pt x="7867" y="6035"/>
                        <a:pt x="6504" y="4532"/>
                        <a:pt x="4891" y="3337"/>
                      </a:cubicBezTo>
                      <a:cubicBezTo>
                        <a:pt x="3307" y="2142"/>
                        <a:pt x="1723" y="976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6" name="Google Shape;2926;p59"/>
                <p:cNvSpPr/>
                <p:nvPr/>
              </p:nvSpPr>
              <p:spPr>
                <a:xfrm>
                  <a:off x="2845850" y="5081300"/>
                  <a:ext cx="222550" cy="19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2" h="775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69" y="126"/>
                        <a:pt x="6386" y="4715"/>
                        <a:pt x="8901" y="7751"/>
                      </a:cubicBezTo>
                      <a:cubicBezTo>
                        <a:pt x="7867" y="6028"/>
                        <a:pt x="6504" y="4532"/>
                        <a:pt x="4898" y="3330"/>
                      </a:cubicBezTo>
                      <a:cubicBezTo>
                        <a:pt x="3307" y="2135"/>
                        <a:pt x="1731" y="969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7" name="Google Shape;2927;p59"/>
                <p:cNvSpPr/>
                <p:nvPr/>
              </p:nvSpPr>
              <p:spPr>
                <a:xfrm>
                  <a:off x="2870775" y="5210175"/>
                  <a:ext cx="255000" cy="15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0" h="6013" extrusionOk="0">
                      <a:moveTo>
                        <a:pt x="1" y="0"/>
                      </a:moveTo>
                      <a:cubicBezTo>
                        <a:pt x="1504" y="1401"/>
                        <a:pt x="2853" y="2970"/>
                        <a:pt x="4510" y="4194"/>
                      </a:cubicBezTo>
                      <a:cubicBezTo>
                        <a:pt x="5921" y="5231"/>
                        <a:pt x="7636" y="6012"/>
                        <a:pt x="9324" y="6012"/>
                      </a:cubicBezTo>
                      <a:cubicBezTo>
                        <a:pt x="9617" y="6012"/>
                        <a:pt x="9909" y="5989"/>
                        <a:pt x="10199" y="5939"/>
                      </a:cubicBezTo>
                      <a:cubicBezTo>
                        <a:pt x="8857" y="4443"/>
                        <a:pt x="7237" y="3226"/>
                        <a:pt x="5433" y="2354"/>
                      </a:cubicBezTo>
                      <a:cubicBezTo>
                        <a:pt x="3644" y="1481"/>
                        <a:pt x="1877" y="631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8" name="Google Shape;2928;p59"/>
                <p:cNvSpPr/>
                <p:nvPr/>
              </p:nvSpPr>
              <p:spPr>
                <a:xfrm>
                  <a:off x="2870775" y="5210350"/>
                  <a:ext cx="255000" cy="14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0" h="5932" extrusionOk="0">
                      <a:moveTo>
                        <a:pt x="1" y="1"/>
                      </a:moveTo>
                      <a:cubicBezTo>
                        <a:pt x="191" y="89"/>
                        <a:pt x="7156" y="3425"/>
                        <a:pt x="10199" y="5932"/>
                      </a:cubicBezTo>
                      <a:cubicBezTo>
                        <a:pt x="8857" y="4436"/>
                        <a:pt x="7244" y="3219"/>
                        <a:pt x="5433" y="2347"/>
                      </a:cubicBezTo>
                      <a:cubicBezTo>
                        <a:pt x="3652" y="1474"/>
                        <a:pt x="1877" y="631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9" name="Google Shape;2929;p59"/>
                <p:cNvSpPr/>
                <p:nvPr/>
              </p:nvSpPr>
              <p:spPr>
                <a:xfrm>
                  <a:off x="2954175" y="4750100"/>
                  <a:ext cx="60700" cy="29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11717" extrusionOk="0">
                      <a:moveTo>
                        <a:pt x="1782" y="0"/>
                      </a:moveTo>
                      <a:cubicBezTo>
                        <a:pt x="1159" y="1877"/>
                        <a:pt x="770" y="3798"/>
                        <a:pt x="389" y="5756"/>
                      </a:cubicBezTo>
                      <a:cubicBezTo>
                        <a:pt x="0" y="7721"/>
                        <a:pt x="0" y="9744"/>
                        <a:pt x="382" y="11717"/>
                      </a:cubicBezTo>
                      <a:cubicBezTo>
                        <a:pt x="1833" y="10353"/>
                        <a:pt x="2398" y="8183"/>
                        <a:pt x="2413" y="6122"/>
                      </a:cubicBezTo>
                      <a:cubicBezTo>
                        <a:pt x="2427" y="4070"/>
                        <a:pt x="1995" y="2039"/>
                        <a:pt x="178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0" name="Google Shape;2930;p59"/>
                <p:cNvSpPr/>
                <p:nvPr/>
              </p:nvSpPr>
              <p:spPr>
                <a:xfrm>
                  <a:off x="2954175" y="4750100"/>
                  <a:ext cx="44575" cy="29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" h="11717" extrusionOk="0">
                      <a:moveTo>
                        <a:pt x="1782" y="0"/>
                      </a:moveTo>
                      <a:lnTo>
                        <a:pt x="1782" y="0"/>
                      </a:lnTo>
                      <a:cubicBezTo>
                        <a:pt x="1159" y="1885"/>
                        <a:pt x="770" y="3806"/>
                        <a:pt x="389" y="5756"/>
                      </a:cubicBezTo>
                      <a:cubicBezTo>
                        <a:pt x="0" y="7728"/>
                        <a:pt x="0" y="9752"/>
                        <a:pt x="382" y="11717"/>
                      </a:cubicBezTo>
                      <a:cubicBezTo>
                        <a:pt x="213" y="7779"/>
                        <a:pt x="1745" y="206"/>
                        <a:pt x="17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1" name="Google Shape;2931;p59"/>
                <p:cNvSpPr/>
                <p:nvPr/>
              </p:nvSpPr>
              <p:spPr>
                <a:xfrm>
                  <a:off x="3006050" y="4925875"/>
                  <a:ext cx="60500" cy="2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0" h="10794" extrusionOk="0">
                      <a:moveTo>
                        <a:pt x="1313" y="1"/>
                      </a:moveTo>
                      <a:cubicBezTo>
                        <a:pt x="807" y="1753"/>
                        <a:pt x="536" y="3535"/>
                        <a:pt x="272" y="5338"/>
                      </a:cubicBezTo>
                      <a:cubicBezTo>
                        <a:pt x="0" y="7164"/>
                        <a:pt x="125" y="9019"/>
                        <a:pt x="624" y="10793"/>
                      </a:cubicBezTo>
                      <a:cubicBezTo>
                        <a:pt x="1987" y="9466"/>
                        <a:pt x="2420" y="7442"/>
                        <a:pt x="2317" y="5565"/>
                      </a:cubicBezTo>
                      <a:cubicBezTo>
                        <a:pt x="2207" y="3681"/>
                        <a:pt x="1650" y="1856"/>
                        <a:pt x="1313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2" name="Google Shape;2932;p59"/>
                <p:cNvSpPr/>
                <p:nvPr/>
              </p:nvSpPr>
              <p:spPr>
                <a:xfrm>
                  <a:off x="3006050" y="4925875"/>
                  <a:ext cx="32825" cy="2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3" h="10794" extrusionOk="0">
                      <a:moveTo>
                        <a:pt x="1313" y="1"/>
                      </a:moveTo>
                      <a:lnTo>
                        <a:pt x="1313" y="1"/>
                      </a:lnTo>
                      <a:cubicBezTo>
                        <a:pt x="807" y="1760"/>
                        <a:pt x="528" y="3542"/>
                        <a:pt x="272" y="5346"/>
                      </a:cubicBezTo>
                      <a:cubicBezTo>
                        <a:pt x="0" y="7164"/>
                        <a:pt x="125" y="9026"/>
                        <a:pt x="624" y="10793"/>
                      </a:cubicBezTo>
                      <a:cubicBezTo>
                        <a:pt x="220" y="7208"/>
                        <a:pt x="1283" y="191"/>
                        <a:pt x="131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3" name="Google Shape;2933;p59"/>
                <p:cNvSpPr/>
                <p:nvPr/>
              </p:nvSpPr>
              <p:spPr>
                <a:xfrm>
                  <a:off x="3066725" y="5047575"/>
                  <a:ext cx="60875" cy="27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5" h="10808" extrusionOk="0">
                      <a:moveTo>
                        <a:pt x="543" y="1"/>
                      </a:moveTo>
                      <a:cubicBezTo>
                        <a:pt x="220" y="1797"/>
                        <a:pt x="139" y="3601"/>
                        <a:pt x="74" y="5426"/>
                      </a:cubicBezTo>
                      <a:cubicBezTo>
                        <a:pt x="0" y="7267"/>
                        <a:pt x="323" y="9100"/>
                        <a:pt x="1012" y="10808"/>
                      </a:cubicBezTo>
                      <a:cubicBezTo>
                        <a:pt x="2229" y="9342"/>
                        <a:pt x="2434" y="7281"/>
                        <a:pt x="2126" y="5426"/>
                      </a:cubicBezTo>
                      <a:cubicBezTo>
                        <a:pt x="1826" y="3564"/>
                        <a:pt x="1071" y="1812"/>
                        <a:pt x="543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4" name="Google Shape;2934;p59"/>
                <p:cNvSpPr/>
                <p:nvPr/>
              </p:nvSpPr>
              <p:spPr>
                <a:xfrm>
                  <a:off x="3066725" y="5047575"/>
                  <a:ext cx="25300" cy="27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" h="10808" extrusionOk="0">
                      <a:moveTo>
                        <a:pt x="535" y="1"/>
                      </a:moveTo>
                      <a:cubicBezTo>
                        <a:pt x="220" y="1805"/>
                        <a:pt x="139" y="3601"/>
                        <a:pt x="74" y="5426"/>
                      </a:cubicBezTo>
                      <a:cubicBezTo>
                        <a:pt x="0" y="7267"/>
                        <a:pt x="323" y="9100"/>
                        <a:pt x="1012" y="10808"/>
                      </a:cubicBezTo>
                      <a:cubicBezTo>
                        <a:pt x="220" y="7281"/>
                        <a:pt x="528" y="199"/>
                        <a:pt x="53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35" name="Google Shape;2935;p59"/>
            <p:cNvGrpSpPr/>
            <p:nvPr/>
          </p:nvGrpSpPr>
          <p:grpSpPr>
            <a:xfrm>
              <a:off x="9837700" y="3641204"/>
              <a:ext cx="515748" cy="893580"/>
              <a:chOff x="4396750" y="3909091"/>
              <a:chExt cx="515748" cy="893580"/>
            </a:xfrm>
          </p:grpSpPr>
          <p:sp>
            <p:nvSpPr>
              <p:cNvPr id="2936" name="Google Shape;2936;p59"/>
              <p:cNvSpPr/>
              <p:nvPr/>
            </p:nvSpPr>
            <p:spPr>
              <a:xfrm>
                <a:off x="4396750" y="3909091"/>
                <a:ext cx="515742" cy="893351"/>
              </a:xfrm>
              <a:custGeom>
                <a:avLst/>
                <a:gdLst/>
                <a:ahLst/>
                <a:cxnLst/>
                <a:rect l="l" t="t" r="r" b="b"/>
                <a:pathLst>
                  <a:path w="11944" h="20689" extrusionOk="0">
                    <a:moveTo>
                      <a:pt x="6071" y="0"/>
                    </a:moveTo>
                    <a:cubicBezTo>
                      <a:pt x="3983" y="0"/>
                      <a:pt x="1930" y="103"/>
                      <a:pt x="2075" y="314"/>
                    </a:cubicBezTo>
                    <a:cubicBezTo>
                      <a:pt x="2383" y="2147"/>
                      <a:pt x="0" y="5043"/>
                      <a:pt x="704" y="7748"/>
                    </a:cubicBezTo>
                    <a:cubicBezTo>
                      <a:pt x="1217" y="9750"/>
                      <a:pt x="2720" y="10813"/>
                      <a:pt x="4539" y="11187"/>
                    </a:cubicBezTo>
                    <a:cubicBezTo>
                      <a:pt x="5235" y="12228"/>
                      <a:pt x="5133" y="18394"/>
                      <a:pt x="5133" y="18394"/>
                    </a:cubicBezTo>
                    <a:cubicBezTo>
                      <a:pt x="3952" y="18445"/>
                      <a:pt x="2647" y="18826"/>
                      <a:pt x="1943" y="19215"/>
                    </a:cubicBezTo>
                    <a:cubicBezTo>
                      <a:pt x="1657" y="19369"/>
                      <a:pt x="1474" y="19530"/>
                      <a:pt x="1445" y="19670"/>
                    </a:cubicBezTo>
                    <a:cubicBezTo>
                      <a:pt x="1342" y="20146"/>
                      <a:pt x="3586" y="20689"/>
                      <a:pt x="5822" y="20689"/>
                    </a:cubicBezTo>
                    <a:cubicBezTo>
                      <a:pt x="8065" y="20689"/>
                      <a:pt x="9583" y="20212"/>
                      <a:pt x="9495" y="19772"/>
                    </a:cubicBezTo>
                    <a:cubicBezTo>
                      <a:pt x="9326" y="18922"/>
                      <a:pt x="6056" y="18401"/>
                      <a:pt x="6056" y="18401"/>
                    </a:cubicBezTo>
                    <a:cubicBezTo>
                      <a:pt x="6056" y="18401"/>
                      <a:pt x="6152" y="12763"/>
                      <a:pt x="6819" y="11348"/>
                    </a:cubicBezTo>
                    <a:cubicBezTo>
                      <a:pt x="6826" y="11341"/>
                      <a:pt x="6833" y="11326"/>
                      <a:pt x="6841" y="11319"/>
                    </a:cubicBezTo>
                    <a:cubicBezTo>
                      <a:pt x="7061" y="11297"/>
                      <a:pt x="7273" y="11267"/>
                      <a:pt x="7479" y="11223"/>
                    </a:cubicBezTo>
                    <a:cubicBezTo>
                      <a:pt x="9539" y="10827"/>
                      <a:pt x="11071" y="9486"/>
                      <a:pt x="11496" y="7675"/>
                    </a:cubicBezTo>
                    <a:cubicBezTo>
                      <a:pt x="11944" y="5768"/>
                      <a:pt x="10067" y="2322"/>
                      <a:pt x="10272" y="314"/>
                    </a:cubicBezTo>
                    <a:cubicBezTo>
                      <a:pt x="10357" y="106"/>
                      <a:pt x="8196" y="0"/>
                      <a:pt x="60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143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14300" dist="76200" dir="2400000" algn="bl" rotWithShape="0">
                  <a:schemeClr val="dk2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7" name="Google Shape;2937;p59"/>
              <p:cNvGrpSpPr/>
              <p:nvPr/>
            </p:nvGrpSpPr>
            <p:grpSpPr>
              <a:xfrm>
                <a:off x="4396756" y="3909100"/>
                <a:ext cx="515742" cy="893571"/>
                <a:chOff x="4275156" y="3885475"/>
                <a:chExt cx="515742" cy="893571"/>
              </a:xfrm>
            </p:grpSpPr>
            <p:sp>
              <p:nvSpPr>
                <p:cNvPr id="2938" name="Google Shape;2938;p59"/>
                <p:cNvSpPr/>
                <p:nvPr/>
              </p:nvSpPr>
              <p:spPr>
                <a:xfrm>
                  <a:off x="4358494" y="3885475"/>
                  <a:ext cx="363921" cy="44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1032" extrusionOk="0">
                      <a:moveTo>
                        <a:pt x="4113" y="1"/>
                      </a:moveTo>
                      <a:cubicBezTo>
                        <a:pt x="2035" y="1"/>
                        <a:pt x="0" y="102"/>
                        <a:pt x="145" y="312"/>
                      </a:cubicBezTo>
                      <a:cubicBezTo>
                        <a:pt x="248" y="444"/>
                        <a:pt x="380" y="546"/>
                        <a:pt x="526" y="612"/>
                      </a:cubicBezTo>
                      <a:cubicBezTo>
                        <a:pt x="1155" y="913"/>
                        <a:pt x="2343" y="1032"/>
                        <a:pt x="3607" y="1032"/>
                      </a:cubicBezTo>
                      <a:cubicBezTo>
                        <a:pt x="5204" y="1032"/>
                        <a:pt x="6921" y="843"/>
                        <a:pt x="7785" y="598"/>
                      </a:cubicBezTo>
                      <a:cubicBezTo>
                        <a:pt x="8100" y="510"/>
                        <a:pt x="8305" y="414"/>
                        <a:pt x="8342" y="312"/>
                      </a:cubicBezTo>
                      <a:cubicBezTo>
                        <a:pt x="8428" y="107"/>
                        <a:pt x="6247" y="1"/>
                        <a:pt x="411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9" name="Google Shape;2939;p59"/>
                <p:cNvSpPr/>
                <p:nvPr/>
              </p:nvSpPr>
              <p:spPr>
                <a:xfrm>
                  <a:off x="4381207" y="3905036"/>
                  <a:ext cx="313444" cy="25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9" h="579" extrusionOk="0">
                      <a:moveTo>
                        <a:pt x="3581" y="1"/>
                      </a:moveTo>
                      <a:cubicBezTo>
                        <a:pt x="2114" y="1"/>
                        <a:pt x="670" y="52"/>
                        <a:pt x="0" y="159"/>
                      </a:cubicBezTo>
                      <a:cubicBezTo>
                        <a:pt x="629" y="460"/>
                        <a:pt x="1817" y="579"/>
                        <a:pt x="3081" y="579"/>
                      </a:cubicBezTo>
                      <a:cubicBezTo>
                        <a:pt x="4678" y="579"/>
                        <a:pt x="6395" y="390"/>
                        <a:pt x="7259" y="145"/>
                      </a:cubicBezTo>
                      <a:cubicBezTo>
                        <a:pt x="6485" y="50"/>
                        <a:pt x="5022" y="1"/>
                        <a:pt x="358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0" name="Google Shape;2940;p59"/>
                <p:cNvSpPr/>
                <p:nvPr/>
              </p:nvSpPr>
              <p:spPr>
                <a:xfrm>
                  <a:off x="4333061" y="4366202"/>
                  <a:ext cx="355890" cy="412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2" h="9561" extrusionOk="0">
                      <a:moveTo>
                        <a:pt x="3154" y="0"/>
                      </a:moveTo>
                      <a:cubicBezTo>
                        <a:pt x="3894" y="887"/>
                        <a:pt x="3792" y="7259"/>
                        <a:pt x="3792" y="7259"/>
                      </a:cubicBezTo>
                      <a:cubicBezTo>
                        <a:pt x="2611" y="7310"/>
                        <a:pt x="1299" y="7691"/>
                        <a:pt x="602" y="8080"/>
                      </a:cubicBezTo>
                      <a:cubicBezTo>
                        <a:pt x="316" y="8241"/>
                        <a:pt x="133" y="8395"/>
                        <a:pt x="104" y="8535"/>
                      </a:cubicBezTo>
                      <a:cubicBezTo>
                        <a:pt x="1" y="9011"/>
                        <a:pt x="2245" y="9561"/>
                        <a:pt x="4481" y="9561"/>
                      </a:cubicBezTo>
                      <a:cubicBezTo>
                        <a:pt x="6717" y="9561"/>
                        <a:pt x="8242" y="9077"/>
                        <a:pt x="8154" y="8637"/>
                      </a:cubicBezTo>
                      <a:cubicBezTo>
                        <a:pt x="7985" y="7787"/>
                        <a:pt x="4708" y="7259"/>
                        <a:pt x="4708" y="7259"/>
                      </a:cubicBezTo>
                      <a:cubicBezTo>
                        <a:pt x="4708" y="7259"/>
                        <a:pt x="4811" y="1628"/>
                        <a:pt x="5478" y="213"/>
                      </a:cubicBezTo>
                      <a:cubicBezTo>
                        <a:pt x="5500" y="169"/>
                        <a:pt x="5522" y="125"/>
                        <a:pt x="5544" y="88"/>
                      </a:cubicBezTo>
                      <a:lnTo>
                        <a:pt x="31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1" name="Google Shape;2941;p59"/>
                <p:cNvSpPr/>
                <p:nvPr/>
              </p:nvSpPr>
              <p:spPr>
                <a:xfrm>
                  <a:off x="4333061" y="4374104"/>
                  <a:ext cx="355890" cy="404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2" h="9378" extrusionOk="0">
                      <a:moveTo>
                        <a:pt x="5456" y="1"/>
                      </a:moveTo>
                      <a:cubicBezTo>
                        <a:pt x="4613" y="1049"/>
                        <a:pt x="4275" y="7259"/>
                        <a:pt x="4275" y="7259"/>
                      </a:cubicBezTo>
                      <a:cubicBezTo>
                        <a:pt x="4275" y="7259"/>
                        <a:pt x="7494" y="7794"/>
                        <a:pt x="7509" y="8432"/>
                      </a:cubicBezTo>
                      <a:cubicBezTo>
                        <a:pt x="7520" y="8942"/>
                        <a:pt x="5348" y="9199"/>
                        <a:pt x="3734" y="9199"/>
                      </a:cubicBezTo>
                      <a:cubicBezTo>
                        <a:pt x="3330" y="9199"/>
                        <a:pt x="2961" y="9183"/>
                        <a:pt x="2670" y="9151"/>
                      </a:cubicBezTo>
                      <a:cubicBezTo>
                        <a:pt x="1211" y="8997"/>
                        <a:pt x="177" y="8315"/>
                        <a:pt x="602" y="7897"/>
                      </a:cubicBezTo>
                      <a:lnTo>
                        <a:pt x="602" y="7897"/>
                      </a:lnTo>
                      <a:cubicBezTo>
                        <a:pt x="316" y="8058"/>
                        <a:pt x="133" y="8212"/>
                        <a:pt x="104" y="8352"/>
                      </a:cubicBezTo>
                      <a:cubicBezTo>
                        <a:pt x="1" y="8828"/>
                        <a:pt x="2245" y="9378"/>
                        <a:pt x="4481" y="9378"/>
                      </a:cubicBezTo>
                      <a:cubicBezTo>
                        <a:pt x="6717" y="9378"/>
                        <a:pt x="8242" y="8894"/>
                        <a:pt x="8154" y="8454"/>
                      </a:cubicBezTo>
                      <a:cubicBezTo>
                        <a:pt x="7985" y="7604"/>
                        <a:pt x="4708" y="7076"/>
                        <a:pt x="4708" y="7076"/>
                      </a:cubicBezTo>
                      <a:cubicBezTo>
                        <a:pt x="4708" y="7076"/>
                        <a:pt x="4811" y="1445"/>
                        <a:pt x="5478" y="30"/>
                      </a:cubicBezTo>
                      <a:lnTo>
                        <a:pt x="5456" y="1"/>
                      </a:lnTo>
                      <a:close/>
                    </a:path>
                  </a:pathLst>
                </a:custGeom>
                <a:solidFill>
                  <a:srgbClr val="F2F2F2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2" name="Google Shape;2942;p59"/>
                <p:cNvSpPr/>
                <p:nvPr/>
              </p:nvSpPr>
              <p:spPr>
                <a:xfrm>
                  <a:off x="4275156" y="3898904"/>
                  <a:ext cx="515742" cy="476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4" h="11035" extrusionOk="0">
                      <a:moveTo>
                        <a:pt x="10272" y="1"/>
                      </a:moveTo>
                      <a:cubicBezTo>
                        <a:pt x="9590" y="162"/>
                        <a:pt x="8901" y="287"/>
                        <a:pt x="8212" y="367"/>
                      </a:cubicBezTo>
                      <a:cubicBezTo>
                        <a:pt x="7488" y="464"/>
                        <a:pt x="6629" y="540"/>
                        <a:pt x="5725" y="540"/>
                      </a:cubicBezTo>
                      <a:cubicBezTo>
                        <a:pt x="4513" y="540"/>
                        <a:pt x="3222" y="404"/>
                        <a:pt x="2075" y="1"/>
                      </a:cubicBezTo>
                      <a:lnTo>
                        <a:pt x="2075" y="1"/>
                      </a:lnTo>
                      <a:cubicBezTo>
                        <a:pt x="2383" y="1841"/>
                        <a:pt x="0" y="4730"/>
                        <a:pt x="697" y="7435"/>
                      </a:cubicBezTo>
                      <a:cubicBezTo>
                        <a:pt x="1364" y="10016"/>
                        <a:pt x="3659" y="11035"/>
                        <a:pt x="6174" y="11035"/>
                      </a:cubicBezTo>
                      <a:cubicBezTo>
                        <a:pt x="6614" y="11035"/>
                        <a:pt x="7046" y="10991"/>
                        <a:pt x="7479" y="10910"/>
                      </a:cubicBezTo>
                      <a:cubicBezTo>
                        <a:pt x="9532" y="10507"/>
                        <a:pt x="11071" y="9165"/>
                        <a:pt x="11496" y="7354"/>
                      </a:cubicBezTo>
                      <a:cubicBezTo>
                        <a:pt x="11944" y="5455"/>
                        <a:pt x="10067" y="2009"/>
                        <a:pt x="1027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3" name="Google Shape;2943;p59"/>
                <p:cNvSpPr/>
                <p:nvPr/>
              </p:nvSpPr>
              <p:spPr>
                <a:xfrm>
                  <a:off x="4455995" y="4021536"/>
                  <a:ext cx="260850" cy="50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41" h="1166" extrusionOk="0">
                      <a:moveTo>
                        <a:pt x="2560" y="0"/>
                      </a:moveTo>
                      <a:cubicBezTo>
                        <a:pt x="1398" y="0"/>
                        <a:pt x="358" y="144"/>
                        <a:pt x="204" y="475"/>
                      </a:cubicBezTo>
                      <a:cubicBezTo>
                        <a:pt x="1" y="906"/>
                        <a:pt x="1843" y="1166"/>
                        <a:pt x="3510" y="1166"/>
                      </a:cubicBezTo>
                      <a:cubicBezTo>
                        <a:pt x="4791" y="1166"/>
                        <a:pt x="5970" y="1012"/>
                        <a:pt x="6040" y="665"/>
                      </a:cubicBezTo>
                      <a:cubicBezTo>
                        <a:pt x="5864" y="255"/>
                        <a:pt x="4104" y="0"/>
                        <a:pt x="256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4" name="Google Shape;2944;p59"/>
                <p:cNvSpPr/>
                <p:nvPr/>
              </p:nvSpPr>
              <p:spPr>
                <a:xfrm>
                  <a:off x="4320107" y="3986992"/>
                  <a:ext cx="430591" cy="352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2" h="8167" extrusionOk="0">
                      <a:moveTo>
                        <a:pt x="1596" y="0"/>
                      </a:moveTo>
                      <a:cubicBezTo>
                        <a:pt x="1526" y="0"/>
                        <a:pt x="1456" y="2"/>
                        <a:pt x="1386" y="6"/>
                      </a:cubicBezTo>
                      <a:cubicBezTo>
                        <a:pt x="1276" y="321"/>
                        <a:pt x="1159" y="651"/>
                        <a:pt x="1034" y="989"/>
                      </a:cubicBezTo>
                      <a:cubicBezTo>
                        <a:pt x="521" y="2345"/>
                        <a:pt x="0" y="3753"/>
                        <a:pt x="338" y="5087"/>
                      </a:cubicBezTo>
                      <a:cubicBezTo>
                        <a:pt x="1027" y="7771"/>
                        <a:pt x="3637" y="8166"/>
                        <a:pt x="5125" y="8166"/>
                      </a:cubicBezTo>
                      <a:cubicBezTo>
                        <a:pt x="7457" y="8166"/>
                        <a:pt x="9326" y="6898"/>
                        <a:pt x="9774" y="5014"/>
                      </a:cubicBezTo>
                      <a:cubicBezTo>
                        <a:pt x="9972" y="4178"/>
                        <a:pt x="9583" y="2829"/>
                        <a:pt x="9202" y="1531"/>
                      </a:cubicBezTo>
                      <a:cubicBezTo>
                        <a:pt x="9202" y="1509"/>
                        <a:pt x="9194" y="1487"/>
                        <a:pt x="9187" y="1465"/>
                      </a:cubicBezTo>
                      <a:cubicBezTo>
                        <a:pt x="8960" y="1509"/>
                        <a:pt x="8733" y="1539"/>
                        <a:pt x="8505" y="1560"/>
                      </a:cubicBezTo>
                      <a:cubicBezTo>
                        <a:pt x="8220" y="1588"/>
                        <a:pt x="7935" y="1601"/>
                        <a:pt x="7649" y="1601"/>
                      </a:cubicBezTo>
                      <a:cubicBezTo>
                        <a:pt x="7326" y="1601"/>
                        <a:pt x="7003" y="1584"/>
                        <a:pt x="6680" y="1553"/>
                      </a:cubicBezTo>
                      <a:cubicBezTo>
                        <a:pt x="5990" y="1473"/>
                        <a:pt x="5323" y="1297"/>
                        <a:pt x="4685" y="1033"/>
                      </a:cubicBezTo>
                      <a:cubicBezTo>
                        <a:pt x="4092" y="798"/>
                        <a:pt x="3534" y="483"/>
                        <a:pt x="2933" y="255"/>
                      </a:cubicBezTo>
                      <a:cubicBezTo>
                        <a:pt x="2507" y="84"/>
                        <a:pt x="2053" y="0"/>
                        <a:pt x="15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5" name="Google Shape;2945;p59"/>
                <p:cNvSpPr/>
                <p:nvPr/>
              </p:nvSpPr>
              <p:spPr>
                <a:xfrm>
                  <a:off x="4601857" y="4076505"/>
                  <a:ext cx="98494" cy="63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1" h="1475" extrusionOk="0">
                      <a:moveTo>
                        <a:pt x="2156" y="1"/>
                      </a:moveTo>
                      <a:lnTo>
                        <a:pt x="1856" y="96"/>
                      </a:lnTo>
                      <a:lnTo>
                        <a:pt x="103" y="609"/>
                      </a:lnTo>
                      <a:lnTo>
                        <a:pt x="1" y="1284"/>
                      </a:lnTo>
                      <a:lnTo>
                        <a:pt x="2090" y="1474"/>
                      </a:lnTo>
                      <a:cubicBezTo>
                        <a:pt x="2259" y="998"/>
                        <a:pt x="2281" y="485"/>
                        <a:pt x="215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6" name="Google Shape;2946;p59"/>
                <p:cNvSpPr/>
                <p:nvPr/>
              </p:nvSpPr>
              <p:spPr>
                <a:xfrm>
                  <a:off x="4606305" y="4071755"/>
                  <a:ext cx="88692" cy="31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" h="720" extrusionOk="0">
                      <a:moveTo>
                        <a:pt x="1562" y="1"/>
                      </a:moveTo>
                      <a:lnTo>
                        <a:pt x="1423" y="59"/>
                      </a:lnTo>
                      <a:lnTo>
                        <a:pt x="44" y="617"/>
                      </a:lnTo>
                      <a:lnTo>
                        <a:pt x="0" y="719"/>
                      </a:lnTo>
                      <a:lnTo>
                        <a:pt x="1753" y="206"/>
                      </a:lnTo>
                      <a:lnTo>
                        <a:pt x="2053" y="118"/>
                      </a:lnTo>
                      <a:lnTo>
                        <a:pt x="1562" y="1"/>
                      </a:lnTo>
                      <a:close/>
                    </a:path>
                  </a:pathLst>
                </a:custGeom>
                <a:solidFill>
                  <a:srgbClr val="A32E0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7" name="Google Shape;2947;p59"/>
                <p:cNvSpPr/>
                <p:nvPr/>
              </p:nvSpPr>
              <p:spPr>
                <a:xfrm>
                  <a:off x="4606305" y="4071755"/>
                  <a:ext cx="88692" cy="31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" h="720" extrusionOk="0">
                      <a:moveTo>
                        <a:pt x="1562" y="1"/>
                      </a:moveTo>
                      <a:lnTo>
                        <a:pt x="1423" y="59"/>
                      </a:lnTo>
                      <a:lnTo>
                        <a:pt x="44" y="617"/>
                      </a:lnTo>
                      <a:lnTo>
                        <a:pt x="0" y="719"/>
                      </a:lnTo>
                      <a:lnTo>
                        <a:pt x="1753" y="206"/>
                      </a:lnTo>
                      <a:lnTo>
                        <a:pt x="2053" y="118"/>
                      </a:lnTo>
                      <a:lnTo>
                        <a:pt x="1562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8" name="Google Shape;2948;p59"/>
                <p:cNvSpPr/>
                <p:nvPr/>
              </p:nvSpPr>
              <p:spPr>
                <a:xfrm>
                  <a:off x="4667707" y="4071755"/>
                  <a:ext cx="32644" cy="68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1585" extrusionOk="0">
                      <a:moveTo>
                        <a:pt x="140" y="1"/>
                      </a:moveTo>
                      <a:lnTo>
                        <a:pt x="1" y="59"/>
                      </a:lnTo>
                      <a:cubicBezTo>
                        <a:pt x="1" y="59"/>
                        <a:pt x="309" y="81"/>
                        <a:pt x="331" y="206"/>
                      </a:cubicBezTo>
                      <a:cubicBezTo>
                        <a:pt x="573" y="375"/>
                        <a:pt x="382" y="1423"/>
                        <a:pt x="265" y="1555"/>
                      </a:cubicBezTo>
                      <a:lnTo>
                        <a:pt x="565" y="1584"/>
                      </a:lnTo>
                      <a:cubicBezTo>
                        <a:pt x="734" y="1115"/>
                        <a:pt x="756" y="602"/>
                        <a:pt x="631" y="118"/>
                      </a:cubicBezTo>
                      <a:lnTo>
                        <a:pt x="140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9" name="Google Shape;2949;p59"/>
                <p:cNvSpPr/>
                <p:nvPr/>
              </p:nvSpPr>
              <p:spPr>
                <a:xfrm>
                  <a:off x="4388159" y="4037902"/>
                  <a:ext cx="93744" cy="87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1" h="2032" extrusionOk="0">
                      <a:moveTo>
                        <a:pt x="1995" y="0"/>
                      </a:moveTo>
                      <a:lnTo>
                        <a:pt x="1" y="667"/>
                      </a:lnTo>
                      <a:cubicBezTo>
                        <a:pt x="37" y="1166"/>
                        <a:pt x="228" y="1643"/>
                        <a:pt x="536" y="2031"/>
                      </a:cubicBezTo>
                      <a:lnTo>
                        <a:pt x="771" y="1833"/>
                      </a:lnTo>
                      <a:lnTo>
                        <a:pt x="2171" y="653"/>
                      </a:lnTo>
                      <a:lnTo>
                        <a:pt x="19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0" name="Google Shape;2950;p59"/>
                <p:cNvSpPr/>
                <p:nvPr/>
              </p:nvSpPr>
              <p:spPr>
                <a:xfrm>
                  <a:off x="4411260" y="4066055"/>
                  <a:ext cx="70988" cy="59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1380" extrusionOk="0">
                      <a:moveTo>
                        <a:pt x="1636" y="1"/>
                      </a:moveTo>
                      <a:lnTo>
                        <a:pt x="236" y="1181"/>
                      </a:lnTo>
                      <a:lnTo>
                        <a:pt x="1" y="1379"/>
                      </a:lnTo>
                      <a:lnTo>
                        <a:pt x="499" y="1291"/>
                      </a:lnTo>
                      <a:lnTo>
                        <a:pt x="602" y="1181"/>
                      </a:lnTo>
                      <a:lnTo>
                        <a:pt x="1643" y="118"/>
                      </a:lnTo>
                      <a:lnTo>
                        <a:pt x="1636" y="1"/>
                      </a:lnTo>
                      <a:close/>
                    </a:path>
                  </a:pathLst>
                </a:custGeom>
                <a:solidFill>
                  <a:srgbClr val="A32E0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1" name="Google Shape;2951;p59"/>
                <p:cNvSpPr/>
                <p:nvPr/>
              </p:nvSpPr>
              <p:spPr>
                <a:xfrm>
                  <a:off x="4411260" y="4066055"/>
                  <a:ext cx="70988" cy="59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1380" extrusionOk="0">
                      <a:moveTo>
                        <a:pt x="1636" y="1"/>
                      </a:moveTo>
                      <a:lnTo>
                        <a:pt x="236" y="1181"/>
                      </a:lnTo>
                      <a:lnTo>
                        <a:pt x="1" y="1379"/>
                      </a:lnTo>
                      <a:lnTo>
                        <a:pt x="499" y="1291"/>
                      </a:lnTo>
                      <a:lnTo>
                        <a:pt x="602" y="1181"/>
                      </a:lnTo>
                      <a:lnTo>
                        <a:pt x="1643" y="118"/>
                      </a:lnTo>
                      <a:lnTo>
                        <a:pt x="163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2" name="Google Shape;2952;p59"/>
                <p:cNvSpPr/>
                <p:nvPr/>
              </p:nvSpPr>
              <p:spPr>
                <a:xfrm>
                  <a:off x="4388159" y="4062601"/>
                  <a:ext cx="49139" cy="63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1467" extrusionOk="0">
                      <a:moveTo>
                        <a:pt x="294" y="0"/>
                      </a:moveTo>
                      <a:lnTo>
                        <a:pt x="1" y="95"/>
                      </a:lnTo>
                      <a:cubicBezTo>
                        <a:pt x="37" y="594"/>
                        <a:pt x="228" y="1071"/>
                        <a:pt x="543" y="1466"/>
                      </a:cubicBezTo>
                      <a:lnTo>
                        <a:pt x="1034" y="1371"/>
                      </a:lnTo>
                      <a:lnTo>
                        <a:pt x="1137" y="1269"/>
                      </a:lnTo>
                      <a:lnTo>
                        <a:pt x="1137" y="1269"/>
                      </a:lnTo>
                      <a:cubicBezTo>
                        <a:pt x="1137" y="1269"/>
                        <a:pt x="1010" y="1314"/>
                        <a:pt x="901" y="1314"/>
                      </a:cubicBezTo>
                      <a:cubicBezTo>
                        <a:pt x="847" y="1314"/>
                        <a:pt x="797" y="1303"/>
                        <a:pt x="771" y="1269"/>
                      </a:cubicBezTo>
                      <a:cubicBezTo>
                        <a:pt x="485" y="1210"/>
                        <a:pt x="243" y="169"/>
                        <a:pt x="29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3" name="Google Shape;2953;p59"/>
                <p:cNvSpPr/>
                <p:nvPr/>
              </p:nvSpPr>
              <p:spPr>
                <a:xfrm>
                  <a:off x="4517656" y="4228457"/>
                  <a:ext cx="71592" cy="67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563" extrusionOk="0">
                      <a:moveTo>
                        <a:pt x="1525" y="1"/>
                      </a:moveTo>
                      <a:lnTo>
                        <a:pt x="0" y="507"/>
                      </a:lnTo>
                      <a:cubicBezTo>
                        <a:pt x="22" y="895"/>
                        <a:pt x="169" y="1255"/>
                        <a:pt x="404" y="1563"/>
                      </a:cubicBezTo>
                      <a:lnTo>
                        <a:pt x="587" y="1409"/>
                      </a:lnTo>
                      <a:lnTo>
                        <a:pt x="1657" y="500"/>
                      </a:lnTo>
                      <a:lnTo>
                        <a:pt x="15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4" name="Google Shape;2954;p59"/>
                <p:cNvSpPr/>
                <p:nvPr/>
              </p:nvSpPr>
              <p:spPr>
                <a:xfrm>
                  <a:off x="4535360" y="4250004"/>
                  <a:ext cx="54191" cy="45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" h="1064" extrusionOk="0">
                      <a:moveTo>
                        <a:pt x="1247" y="1"/>
                      </a:moveTo>
                      <a:lnTo>
                        <a:pt x="177" y="910"/>
                      </a:lnTo>
                      <a:lnTo>
                        <a:pt x="1" y="1064"/>
                      </a:lnTo>
                      <a:lnTo>
                        <a:pt x="1" y="1064"/>
                      </a:lnTo>
                      <a:lnTo>
                        <a:pt x="382" y="990"/>
                      </a:lnTo>
                      <a:lnTo>
                        <a:pt x="456" y="910"/>
                      </a:lnTo>
                      <a:lnTo>
                        <a:pt x="1255" y="89"/>
                      </a:lnTo>
                      <a:lnTo>
                        <a:pt x="1247" y="1"/>
                      </a:lnTo>
                      <a:close/>
                    </a:path>
                  </a:pathLst>
                </a:custGeom>
                <a:solidFill>
                  <a:srgbClr val="A32E0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5" name="Google Shape;2955;p59"/>
                <p:cNvSpPr/>
                <p:nvPr/>
              </p:nvSpPr>
              <p:spPr>
                <a:xfrm>
                  <a:off x="4535360" y="4250004"/>
                  <a:ext cx="54191" cy="45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" h="1064" extrusionOk="0">
                      <a:moveTo>
                        <a:pt x="1247" y="1"/>
                      </a:moveTo>
                      <a:lnTo>
                        <a:pt x="177" y="910"/>
                      </a:lnTo>
                      <a:lnTo>
                        <a:pt x="1" y="1064"/>
                      </a:lnTo>
                      <a:lnTo>
                        <a:pt x="1" y="1064"/>
                      </a:lnTo>
                      <a:lnTo>
                        <a:pt x="382" y="990"/>
                      </a:lnTo>
                      <a:lnTo>
                        <a:pt x="456" y="910"/>
                      </a:lnTo>
                      <a:lnTo>
                        <a:pt x="1255" y="89"/>
                      </a:lnTo>
                      <a:lnTo>
                        <a:pt x="12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6" name="Google Shape;2956;p59"/>
                <p:cNvSpPr/>
                <p:nvPr/>
              </p:nvSpPr>
              <p:spPr>
                <a:xfrm>
                  <a:off x="4517656" y="4247154"/>
                  <a:ext cx="37092" cy="48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1130" extrusionOk="0">
                      <a:moveTo>
                        <a:pt x="220" y="1"/>
                      </a:moveTo>
                      <a:lnTo>
                        <a:pt x="0" y="74"/>
                      </a:lnTo>
                      <a:cubicBezTo>
                        <a:pt x="22" y="455"/>
                        <a:pt x="162" y="822"/>
                        <a:pt x="404" y="1130"/>
                      </a:cubicBezTo>
                      <a:lnTo>
                        <a:pt x="778" y="1056"/>
                      </a:lnTo>
                      <a:lnTo>
                        <a:pt x="858" y="976"/>
                      </a:lnTo>
                      <a:lnTo>
                        <a:pt x="858" y="976"/>
                      </a:lnTo>
                      <a:cubicBezTo>
                        <a:pt x="858" y="976"/>
                        <a:pt x="764" y="1012"/>
                        <a:pt x="683" y="1012"/>
                      </a:cubicBezTo>
                      <a:cubicBezTo>
                        <a:pt x="643" y="1012"/>
                        <a:pt x="606" y="1003"/>
                        <a:pt x="587" y="976"/>
                      </a:cubicBezTo>
                      <a:cubicBezTo>
                        <a:pt x="367" y="932"/>
                        <a:pt x="176" y="133"/>
                        <a:pt x="22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7" name="Google Shape;2957;p59"/>
                <p:cNvSpPr/>
                <p:nvPr/>
              </p:nvSpPr>
              <p:spPr>
                <a:xfrm>
                  <a:off x="4471755" y="4048351"/>
                  <a:ext cx="118443" cy="13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" h="3240" extrusionOk="0">
                      <a:moveTo>
                        <a:pt x="1401" y="0"/>
                      </a:moveTo>
                      <a:lnTo>
                        <a:pt x="1335" y="147"/>
                      </a:lnTo>
                      <a:lnTo>
                        <a:pt x="829" y="1269"/>
                      </a:lnTo>
                      <a:lnTo>
                        <a:pt x="572" y="1840"/>
                      </a:lnTo>
                      <a:lnTo>
                        <a:pt x="66" y="2962"/>
                      </a:lnTo>
                      <a:lnTo>
                        <a:pt x="0" y="3116"/>
                      </a:lnTo>
                      <a:cubicBezTo>
                        <a:pt x="0" y="3116"/>
                        <a:pt x="246" y="3240"/>
                        <a:pt x="584" y="3240"/>
                      </a:cubicBezTo>
                      <a:cubicBezTo>
                        <a:pt x="1000" y="3240"/>
                        <a:pt x="1556" y="3052"/>
                        <a:pt x="1965" y="2214"/>
                      </a:cubicBezTo>
                      <a:cubicBezTo>
                        <a:pt x="2742" y="616"/>
                        <a:pt x="1401" y="0"/>
                        <a:pt x="14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8" name="Google Shape;2958;p59"/>
                <p:cNvSpPr/>
                <p:nvPr/>
              </p:nvSpPr>
              <p:spPr>
                <a:xfrm>
                  <a:off x="4474605" y="4054656"/>
                  <a:ext cx="105143" cy="12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5" h="2927" extrusionOk="0">
                      <a:moveTo>
                        <a:pt x="1269" y="1"/>
                      </a:moveTo>
                      <a:lnTo>
                        <a:pt x="763" y="1123"/>
                      </a:lnTo>
                      <a:lnTo>
                        <a:pt x="506" y="1694"/>
                      </a:lnTo>
                      <a:lnTo>
                        <a:pt x="0" y="2816"/>
                      </a:lnTo>
                      <a:cubicBezTo>
                        <a:pt x="43" y="2838"/>
                        <a:pt x="250" y="2926"/>
                        <a:pt x="522" y="2926"/>
                      </a:cubicBezTo>
                      <a:cubicBezTo>
                        <a:pt x="899" y="2926"/>
                        <a:pt x="1401" y="2756"/>
                        <a:pt x="1767" y="2002"/>
                      </a:cubicBezTo>
                      <a:cubicBezTo>
                        <a:pt x="2434" y="624"/>
                        <a:pt x="1371" y="59"/>
                        <a:pt x="1269" y="1"/>
                      </a:cubicBezTo>
                      <a:close/>
                    </a:path>
                  </a:pathLst>
                </a:custGeom>
                <a:solidFill>
                  <a:srgbClr val="FFF2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9" name="Google Shape;2959;p59"/>
                <p:cNvSpPr/>
                <p:nvPr/>
              </p:nvSpPr>
              <p:spPr>
                <a:xfrm>
                  <a:off x="4475210" y="4055951"/>
                  <a:ext cx="102941" cy="123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4" h="2863" extrusionOk="0">
                      <a:moveTo>
                        <a:pt x="1240" y="0"/>
                      </a:moveTo>
                      <a:lnTo>
                        <a:pt x="741" y="1100"/>
                      </a:lnTo>
                      <a:lnTo>
                        <a:pt x="492" y="1657"/>
                      </a:lnTo>
                      <a:lnTo>
                        <a:pt x="1" y="2757"/>
                      </a:lnTo>
                      <a:cubicBezTo>
                        <a:pt x="41" y="2775"/>
                        <a:pt x="243" y="2863"/>
                        <a:pt x="510" y="2863"/>
                      </a:cubicBezTo>
                      <a:cubicBezTo>
                        <a:pt x="878" y="2863"/>
                        <a:pt x="1370" y="2697"/>
                        <a:pt x="1731" y="1958"/>
                      </a:cubicBezTo>
                      <a:cubicBezTo>
                        <a:pt x="2384" y="616"/>
                        <a:pt x="1343" y="51"/>
                        <a:pt x="124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0" name="Google Shape;2960;p59"/>
                <p:cNvSpPr/>
                <p:nvPr/>
              </p:nvSpPr>
              <p:spPr>
                <a:xfrm>
                  <a:off x="4496454" y="4103104"/>
                  <a:ext cx="23360" cy="25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" h="589" extrusionOk="0">
                      <a:moveTo>
                        <a:pt x="257" y="1"/>
                      </a:moveTo>
                      <a:lnTo>
                        <a:pt x="0" y="572"/>
                      </a:lnTo>
                      <a:cubicBezTo>
                        <a:pt x="35" y="583"/>
                        <a:pt x="68" y="588"/>
                        <a:pt x="100" y="588"/>
                      </a:cubicBezTo>
                      <a:cubicBezTo>
                        <a:pt x="390" y="588"/>
                        <a:pt x="541" y="172"/>
                        <a:pt x="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1" name="Google Shape;2961;p59"/>
                <p:cNvSpPr/>
                <p:nvPr/>
              </p:nvSpPr>
              <p:spPr>
                <a:xfrm>
                  <a:off x="4501204" y="4122017"/>
                  <a:ext cx="5268" cy="57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330" extrusionOk="0">
                      <a:moveTo>
                        <a:pt x="65" y="1"/>
                      </a:moveTo>
                      <a:cubicBezTo>
                        <a:pt x="56" y="1"/>
                        <a:pt x="47" y="5"/>
                        <a:pt x="44" y="17"/>
                      </a:cubicBezTo>
                      <a:cubicBezTo>
                        <a:pt x="0" y="347"/>
                        <a:pt x="0" y="692"/>
                        <a:pt x="37" y="1022"/>
                      </a:cubicBezTo>
                      <a:cubicBezTo>
                        <a:pt x="44" y="1117"/>
                        <a:pt x="59" y="1212"/>
                        <a:pt x="73" y="1308"/>
                      </a:cubicBezTo>
                      <a:cubicBezTo>
                        <a:pt x="73" y="1322"/>
                        <a:pt x="86" y="1330"/>
                        <a:pt x="98" y="1330"/>
                      </a:cubicBezTo>
                      <a:cubicBezTo>
                        <a:pt x="110" y="1330"/>
                        <a:pt x="121" y="1322"/>
                        <a:pt x="117" y="1308"/>
                      </a:cubicBezTo>
                      <a:cubicBezTo>
                        <a:pt x="59" y="978"/>
                        <a:pt x="44" y="640"/>
                        <a:pt x="66" y="310"/>
                      </a:cubicBezTo>
                      <a:cubicBezTo>
                        <a:pt x="73" y="215"/>
                        <a:pt x="81" y="120"/>
                        <a:pt x="88" y="24"/>
                      </a:cubicBezTo>
                      <a:cubicBezTo>
                        <a:pt x="93" y="11"/>
                        <a:pt x="78" y="1"/>
                        <a:pt x="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2" name="Google Shape;2962;p59"/>
                <p:cNvSpPr/>
                <p:nvPr/>
              </p:nvSpPr>
              <p:spPr>
                <a:xfrm>
                  <a:off x="4506731" y="4116231"/>
                  <a:ext cx="43828" cy="27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" h="629" extrusionOk="0">
                      <a:moveTo>
                        <a:pt x="42" y="1"/>
                      </a:moveTo>
                      <a:cubicBezTo>
                        <a:pt x="22" y="1"/>
                        <a:pt x="1" y="23"/>
                        <a:pt x="19" y="41"/>
                      </a:cubicBezTo>
                      <a:cubicBezTo>
                        <a:pt x="253" y="217"/>
                        <a:pt x="495" y="378"/>
                        <a:pt x="752" y="518"/>
                      </a:cubicBezTo>
                      <a:cubicBezTo>
                        <a:pt x="825" y="554"/>
                        <a:pt x="906" y="598"/>
                        <a:pt x="979" y="628"/>
                      </a:cubicBezTo>
                      <a:cubicBezTo>
                        <a:pt x="982" y="629"/>
                        <a:pt x="984" y="629"/>
                        <a:pt x="986" y="629"/>
                      </a:cubicBezTo>
                      <a:cubicBezTo>
                        <a:pt x="1004" y="629"/>
                        <a:pt x="1014" y="604"/>
                        <a:pt x="1001" y="591"/>
                      </a:cubicBezTo>
                      <a:cubicBezTo>
                        <a:pt x="737" y="466"/>
                        <a:pt x="488" y="320"/>
                        <a:pt x="253" y="151"/>
                      </a:cubicBezTo>
                      <a:cubicBezTo>
                        <a:pt x="187" y="107"/>
                        <a:pt x="121" y="56"/>
                        <a:pt x="55" y="5"/>
                      </a:cubicBezTo>
                      <a:cubicBezTo>
                        <a:pt x="51" y="2"/>
                        <a:pt x="47" y="1"/>
                        <a:pt x="4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3" name="Google Shape;2963;p59"/>
                <p:cNvSpPr/>
                <p:nvPr/>
              </p:nvSpPr>
              <p:spPr>
                <a:xfrm>
                  <a:off x="4509883" y="4098484"/>
                  <a:ext cx="50477" cy="16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" h="382" extrusionOk="0">
                      <a:moveTo>
                        <a:pt x="1141" y="0"/>
                      </a:moveTo>
                      <a:cubicBezTo>
                        <a:pt x="1136" y="0"/>
                        <a:pt x="1131" y="2"/>
                        <a:pt x="1126" y="5"/>
                      </a:cubicBezTo>
                      <a:cubicBezTo>
                        <a:pt x="826" y="34"/>
                        <a:pt x="532" y="108"/>
                        <a:pt x="254" y="225"/>
                      </a:cubicBezTo>
                      <a:cubicBezTo>
                        <a:pt x="173" y="262"/>
                        <a:pt x="100" y="298"/>
                        <a:pt x="19" y="342"/>
                      </a:cubicBezTo>
                      <a:cubicBezTo>
                        <a:pt x="0" y="349"/>
                        <a:pt x="14" y="382"/>
                        <a:pt x="32" y="382"/>
                      </a:cubicBezTo>
                      <a:cubicBezTo>
                        <a:pt x="35" y="382"/>
                        <a:pt x="38" y="381"/>
                        <a:pt x="41" y="379"/>
                      </a:cubicBezTo>
                      <a:cubicBezTo>
                        <a:pt x="305" y="240"/>
                        <a:pt x="591" y="137"/>
                        <a:pt x="884" y="86"/>
                      </a:cubicBezTo>
                      <a:cubicBezTo>
                        <a:pt x="972" y="64"/>
                        <a:pt x="1053" y="56"/>
                        <a:pt x="1141" y="49"/>
                      </a:cubicBezTo>
                      <a:cubicBezTo>
                        <a:pt x="1141" y="49"/>
                        <a:pt x="1148" y="49"/>
                        <a:pt x="1148" y="42"/>
                      </a:cubicBezTo>
                      <a:cubicBezTo>
                        <a:pt x="1156" y="42"/>
                        <a:pt x="1156" y="42"/>
                        <a:pt x="1163" y="34"/>
                      </a:cubicBezTo>
                      <a:cubicBezTo>
                        <a:pt x="1169" y="17"/>
                        <a:pt x="1157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4" name="Google Shape;2964;p59"/>
                <p:cNvSpPr/>
                <p:nvPr/>
              </p:nvSpPr>
              <p:spPr>
                <a:xfrm>
                  <a:off x="4507724" y="4063853"/>
                  <a:ext cx="35408" cy="46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1075" extrusionOk="0">
                      <a:moveTo>
                        <a:pt x="782" y="1"/>
                      </a:moveTo>
                      <a:cubicBezTo>
                        <a:pt x="776" y="1"/>
                        <a:pt x="770" y="3"/>
                        <a:pt x="766" y="8"/>
                      </a:cubicBezTo>
                      <a:cubicBezTo>
                        <a:pt x="531" y="250"/>
                        <a:pt x="326" y="514"/>
                        <a:pt x="150" y="800"/>
                      </a:cubicBezTo>
                      <a:cubicBezTo>
                        <a:pt x="98" y="880"/>
                        <a:pt x="54" y="961"/>
                        <a:pt x="10" y="1042"/>
                      </a:cubicBezTo>
                      <a:cubicBezTo>
                        <a:pt x="1" y="1061"/>
                        <a:pt x="14" y="1074"/>
                        <a:pt x="28" y="1074"/>
                      </a:cubicBezTo>
                      <a:cubicBezTo>
                        <a:pt x="35" y="1074"/>
                        <a:pt x="42" y="1071"/>
                        <a:pt x="47" y="1064"/>
                      </a:cubicBezTo>
                      <a:cubicBezTo>
                        <a:pt x="208" y="770"/>
                        <a:pt x="392" y="499"/>
                        <a:pt x="612" y="250"/>
                      </a:cubicBezTo>
                      <a:cubicBezTo>
                        <a:pt x="670" y="176"/>
                        <a:pt x="736" y="110"/>
                        <a:pt x="802" y="37"/>
                      </a:cubicBezTo>
                      <a:cubicBezTo>
                        <a:pt x="819" y="26"/>
                        <a:pt x="801" y="1"/>
                        <a:pt x="7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5" name="Google Shape;2965;p59"/>
                <p:cNvSpPr/>
                <p:nvPr/>
              </p:nvSpPr>
              <p:spPr>
                <a:xfrm>
                  <a:off x="4381854" y="4205355"/>
                  <a:ext cx="130145" cy="94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4" h="2183" extrusionOk="0">
                      <a:moveTo>
                        <a:pt x="741" y="1"/>
                      </a:moveTo>
                      <a:cubicBezTo>
                        <a:pt x="741" y="1"/>
                        <a:pt x="0" y="888"/>
                        <a:pt x="1100" y="1775"/>
                      </a:cubicBezTo>
                      <a:cubicBezTo>
                        <a:pt x="1474" y="2080"/>
                        <a:pt x="1807" y="2183"/>
                        <a:pt x="2086" y="2183"/>
                      </a:cubicBezTo>
                      <a:cubicBezTo>
                        <a:pt x="2666" y="2183"/>
                        <a:pt x="3013" y="1738"/>
                        <a:pt x="3013" y="1738"/>
                      </a:cubicBezTo>
                      <a:lnTo>
                        <a:pt x="2896" y="1650"/>
                      </a:lnTo>
                      <a:lnTo>
                        <a:pt x="2082" y="1027"/>
                      </a:lnTo>
                      <a:lnTo>
                        <a:pt x="1672" y="712"/>
                      </a:lnTo>
                      <a:lnTo>
                        <a:pt x="851" y="89"/>
                      </a:lnTo>
                      <a:lnTo>
                        <a:pt x="741" y="1"/>
                      </a:lnTo>
                      <a:close/>
                    </a:path>
                  </a:pathLst>
                </a:custGeom>
                <a:solidFill>
                  <a:srgbClr val="F2A52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6" name="Google Shape;2966;p59"/>
                <p:cNvSpPr/>
                <p:nvPr/>
              </p:nvSpPr>
              <p:spPr>
                <a:xfrm>
                  <a:off x="4392304" y="4209155"/>
                  <a:ext cx="114643" cy="84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5" h="1961" extrusionOk="0">
                      <a:moveTo>
                        <a:pt x="609" y="1"/>
                      </a:moveTo>
                      <a:lnTo>
                        <a:pt x="609" y="1"/>
                      </a:lnTo>
                      <a:cubicBezTo>
                        <a:pt x="550" y="74"/>
                        <a:pt x="0" y="829"/>
                        <a:pt x="938" y="1592"/>
                      </a:cubicBezTo>
                      <a:cubicBezTo>
                        <a:pt x="1277" y="1867"/>
                        <a:pt x="1578" y="1961"/>
                        <a:pt x="1829" y="1961"/>
                      </a:cubicBezTo>
                      <a:cubicBezTo>
                        <a:pt x="2313" y="1961"/>
                        <a:pt x="2616" y="1615"/>
                        <a:pt x="2654" y="1562"/>
                      </a:cubicBezTo>
                      <a:lnTo>
                        <a:pt x="1840" y="939"/>
                      </a:lnTo>
                      <a:lnTo>
                        <a:pt x="1422" y="624"/>
                      </a:lnTo>
                      <a:lnTo>
                        <a:pt x="609" y="1"/>
                      </a:lnTo>
                      <a:close/>
                    </a:path>
                  </a:pathLst>
                </a:custGeom>
                <a:solidFill>
                  <a:srgbClr val="FFF2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7" name="Google Shape;2967;p59"/>
                <p:cNvSpPr/>
                <p:nvPr/>
              </p:nvSpPr>
              <p:spPr>
                <a:xfrm>
                  <a:off x="4394204" y="4209803"/>
                  <a:ext cx="112095" cy="82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" h="1920" extrusionOk="0">
                      <a:moveTo>
                        <a:pt x="587" y="0"/>
                      </a:moveTo>
                      <a:cubicBezTo>
                        <a:pt x="535" y="74"/>
                        <a:pt x="0" y="814"/>
                        <a:pt x="916" y="1562"/>
                      </a:cubicBezTo>
                      <a:cubicBezTo>
                        <a:pt x="1244" y="1829"/>
                        <a:pt x="1535" y="1920"/>
                        <a:pt x="1780" y="1920"/>
                      </a:cubicBezTo>
                      <a:cubicBezTo>
                        <a:pt x="2253" y="1920"/>
                        <a:pt x="2552" y="1581"/>
                        <a:pt x="2595" y="1533"/>
                      </a:cubicBezTo>
                      <a:lnTo>
                        <a:pt x="1796" y="924"/>
                      </a:lnTo>
                      <a:lnTo>
                        <a:pt x="1393" y="616"/>
                      </a:lnTo>
                      <a:lnTo>
                        <a:pt x="587" y="0"/>
                      </a:lnTo>
                      <a:close/>
                    </a:path>
                  </a:pathLst>
                </a:custGeom>
                <a:solidFill>
                  <a:srgbClr val="FFC7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8" name="Google Shape;2968;p59"/>
                <p:cNvSpPr/>
                <p:nvPr/>
              </p:nvSpPr>
              <p:spPr>
                <a:xfrm>
                  <a:off x="4448870" y="4236056"/>
                  <a:ext cx="22929" cy="17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" h="402" extrusionOk="0">
                      <a:moveTo>
                        <a:pt x="120" y="1"/>
                      </a:moveTo>
                      <a:cubicBezTo>
                        <a:pt x="1" y="201"/>
                        <a:pt x="165" y="401"/>
                        <a:pt x="345" y="401"/>
                      </a:cubicBezTo>
                      <a:cubicBezTo>
                        <a:pt x="409" y="401"/>
                        <a:pt x="475" y="376"/>
                        <a:pt x="530" y="316"/>
                      </a:cubicBezTo>
                      <a:lnTo>
                        <a:pt x="120" y="1"/>
                      </a:lnTo>
                      <a:close/>
                    </a:path>
                  </a:pathLst>
                </a:custGeom>
                <a:solidFill>
                  <a:srgbClr val="FFF2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9" name="Google Shape;2969;p59"/>
                <p:cNvSpPr/>
                <p:nvPr/>
              </p:nvSpPr>
              <p:spPr>
                <a:xfrm>
                  <a:off x="4409705" y="4232904"/>
                  <a:ext cx="48016" cy="11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" h="261" extrusionOk="0">
                      <a:moveTo>
                        <a:pt x="37" y="1"/>
                      </a:moveTo>
                      <a:cubicBezTo>
                        <a:pt x="8" y="1"/>
                        <a:pt x="0" y="37"/>
                        <a:pt x="22" y="37"/>
                      </a:cubicBezTo>
                      <a:cubicBezTo>
                        <a:pt x="308" y="52"/>
                        <a:pt x="579" y="103"/>
                        <a:pt x="851" y="184"/>
                      </a:cubicBezTo>
                      <a:cubicBezTo>
                        <a:pt x="924" y="206"/>
                        <a:pt x="997" y="228"/>
                        <a:pt x="1078" y="257"/>
                      </a:cubicBezTo>
                      <a:cubicBezTo>
                        <a:pt x="1082" y="260"/>
                        <a:pt x="1085" y="261"/>
                        <a:pt x="1088" y="261"/>
                      </a:cubicBezTo>
                      <a:cubicBezTo>
                        <a:pt x="1104" y="261"/>
                        <a:pt x="1111" y="234"/>
                        <a:pt x="1093" y="228"/>
                      </a:cubicBezTo>
                      <a:cubicBezTo>
                        <a:pt x="829" y="125"/>
                        <a:pt x="550" y="59"/>
                        <a:pt x="272" y="23"/>
                      </a:cubicBezTo>
                      <a:cubicBezTo>
                        <a:pt x="191" y="8"/>
                        <a:pt x="110" y="1"/>
                        <a:pt x="37" y="1"/>
                      </a:cubicBezTo>
                      <a:close/>
                    </a:path>
                  </a:pathLst>
                </a:custGeom>
                <a:solidFill>
                  <a:srgbClr val="FFF2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0" name="Google Shape;2970;p59"/>
                <p:cNvSpPr/>
                <p:nvPr/>
              </p:nvSpPr>
              <p:spPr>
                <a:xfrm>
                  <a:off x="4431036" y="4246981"/>
                  <a:ext cx="30485" cy="30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699" extrusionOk="0">
                      <a:moveTo>
                        <a:pt x="681" y="1"/>
                      </a:moveTo>
                      <a:cubicBezTo>
                        <a:pt x="678" y="1"/>
                        <a:pt x="675" y="2"/>
                        <a:pt x="672" y="5"/>
                      </a:cubicBezTo>
                      <a:cubicBezTo>
                        <a:pt x="481" y="159"/>
                        <a:pt x="305" y="327"/>
                        <a:pt x="144" y="510"/>
                      </a:cubicBezTo>
                      <a:cubicBezTo>
                        <a:pt x="100" y="562"/>
                        <a:pt x="56" y="613"/>
                        <a:pt x="12" y="664"/>
                      </a:cubicBezTo>
                      <a:cubicBezTo>
                        <a:pt x="1" y="681"/>
                        <a:pt x="11" y="698"/>
                        <a:pt x="27" y="698"/>
                      </a:cubicBezTo>
                      <a:cubicBezTo>
                        <a:pt x="32" y="698"/>
                        <a:pt x="37" y="697"/>
                        <a:pt x="41" y="694"/>
                      </a:cubicBezTo>
                      <a:cubicBezTo>
                        <a:pt x="188" y="503"/>
                        <a:pt x="357" y="327"/>
                        <a:pt x="533" y="173"/>
                      </a:cubicBezTo>
                      <a:cubicBezTo>
                        <a:pt x="584" y="122"/>
                        <a:pt x="635" y="78"/>
                        <a:pt x="694" y="34"/>
                      </a:cubicBezTo>
                      <a:cubicBezTo>
                        <a:pt x="706" y="22"/>
                        <a:pt x="694" y="1"/>
                        <a:pt x="681" y="1"/>
                      </a:cubicBezTo>
                      <a:close/>
                    </a:path>
                  </a:pathLst>
                </a:custGeom>
                <a:solidFill>
                  <a:srgbClr val="FFF2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1" name="Google Shape;2971;p59"/>
                <p:cNvSpPr/>
                <p:nvPr/>
              </p:nvSpPr>
              <p:spPr>
                <a:xfrm>
                  <a:off x="4461392" y="4249831"/>
                  <a:ext cx="5959" cy="4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1008" extrusionOk="0">
                      <a:moveTo>
                        <a:pt x="27" y="1"/>
                      </a:moveTo>
                      <a:cubicBezTo>
                        <a:pt x="15" y="1"/>
                        <a:pt x="1" y="12"/>
                        <a:pt x="6" y="27"/>
                      </a:cubicBezTo>
                      <a:cubicBezTo>
                        <a:pt x="72" y="268"/>
                        <a:pt x="94" y="518"/>
                        <a:pt x="86" y="767"/>
                      </a:cubicBezTo>
                      <a:cubicBezTo>
                        <a:pt x="86" y="840"/>
                        <a:pt x="79" y="906"/>
                        <a:pt x="64" y="980"/>
                      </a:cubicBezTo>
                      <a:cubicBezTo>
                        <a:pt x="64" y="980"/>
                        <a:pt x="64" y="987"/>
                        <a:pt x="64" y="987"/>
                      </a:cubicBezTo>
                      <a:cubicBezTo>
                        <a:pt x="64" y="994"/>
                        <a:pt x="72" y="994"/>
                        <a:pt x="72" y="1002"/>
                      </a:cubicBezTo>
                      <a:cubicBezTo>
                        <a:pt x="76" y="1006"/>
                        <a:pt x="80" y="1008"/>
                        <a:pt x="85" y="1008"/>
                      </a:cubicBezTo>
                      <a:cubicBezTo>
                        <a:pt x="96" y="1008"/>
                        <a:pt x="106" y="996"/>
                        <a:pt x="101" y="980"/>
                      </a:cubicBezTo>
                      <a:cubicBezTo>
                        <a:pt x="138" y="730"/>
                        <a:pt x="130" y="474"/>
                        <a:pt x="86" y="224"/>
                      </a:cubicBezTo>
                      <a:cubicBezTo>
                        <a:pt x="79" y="159"/>
                        <a:pt x="57" y="85"/>
                        <a:pt x="42" y="12"/>
                      </a:cubicBezTo>
                      <a:cubicBezTo>
                        <a:pt x="40" y="4"/>
                        <a:pt x="34" y="1"/>
                        <a:pt x="27" y="1"/>
                      </a:cubicBezTo>
                      <a:close/>
                    </a:path>
                  </a:pathLst>
                </a:custGeom>
                <a:solidFill>
                  <a:srgbClr val="FFF2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2" name="Google Shape;2972;p59"/>
                <p:cNvSpPr/>
                <p:nvPr/>
              </p:nvSpPr>
              <p:spPr>
                <a:xfrm>
                  <a:off x="4465537" y="4248881"/>
                  <a:ext cx="32040" cy="36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" h="850" extrusionOk="0">
                      <a:moveTo>
                        <a:pt x="25" y="1"/>
                      </a:moveTo>
                      <a:cubicBezTo>
                        <a:pt x="13" y="1"/>
                        <a:pt x="0" y="22"/>
                        <a:pt x="12" y="34"/>
                      </a:cubicBezTo>
                      <a:cubicBezTo>
                        <a:pt x="218" y="217"/>
                        <a:pt x="408" y="422"/>
                        <a:pt x="570" y="642"/>
                      </a:cubicBezTo>
                      <a:cubicBezTo>
                        <a:pt x="614" y="708"/>
                        <a:pt x="665" y="774"/>
                        <a:pt x="702" y="840"/>
                      </a:cubicBezTo>
                      <a:cubicBezTo>
                        <a:pt x="706" y="847"/>
                        <a:pt x="711" y="849"/>
                        <a:pt x="717" y="849"/>
                      </a:cubicBezTo>
                      <a:cubicBezTo>
                        <a:pt x="730" y="849"/>
                        <a:pt x="741" y="834"/>
                        <a:pt x="731" y="818"/>
                      </a:cubicBezTo>
                      <a:cubicBezTo>
                        <a:pt x="584" y="584"/>
                        <a:pt x="408" y="364"/>
                        <a:pt x="210" y="166"/>
                      </a:cubicBezTo>
                      <a:cubicBezTo>
                        <a:pt x="152" y="107"/>
                        <a:pt x="93" y="56"/>
                        <a:pt x="34" y="5"/>
                      </a:cubicBezTo>
                      <a:cubicBezTo>
                        <a:pt x="32" y="2"/>
                        <a:pt x="28" y="1"/>
                        <a:pt x="25" y="1"/>
                      </a:cubicBezTo>
                      <a:close/>
                    </a:path>
                  </a:pathLst>
                </a:custGeom>
                <a:solidFill>
                  <a:srgbClr val="FFF2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3" name="Google Shape;2973;p59"/>
                <p:cNvSpPr/>
                <p:nvPr/>
              </p:nvSpPr>
              <p:spPr>
                <a:xfrm>
                  <a:off x="4570854" y="4155741"/>
                  <a:ext cx="153246" cy="106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" h="2470" extrusionOk="0">
                      <a:moveTo>
                        <a:pt x="2464" y="0"/>
                      </a:moveTo>
                      <a:cubicBezTo>
                        <a:pt x="2181" y="0"/>
                        <a:pt x="1843" y="91"/>
                        <a:pt x="1452" y="343"/>
                      </a:cubicBezTo>
                      <a:cubicBezTo>
                        <a:pt x="0" y="1282"/>
                        <a:pt x="807" y="2469"/>
                        <a:pt x="807" y="2469"/>
                      </a:cubicBezTo>
                      <a:lnTo>
                        <a:pt x="939" y="2374"/>
                      </a:lnTo>
                      <a:lnTo>
                        <a:pt x="1928" y="1700"/>
                      </a:lnTo>
                      <a:lnTo>
                        <a:pt x="2427" y="1355"/>
                      </a:lnTo>
                      <a:lnTo>
                        <a:pt x="3409" y="673"/>
                      </a:lnTo>
                      <a:lnTo>
                        <a:pt x="3549" y="585"/>
                      </a:lnTo>
                      <a:cubicBezTo>
                        <a:pt x="3549" y="585"/>
                        <a:pt x="3182" y="0"/>
                        <a:pt x="246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4" name="Google Shape;2974;p59"/>
                <p:cNvSpPr/>
                <p:nvPr/>
              </p:nvSpPr>
              <p:spPr>
                <a:xfrm>
                  <a:off x="4583203" y="4162477"/>
                  <a:ext cx="134894" cy="95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" h="2219" extrusionOk="0">
                      <a:moveTo>
                        <a:pt x="2157" y="0"/>
                      </a:moveTo>
                      <a:cubicBezTo>
                        <a:pt x="1902" y="0"/>
                        <a:pt x="1598" y="82"/>
                        <a:pt x="1246" y="312"/>
                      </a:cubicBezTo>
                      <a:cubicBezTo>
                        <a:pt x="0" y="1111"/>
                        <a:pt x="594" y="2123"/>
                        <a:pt x="653" y="2218"/>
                      </a:cubicBezTo>
                      <a:lnTo>
                        <a:pt x="1635" y="1544"/>
                      </a:lnTo>
                      <a:lnTo>
                        <a:pt x="2141" y="1199"/>
                      </a:lnTo>
                      <a:lnTo>
                        <a:pt x="3123" y="517"/>
                      </a:lnTo>
                      <a:cubicBezTo>
                        <a:pt x="3082" y="455"/>
                        <a:pt x="2756" y="0"/>
                        <a:pt x="2157" y="0"/>
                      </a:cubicBezTo>
                      <a:close/>
                    </a:path>
                  </a:pathLst>
                </a:custGeom>
                <a:solidFill>
                  <a:srgbClr val="FFF2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5" name="Google Shape;2975;p59"/>
                <p:cNvSpPr/>
                <p:nvPr/>
              </p:nvSpPr>
              <p:spPr>
                <a:xfrm>
                  <a:off x="4584758" y="4163816"/>
                  <a:ext cx="132390" cy="93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" h="2173" extrusionOk="0">
                      <a:moveTo>
                        <a:pt x="2116" y="1"/>
                      </a:moveTo>
                      <a:cubicBezTo>
                        <a:pt x="1867" y="1"/>
                        <a:pt x="1570" y="81"/>
                        <a:pt x="1225" y="303"/>
                      </a:cubicBezTo>
                      <a:cubicBezTo>
                        <a:pt x="1" y="1087"/>
                        <a:pt x="587" y="2077"/>
                        <a:pt x="646" y="2173"/>
                      </a:cubicBezTo>
                      <a:lnTo>
                        <a:pt x="1606" y="1513"/>
                      </a:lnTo>
                      <a:lnTo>
                        <a:pt x="2098" y="1175"/>
                      </a:lnTo>
                      <a:lnTo>
                        <a:pt x="3065" y="508"/>
                      </a:lnTo>
                      <a:cubicBezTo>
                        <a:pt x="3024" y="446"/>
                        <a:pt x="2704" y="1"/>
                        <a:pt x="21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6" name="Google Shape;2976;p59"/>
                <p:cNvSpPr/>
                <p:nvPr/>
              </p:nvSpPr>
              <p:spPr>
                <a:xfrm>
                  <a:off x="4648837" y="4209760"/>
                  <a:ext cx="26815" cy="19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" h="449" extrusionOk="0">
                      <a:moveTo>
                        <a:pt x="396" y="0"/>
                      </a:moveTo>
                      <a:cubicBezTo>
                        <a:pt x="190" y="0"/>
                        <a:pt x="0" y="215"/>
                        <a:pt x="122" y="449"/>
                      </a:cubicBezTo>
                      <a:lnTo>
                        <a:pt x="621" y="104"/>
                      </a:lnTo>
                      <a:cubicBezTo>
                        <a:pt x="554" y="31"/>
                        <a:pt x="474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7" name="Google Shape;2977;p59"/>
                <p:cNvSpPr/>
                <p:nvPr/>
              </p:nvSpPr>
              <p:spPr>
                <a:xfrm>
                  <a:off x="4665418" y="4166622"/>
                  <a:ext cx="29665" cy="48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7" h="1133" extrusionOk="0">
                      <a:moveTo>
                        <a:pt x="656" y="0"/>
                      </a:moveTo>
                      <a:cubicBezTo>
                        <a:pt x="649" y="0"/>
                        <a:pt x="643" y="3"/>
                        <a:pt x="640" y="11"/>
                      </a:cubicBezTo>
                      <a:cubicBezTo>
                        <a:pt x="523" y="311"/>
                        <a:pt x="369" y="604"/>
                        <a:pt x="178" y="876"/>
                      </a:cubicBezTo>
                      <a:cubicBezTo>
                        <a:pt x="127" y="949"/>
                        <a:pt x="76" y="1022"/>
                        <a:pt x="17" y="1096"/>
                      </a:cubicBezTo>
                      <a:cubicBezTo>
                        <a:pt x="1" y="1112"/>
                        <a:pt x="17" y="1133"/>
                        <a:pt x="32" y="1133"/>
                      </a:cubicBezTo>
                      <a:cubicBezTo>
                        <a:pt x="38" y="1133"/>
                        <a:pt x="43" y="1131"/>
                        <a:pt x="46" y="1125"/>
                      </a:cubicBezTo>
                      <a:cubicBezTo>
                        <a:pt x="252" y="868"/>
                        <a:pt x="428" y="582"/>
                        <a:pt x="567" y="289"/>
                      </a:cubicBezTo>
                      <a:cubicBezTo>
                        <a:pt x="604" y="209"/>
                        <a:pt x="640" y="121"/>
                        <a:pt x="677" y="33"/>
                      </a:cubicBezTo>
                      <a:cubicBezTo>
                        <a:pt x="687" y="13"/>
                        <a:pt x="670" y="0"/>
                        <a:pt x="65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8" name="Google Shape;2978;p59"/>
                <p:cNvSpPr/>
                <p:nvPr/>
              </p:nvSpPr>
              <p:spPr>
                <a:xfrm>
                  <a:off x="4637826" y="4174568"/>
                  <a:ext cx="23663" cy="43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1006" extrusionOk="0">
                      <a:moveTo>
                        <a:pt x="31" y="1"/>
                      </a:moveTo>
                      <a:cubicBezTo>
                        <a:pt x="16" y="1"/>
                        <a:pt x="0" y="16"/>
                        <a:pt x="11" y="32"/>
                      </a:cubicBezTo>
                      <a:cubicBezTo>
                        <a:pt x="165" y="267"/>
                        <a:pt x="297" y="516"/>
                        <a:pt x="407" y="772"/>
                      </a:cubicBezTo>
                      <a:cubicBezTo>
                        <a:pt x="443" y="846"/>
                        <a:pt x="473" y="919"/>
                        <a:pt x="502" y="992"/>
                      </a:cubicBezTo>
                      <a:cubicBezTo>
                        <a:pt x="505" y="1002"/>
                        <a:pt x="515" y="1006"/>
                        <a:pt x="524" y="1006"/>
                      </a:cubicBezTo>
                      <a:cubicBezTo>
                        <a:pt x="536" y="1006"/>
                        <a:pt x="547" y="998"/>
                        <a:pt x="539" y="985"/>
                      </a:cubicBezTo>
                      <a:cubicBezTo>
                        <a:pt x="436" y="714"/>
                        <a:pt x="319" y="464"/>
                        <a:pt x="172" y="215"/>
                      </a:cubicBezTo>
                      <a:cubicBezTo>
                        <a:pt x="135" y="149"/>
                        <a:pt x="91" y="76"/>
                        <a:pt x="47" y="10"/>
                      </a:cubicBezTo>
                      <a:cubicBezTo>
                        <a:pt x="43" y="3"/>
                        <a:pt x="37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9" name="Google Shape;2979;p59"/>
                <p:cNvSpPr/>
                <p:nvPr/>
              </p:nvSpPr>
              <p:spPr>
                <a:xfrm>
                  <a:off x="4607859" y="4205355"/>
                  <a:ext cx="49787" cy="13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" h="324" extrusionOk="0">
                      <a:moveTo>
                        <a:pt x="23" y="1"/>
                      </a:moveTo>
                      <a:cubicBezTo>
                        <a:pt x="1" y="8"/>
                        <a:pt x="8" y="45"/>
                        <a:pt x="30" y="45"/>
                      </a:cubicBezTo>
                      <a:cubicBezTo>
                        <a:pt x="294" y="169"/>
                        <a:pt x="580" y="257"/>
                        <a:pt x="873" y="294"/>
                      </a:cubicBezTo>
                      <a:cubicBezTo>
                        <a:pt x="954" y="309"/>
                        <a:pt x="1042" y="316"/>
                        <a:pt x="1123" y="323"/>
                      </a:cubicBezTo>
                      <a:cubicBezTo>
                        <a:pt x="1152" y="323"/>
                        <a:pt x="1152" y="279"/>
                        <a:pt x="1123" y="279"/>
                      </a:cubicBezTo>
                      <a:cubicBezTo>
                        <a:pt x="829" y="265"/>
                        <a:pt x="544" y="199"/>
                        <a:pt x="272" y="96"/>
                      </a:cubicBezTo>
                      <a:cubicBezTo>
                        <a:pt x="199" y="67"/>
                        <a:pt x="118" y="37"/>
                        <a:pt x="4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0" name="Google Shape;2980;p59"/>
                <p:cNvSpPr/>
                <p:nvPr/>
              </p:nvSpPr>
              <p:spPr>
                <a:xfrm>
                  <a:off x="4605096" y="4222325"/>
                  <a:ext cx="52334" cy="22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2" h="518" extrusionOk="0">
                      <a:moveTo>
                        <a:pt x="1176" y="0"/>
                      </a:moveTo>
                      <a:cubicBezTo>
                        <a:pt x="1172" y="0"/>
                        <a:pt x="1168" y="1"/>
                        <a:pt x="1165" y="4"/>
                      </a:cubicBezTo>
                      <a:cubicBezTo>
                        <a:pt x="886" y="165"/>
                        <a:pt x="593" y="297"/>
                        <a:pt x="285" y="400"/>
                      </a:cubicBezTo>
                      <a:cubicBezTo>
                        <a:pt x="197" y="429"/>
                        <a:pt x="109" y="451"/>
                        <a:pt x="21" y="473"/>
                      </a:cubicBezTo>
                      <a:cubicBezTo>
                        <a:pt x="1" y="486"/>
                        <a:pt x="5" y="518"/>
                        <a:pt x="28" y="518"/>
                      </a:cubicBezTo>
                      <a:cubicBezTo>
                        <a:pt x="31" y="518"/>
                        <a:pt x="33" y="518"/>
                        <a:pt x="36" y="517"/>
                      </a:cubicBezTo>
                      <a:cubicBezTo>
                        <a:pt x="351" y="436"/>
                        <a:pt x="659" y="319"/>
                        <a:pt x="945" y="172"/>
                      </a:cubicBezTo>
                      <a:cubicBezTo>
                        <a:pt x="1025" y="136"/>
                        <a:pt x="1113" y="92"/>
                        <a:pt x="1187" y="40"/>
                      </a:cubicBezTo>
                      <a:cubicBezTo>
                        <a:pt x="1211" y="28"/>
                        <a:pt x="1195" y="0"/>
                        <a:pt x="117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1" name="Google Shape;2981;p59"/>
                <p:cNvSpPr/>
                <p:nvPr/>
              </p:nvSpPr>
              <p:spPr>
                <a:xfrm>
                  <a:off x="4406510" y="4081859"/>
                  <a:ext cx="70038" cy="67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2" h="1572" extrusionOk="0">
                      <a:moveTo>
                        <a:pt x="960" y="1"/>
                      </a:moveTo>
                      <a:cubicBezTo>
                        <a:pt x="958" y="1"/>
                        <a:pt x="956" y="1"/>
                        <a:pt x="954" y="1"/>
                      </a:cubicBezTo>
                      <a:cubicBezTo>
                        <a:pt x="895" y="9"/>
                        <a:pt x="52" y="331"/>
                        <a:pt x="30" y="412"/>
                      </a:cubicBezTo>
                      <a:cubicBezTo>
                        <a:pt x="1" y="485"/>
                        <a:pt x="228" y="1299"/>
                        <a:pt x="272" y="1328"/>
                      </a:cubicBezTo>
                      <a:cubicBezTo>
                        <a:pt x="315" y="1357"/>
                        <a:pt x="757" y="1571"/>
                        <a:pt x="824" y="1571"/>
                      </a:cubicBezTo>
                      <a:cubicBezTo>
                        <a:pt x="826" y="1571"/>
                        <a:pt x="828" y="1571"/>
                        <a:pt x="829" y="1570"/>
                      </a:cubicBezTo>
                      <a:cubicBezTo>
                        <a:pt x="881" y="1563"/>
                        <a:pt x="1570" y="1255"/>
                        <a:pt x="1599" y="1189"/>
                      </a:cubicBezTo>
                      <a:cubicBezTo>
                        <a:pt x="1621" y="1130"/>
                        <a:pt x="1416" y="405"/>
                        <a:pt x="1365" y="317"/>
                      </a:cubicBezTo>
                      <a:cubicBezTo>
                        <a:pt x="1322" y="231"/>
                        <a:pt x="1037" y="1"/>
                        <a:pt x="96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2" name="Google Shape;2982;p59"/>
                <p:cNvSpPr/>
                <p:nvPr/>
              </p:nvSpPr>
              <p:spPr>
                <a:xfrm>
                  <a:off x="4446884" y="4082593"/>
                  <a:ext cx="8766" cy="34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08" extrusionOk="0">
                      <a:moveTo>
                        <a:pt x="17" y="0"/>
                      </a:moveTo>
                      <a:cubicBezTo>
                        <a:pt x="8" y="0"/>
                        <a:pt x="0" y="8"/>
                        <a:pt x="4" y="21"/>
                      </a:cubicBezTo>
                      <a:cubicBezTo>
                        <a:pt x="85" y="270"/>
                        <a:pt x="144" y="527"/>
                        <a:pt x="173" y="791"/>
                      </a:cubicBezTo>
                      <a:cubicBezTo>
                        <a:pt x="173" y="802"/>
                        <a:pt x="180" y="807"/>
                        <a:pt x="188" y="807"/>
                      </a:cubicBezTo>
                      <a:cubicBezTo>
                        <a:pt x="195" y="807"/>
                        <a:pt x="202" y="802"/>
                        <a:pt x="202" y="791"/>
                      </a:cubicBezTo>
                      <a:cubicBezTo>
                        <a:pt x="173" y="527"/>
                        <a:pt x="114" y="263"/>
                        <a:pt x="34" y="14"/>
                      </a:cubicBezTo>
                      <a:cubicBezTo>
                        <a:pt x="31" y="4"/>
                        <a:pt x="24" y="0"/>
                        <a:pt x="17" y="0"/>
                      </a:cubicBezTo>
                      <a:close/>
                    </a:path>
                  </a:pathLst>
                </a:custGeom>
                <a:solidFill>
                  <a:srgbClr val="FFFAE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3" name="Google Shape;2983;p59"/>
                <p:cNvSpPr/>
                <p:nvPr/>
              </p:nvSpPr>
              <p:spPr>
                <a:xfrm>
                  <a:off x="4420155" y="4116490"/>
                  <a:ext cx="54493" cy="1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" h="446" extrusionOk="0">
                      <a:moveTo>
                        <a:pt x="796" y="0"/>
                      </a:moveTo>
                      <a:cubicBezTo>
                        <a:pt x="792" y="0"/>
                        <a:pt x="788" y="2"/>
                        <a:pt x="785" y="6"/>
                      </a:cubicBezTo>
                      <a:cubicBezTo>
                        <a:pt x="557" y="196"/>
                        <a:pt x="301" y="328"/>
                        <a:pt x="15" y="416"/>
                      </a:cubicBezTo>
                      <a:cubicBezTo>
                        <a:pt x="0" y="424"/>
                        <a:pt x="8" y="446"/>
                        <a:pt x="22" y="446"/>
                      </a:cubicBezTo>
                      <a:cubicBezTo>
                        <a:pt x="249" y="380"/>
                        <a:pt x="462" y="277"/>
                        <a:pt x="653" y="145"/>
                      </a:cubicBezTo>
                      <a:cubicBezTo>
                        <a:pt x="704" y="109"/>
                        <a:pt x="748" y="72"/>
                        <a:pt x="799" y="35"/>
                      </a:cubicBezTo>
                      <a:lnTo>
                        <a:pt x="1232" y="358"/>
                      </a:lnTo>
                      <a:cubicBezTo>
                        <a:pt x="1232" y="365"/>
                        <a:pt x="1237" y="369"/>
                        <a:pt x="1244" y="369"/>
                      </a:cubicBezTo>
                      <a:cubicBezTo>
                        <a:pt x="1250" y="369"/>
                        <a:pt x="1258" y="365"/>
                        <a:pt x="1261" y="358"/>
                      </a:cubicBezTo>
                      <a:cubicBezTo>
                        <a:pt x="1261" y="350"/>
                        <a:pt x="1261" y="343"/>
                        <a:pt x="1254" y="336"/>
                      </a:cubicBezTo>
                      <a:lnTo>
                        <a:pt x="807" y="6"/>
                      </a:lnTo>
                      <a:cubicBezTo>
                        <a:pt x="803" y="2"/>
                        <a:pt x="799" y="0"/>
                        <a:pt x="796" y="0"/>
                      </a:cubicBezTo>
                      <a:close/>
                    </a:path>
                  </a:pathLst>
                </a:custGeom>
                <a:solidFill>
                  <a:srgbClr val="FFFAE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4" name="Google Shape;2984;p59"/>
                <p:cNvSpPr/>
                <p:nvPr/>
              </p:nvSpPr>
              <p:spPr>
                <a:xfrm>
                  <a:off x="4444854" y="4155655"/>
                  <a:ext cx="83596" cy="93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2157" extrusionOk="0">
                      <a:moveTo>
                        <a:pt x="1122" y="1"/>
                      </a:moveTo>
                      <a:cubicBezTo>
                        <a:pt x="1034" y="1"/>
                        <a:pt x="301" y="565"/>
                        <a:pt x="220" y="661"/>
                      </a:cubicBezTo>
                      <a:cubicBezTo>
                        <a:pt x="147" y="749"/>
                        <a:pt x="0" y="1210"/>
                        <a:pt x="44" y="1276"/>
                      </a:cubicBezTo>
                      <a:cubicBezTo>
                        <a:pt x="81" y="1335"/>
                        <a:pt x="822" y="2156"/>
                        <a:pt x="930" y="2156"/>
                      </a:cubicBezTo>
                      <a:cubicBezTo>
                        <a:pt x="930" y="2156"/>
                        <a:pt x="931" y="2156"/>
                        <a:pt x="931" y="2156"/>
                      </a:cubicBezTo>
                      <a:cubicBezTo>
                        <a:pt x="1034" y="2149"/>
                        <a:pt x="1862" y="1526"/>
                        <a:pt x="1877" y="1467"/>
                      </a:cubicBezTo>
                      <a:cubicBezTo>
                        <a:pt x="1892" y="1401"/>
                        <a:pt x="1936" y="763"/>
                        <a:pt x="1906" y="705"/>
                      </a:cubicBezTo>
                      <a:cubicBezTo>
                        <a:pt x="1870" y="653"/>
                        <a:pt x="1203" y="8"/>
                        <a:pt x="112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5" name="Google Shape;2985;p59"/>
                <p:cNvSpPr/>
                <p:nvPr/>
              </p:nvSpPr>
              <p:spPr>
                <a:xfrm>
                  <a:off x="4447186" y="4186010"/>
                  <a:ext cx="37782" cy="2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" h="578" extrusionOk="0">
                      <a:moveTo>
                        <a:pt x="847" y="0"/>
                      </a:moveTo>
                      <a:cubicBezTo>
                        <a:pt x="845" y="0"/>
                        <a:pt x="843" y="1"/>
                        <a:pt x="841" y="2"/>
                      </a:cubicBezTo>
                      <a:cubicBezTo>
                        <a:pt x="547" y="155"/>
                        <a:pt x="269" y="339"/>
                        <a:pt x="12" y="544"/>
                      </a:cubicBezTo>
                      <a:cubicBezTo>
                        <a:pt x="0" y="556"/>
                        <a:pt x="8" y="577"/>
                        <a:pt x="22" y="577"/>
                      </a:cubicBezTo>
                      <a:cubicBezTo>
                        <a:pt x="26" y="577"/>
                        <a:pt x="30" y="576"/>
                        <a:pt x="34" y="573"/>
                      </a:cubicBezTo>
                      <a:cubicBezTo>
                        <a:pt x="291" y="368"/>
                        <a:pt x="562" y="185"/>
                        <a:pt x="848" y="38"/>
                      </a:cubicBezTo>
                      <a:cubicBezTo>
                        <a:pt x="874" y="25"/>
                        <a:pt x="865" y="0"/>
                        <a:pt x="847" y="0"/>
                      </a:cubicBezTo>
                      <a:close/>
                    </a:path>
                  </a:pathLst>
                </a:custGeom>
                <a:solidFill>
                  <a:srgbClr val="FFFAE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6" name="Google Shape;2986;p59"/>
                <p:cNvSpPr/>
                <p:nvPr/>
              </p:nvSpPr>
              <p:spPr>
                <a:xfrm>
                  <a:off x="4483457" y="4157554"/>
                  <a:ext cx="37523" cy="60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" h="1407" extrusionOk="0">
                      <a:moveTo>
                        <a:pt x="206" y="1"/>
                      </a:moveTo>
                      <a:cubicBezTo>
                        <a:pt x="191" y="1"/>
                        <a:pt x="184" y="8"/>
                        <a:pt x="184" y="15"/>
                      </a:cubicBezTo>
                      <a:cubicBezTo>
                        <a:pt x="125" y="235"/>
                        <a:pt x="59" y="455"/>
                        <a:pt x="1" y="683"/>
                      </a:cubicBezTo>
                      <a:cubicBezTo>
                        <a:pt x="1" y="690"/>
                        <a:pt x="8" y="697"/>
                        <a:pt x="15" y="697"/>
                      </a:cubicBezTo>
                      <a:cubicBezTo>
                        <a:pt x="331" y="873"/>
                        <a:pt x="609" y="1115"/>
                        <a:pt x="829" y="1401"/>
                      </a:cubicBezTo>
                      <a:cubicBezTo>
                        <a:pt x="833" y="1405"/>
                        <a:pt x="838" y="1407"/>
                        <a:pt x="843" y="1407"/>
                      </a:cubicBezTo>
                      <a:cubicBezTo>
                        <a:pt x="857" y="1407"/>
                        <a:pt x="869" y="1395"/>
                        <a:pt x="858" y="1379"/>
                      </a:cubicBezTo>
                      <a:cubicBezTo>
                        <a:pt x="682" y="1152"/>
                        <a:pt x="470" y="954"/>
                        <a:pt x="235" y="792"/>
                      </a:cubicBezTo>
                      <a:cubicBezTo>
                        <a:pt x="169" y="749"/>
                        <a:pt x="103" y="712"/>
                        <a:pt x="37" y="675"/>
                      </a:cubicBezTo>
                      <a:lnTo>
                        <a:pt x="213" y="30"/>
                      </a:lnTo>
                      <a:cubicBezTo>
                        <a:pt x="228" y="15"/>
                        <a:pt x="221" y="1"/>
                        <a:pt x="206" y="1"/>
                      </a:cubicBezTo>
                      <a:close/>
                    </a:path>
                  </a:pathLst>
                </a:custGeom>
                <a:solidFill>
                  <a:srgbClr val="FFFAE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7" name="Google Shape;2987;p59"/>
                <p:cNvSpPr/>
                <p:nvPr/>
              </p:nvSpPr>
              <p:spPr>
                <a:xfrm>
                  <a:off x="4580354" y="4116490"/>
                  <a:ext cx="93096" cy="820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6" h="1900" extrusionOk="0">
                      <a:moveTo>
                        <a:pt x="938" y="1"/>
                      </a:moveTo>
                      <a:cubicBezTo>
                        <a:pt x="925" y="1"/>
                        <a:pt x="916" y="2"/>
                        <a:pt x="909" y="6"/>
                      </a:cubicBezTo>
                      <a:cubicBezTo>
                        <a:pt x="851" y="43"/>
                        <a:pt x="0" y="768"/>
                        <a:pt x="0" y="864"/>
                      </a:cubicBezTo>
                      <a:cubicBezTo>
                        <a:pt x="0" y="966"/>
                        <a:pt x="594" y="1817"/>
                        <a:pt x="660" y="1831"/>
                      </a:cubicBezTo>
                      <a:cubicBezTo>
                        <a:pt x="708" y="1843"/>
                        <a:pt x="1143" y="1900"/>
                        <a:pt x="1332" y="1900"/>
                      </a:cubicBezTo>
                      <a:cubicBezTo>
                        <a:pt x="1375" y="1900"/>
                        <a:pt x="1404" y="1897"/>
                        <a:pt x="1415" y="1890"/>
                      </a:cubicBezTo>
                      <a:cubicBezTo>
                        <a:pt x="1466" y="1853"/>
                        <a:pt x="2141" y="1216"/>
                        <a:pt x="2148" y="1128"/>
                      </a:cubicBezTo>
                      <a:cubicBezTo>
                        <a:pt x="2156" y="1047"/>
                        <a:pt x="1613" y="292"/>
                        <a:pt x="1518" y="211"/>
                      </a:cubicBezTo>
                      <a:cubicBezTo>
                        <a:pt x="1438" y="145"/>
                        <a:pt x="1059" y="1"/>
                        <a:pt x="93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8" name="Google Shape;2988;p59"/>
                <p:cNvSpPr/>
                <p:nvPr/>
              </p:nvSpPr>
              <p:spPr>
                <a:xfrm>
                  <a:off x="4619129" y="4117742"/>
                  <a:ext cx="24138" cy="37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" h="875" extrusionOk="0">
                      <a:moveTo>
                        <a:pt x="26" y="0"/>
                      </a:moveTo>
                      <a:cubicBezTo>
                        <a:pt x="13" y="0"/>
                        <a:pt x="1" y="12"/>
                        <a:pt x="11" y="28"/>
                      </a:cubicBezTo>
                      <a:cubicBezTo>
                        <a:pt x="209" y="285"/>
                        <a:pt x="378" y="563"/>
                        <a:pt x="517" y="864"/>
                      </a:cubicBezTo>
                      <a:cubicBezTo>
                        <a:pt x="522" y="872"/>
                        <a:pt x="529" y="875"/>
                        <a:pt x="536" y="875"/>
                      </a:cubicBezTo>
                      <a:cubicBezTo>
                        <a:pt x="548" y="875"/>
                        <a:pt x="559" y="864"/>
                        <a:pt x="554" y="849"/>
                      </a:cubicBezTo>
                      <a:cubicBezTo>
                        <a:pt x="407" y="549"/>
                        <a:pt x="239" y="270"/>
                        <a:pt x="41" y="6"/>
                      </a:cubicBezTo>
                      <a:cubicBezTo>
                        <a:pt x="36" y="2"/>
                        <a:pt x="31" y="0"/>
                        <a:pt x="26" y="0"/>
                      </a:cubicBezTo>
                      <a:close/>
                    </a:path>
                  </a:pathLst>
                </a:custGeom>
                <a:solidFill>
                  <a:srgbClr val="FFFAE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9" name="Google Shape;2989;p59"/>
                <p:cNvSpPr/>
                <p:nvPr/>
              </p:nvSpPr>
              <p:spPr>
                <a:xfrm>
                  <a:off x="4609241" y="4154273"/>
                  <a:ext cx="62222" cy="3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1" h="841" extrusionOk="0">
                      <a:moveTo>
                        <a:pt x="758" y="0"/>
                      </a:moveTo>
                      <a:cubicBezTo>
                        <a:pt x="750" y="0"/>
                        <a:pt x="746" y="7"/>
                        <a:pt x="746" y="18"/>
                      </a:cubicBezTo>
                      <a:cubicBezTo>
                        <a:pt x="555" y="326"/>
                        <a:pt x="314" y="590"/>
                        <a:pt x="20" y="803"/>
                      </a:cubicBezTo>
                      <a:cubicBezTo>
                        <a:pt x="1" y="816"/>
                        <a:pt x="16" y="840"/>
                        <a:pt x="30" y="840"/>
                      </a:cubicBezTo>
                      <a:cubicBezTo>
                        <a:pt x="32" y="840"/>
                        <a:pt x="33" y="840"/>
                        <a:pt x="35" y="839"/>
                      </a:cubicBezTo>
                      <a:cubicBezTo>
                        <a:pt x="270" y="671"/>
                        <a:pt x="475" y="465"/>
                        <a:pt x="643" y="231"/>
                      </a:cubicBezTo>
                      <a:cubicBezTo>
                        <a:pt x="687" y="172"/>
                        <a:pt x="731" y="106"/>
                        <a:pt x="768" y="40"/>
                      </a:cubicBezTo>
                      <a:lnTo>
                        <a:pt x="1406" y="238"/>
                      </a:lnTo>
                      <a:cubicBezTo>
                        <a:pt x="1409" y="243"/>
                        <a:pt x="1414" y="246"/>
                        <a:pt x="1419" y="246"/>
                      </a:cubicBezTo>
                      <a:cubicBezTo>
                        <a:pt x="1429" y="246"/>
                        <a:pt x="1440" y="237"/>
                        <a:pt x="1435" y="223"/>
                      </a:cubicBezTo>
                      <a:cubicBezTo>
                        <a:pt x="1435" y="216"/>
                        <a:pt x="1428" y="209"/>
                        <a:pt x="1421" y="209"/>
                      </a:cubicBezTo>
                      <a:lnTo>
                        <a:pt x="768" y="3"/>
                      </a:lnTo>
                      <a:cubicBezTo>
                        <a:pt x="764" y="1"/>
                        <a:pt x="761" y="0"/>
                        <a:pt x="758" y="0"/>
                      </a:cubicBezTo>
                      <a:close/>
                    </a:path>
                  </a:pathLst>
                </a:custGeom>
                <a:solidFill>
                  <a:srgbClr val="FFFAE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0" name="Google Shape;2990;p59"/>
                <p:cNvSpPr/>
                <p:nvPr/>
              </p:nvSpPr>
              <p:spPr>
                <a:xfrm>
                  <a:off x="4324036" y="4071885"/>
                  <a:ext cx="234511" cy="226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1" h="5234" extrusionOk="0">
                      <a:moveTo>
                        <a:pt x="1973" y="0"/>
                      </a:moveTo>
                      <a:cubicBezTo>
                        <a:pt x="740" y="0"/>
                        <a:pt x="0" y="2822"/>
                        <a:pt x="1420" y="4324"/>
                      </a:cubicBezTo>
                      <a:cubicBezTo>
                        <a:pt x="2044" y="4984"/>
                        <a:pt x="2798" y="5234"/>
                        <a:pt x="3477" y="5234"/>
                      </a:cubicBezTo>
                      <a:cubicBezTo>
                        <a:pt x="4447" y="5234"/>
                        <a:pt x="5261" y="4722"/>
                        <a:pt x="5313" y="4170"/>
                      </a:cubicBezTo>
                      <a:cubicBezTo>
                        <a:pt x="5430" y="2908"/>
                        <a:pt x="3348" y="3268"/>
                        <a:pt x="2981" y="2645"/>
                      </a:cubicBezTo>
                      <a:cubicBezTo>
                        <a:pt x="2761" y="2285"/>
                        <a:pt x="3429" y="445"/>
                        <a:pt x="2256" y="49"/>
                      </a:cubicBezTo>
                      <a:cubicBezTo>
                        <a:pt x="2159" y="16"/>
                        <a:pt x="2064" y="0"/>
                        <a:pt x="197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991" name="Google Shape;2991;p59"/>
            <p:cNvSpPr/>
            <p:nvPr/>
          </p:nvSpPr>
          <p:spPr>
            <a:xfrm>
              <a:off x="9534970" y="4255259"/>
              <a:ext cx="82354" cy="55206"/>
            </a:xfrm>
            <a:custGeom>
              <a:avLst/>
              <a:gdLst/>
              <a:ahLst/>
              <a:cxnLst/>
              <a:rect l="l" t="t" r="r" b="b"/>
              <a:pathLst>
                <a:path w="1086" h="728" extrusionOk="0">
                  <a:moveTo>
                    <a:pt x="837" y="1"/>
                  </a:moveTo>
                  <a:cubicBezTo>
                    <a:pt x="830" y="1"/>
                    <a:pt x="822" y="1"/>
                    <a:pt x="815" y="2"/>
                  </a:cubicBezTo>
                  <a:cubicBezTo>
                    <a:pt x="741" y="2"/>
                    <a:pt x="668" y="31"/>
                    <a:pt x="617" y="90"/>
                  </a:cubicBezTo>
                  <a:cubicBezTo>
                    <a:pt x="573" y="149"/>
                    <a:pt x="543" y="215"/>
                    <a:pt x="529" y="281"/>
                  </a:cubicBezTo>
                  <a:cubicBezTo>
                    <a:pt x="492" y="237"/>
                    <a:pt x="433" y="200"/>
                    <a:pt x="375" y="178"/>
                  </a:cubicBezTo>
                  <a:cubicBezTo>
                    <a:pt x="348" y="170"/>
                    <a:pt x="320" y="166"/>
                    <a:pt x="292" y="166"/>
                  </a:cubicBezTo>
                  <a:cubicBezTo>
                    <a:pt x="240" y="166"/>
                    <a:pt x="187" y="179"/>
                    <a:pt x="140" y="207"/>
                  </a:cubicBezTo>
                  <a:cubicBezTo>
                    <a:pt x="82" y="244"/>
                    <a:pt x="38" y="303"/>
                    <a:pt x="23" y="369"/>
                  </a:cubicBezTo>
                  <a:cubicBezTo>
                    <a:pt x="1" y="523"/>
                    <a:pt x="140" y="691"/>
                    <a:pt x="155" y="706"/>
                  </a:cubicBezTo>
                  <a:cubicBezTo>
                    <a:pt x="162" y="721"/>
                    <a:pt x="177" y="728"/>
                    <a:pt x="199" y="728"/>
                  </a:cubicBezTo>
                  <a:cubicBezTo>
                    <a:pt x="206" y="728"/>
                    <a:pt x="221" y="721"/>
                    <a:pt x="228" y="713"/>
                  </a:cubicBezTo>
                  <a:cubicBezTo>
                    <a:pt x="257" y="699"/>
                    <a:pt x="257" y="662"/>
                    <a:pt x="235" y="640"/>
                  </a:cubicBezTo>
                  <a:cubicBezTo>
                    <a:pt x="177" y="567"/>
                    <a:pt x="140" y="479"/>
                    <a:pt x="133" y="391"/>
                  </a:cubicBezTo>
                  <a:cubicBezTo>
                    <a:pt x="140" y="354"/>
                    <a:pt x="170" y="325"/>
                    <a:pt x="199" y="310"/>
                  </a:cubicBezTo>
                  <a:cubicBezTo>
                    <a:pt x="228" y="290"/>
                    <a:pt x="261" y="281"/>
                    <a:pt x="294" y="281"/>
                  </a:cubicBezTo>
                  <a:cubicBezTo>
                    <a:pt x="311" y="281"/>
                    <a:pt x="328" y="283"/>
                    <a:pt x="345" y="288"/>
                  </a:cubicBezTo>
                  <a:cubicBezTo>
                    <a:pt x="455" y="317"/>
                    <a:pt x="529" y="471"/>
                    <a:pt x="529" y="471"/>
                  </a:cubicBezTo>
                  <a:cubicBezTo>
                    <a:pt x="538" y="495"/>
                    <a:pt x="557" y="505"/>
                    <a:pt x="577" y="505"/>
                  </a:cubicBezTo>
                  <a:cubicBezTo>
                    <a:pt x="606" y="505"/>
                    <a:pt x="636" y="482"/>
                    <a:pt x="631" y="442"/>
                  </a:cubicBezTo>
                  <a:cubicBezTo>
                    <a:pt x="624" y="339"/>
                    <a:pt x="646" y="244"/>
                    <a:pt x="697" y="163"/>
                  </a:cubicBezTo>
                  <a:cubicBezTo>
                    <a:pt x="727" y="127"/>
                    <a:pt x="771" y="112"/>
                    <a:pt x="815" y="112"/>
                  </a:cubicBezTo>
                  <a:cubicBezTo>
                    <a:pt x="820" y="111"/>
                    <a:pt x="825" y="110"/>
                    <a:pt x="831" y="110"/>
                  </a:cubicBezTo>
                  <a:cubicBezTo>
                    <a:pt x="855" y="110"/>
                    <a:pt x="877" y="122"/>
                    <a:pt x="895" y="134"/>
                  </a:cubicBezTo>
                  <a:cubicBezTo>
                    <a:pt x="947" y="207"/>
                    <a:pt x="969" y="295"/>
                    <a:pt x="961" y="383"/>
                  </a:cubicBezTo>
                  <a:cubicBezTo>
                    <a:pt x="961" y="413"/>
                    <a:pt x="983" y="435"/>
                    <a:pt x="1013" y="442"/>
                  </a:cubicBezTo>
                  <a:cubicBezTo>
                    <a:pt x="1042" y="442"/>
                    <a:pt x="1064" y="420"/>
                    <a:pt x="1071" y="391"/>
                  </a:cubicBezTo>
                  <a:cubicBezTo>
                    <a:pt x="1079" y="361"/>
                    <a:pt x="1086" y="163"/>
                    <a:pt x="983" y="61"/>
                  </a:cubicBezTo>
                  <a:cubicBezTo>
                    <a:pt x="945" y="22"/>
                    <a:pt x="890" y="1"/>
                    <a:pt x="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59"/>
            <p:cNvSpPr/>
            <p:nvPr/>
          </p:nvSpPr>
          <p:spPr>
            <a:xfrm>
              <a:off x="9576678" y="4348457"/>
              <a:ext cx="79624" cy="62107"/>
            </a:xfrm>
            <a:custGeom>
              <a:avLst/>
              <a:gdLst/>
              <a:ahLst/>
              <a:cxnLst/>
              <a:rect l="l" t="t" r="r" b="b"/>
              <a:pathLst>
                <a:path w="1050" h="819" extrusionOk="0">
                  <a:moveTo>
                    <a:pt x="284" y="0"/>
                  </a:moveTo>
                  <a:cubicBezTo>
                    <a:pt x="240" y="0"/>
                    <a:pt x="200" y="13"/>
                    <a:pt x="162" y="41"/>
                  </a:cubicBezTo>
                  <a:cubicBezTo>
                    <a:pt x="30" y="129"/>
                    <a:pt x="8" y="342"/>
                    <a:pt x="8" y="364"/>
                  </a:cubicBezTo>
                  <a:cubicBezTo>
                    <a:pt x="1" y="393"/>
                    <a:pt x="23" y="423"/>
                    <a:pt x="52" y="423"/>
                  </a:cubicBezTo>
                  <a:cubicBezTo>
                    <a:pt x="57" y="424"/>
                    <a:pt x="61" y="424"/>
                    <a:pt x="66" y="424"/>
                  </a:cubicBezTo>
                  <a:cubicBezTo>
                    <a:pt x="94" y="424"/>
                    <a:pt x="112" y="403"/>
                    <a:pt x="118" y="371"/>
                  </a:cubicBezTo>
                  <a:cubicBezTo>
                    <a:pt x="118" y="283"/>
                    <a:pt x="162" y="195"/>
                    <a:pt x="221" y="129"/>
                  </a:cubicBezTo>
                  <a:cubicBezTo>
                    <a:pt x="239" y="116"/>
                    <a:pt x="264" y="110"/>
                    <a:pt x="289" y="110"/>
                  </a:cubicBezTo>
                  <a:cubicBezTo>
                    <a:pt x="303" y="110"/>
                    <a:pt x="317" y="112"/>
                    <a:pt x="331" y="115"/>
                  </a:cubicBezTo>
                  <a:cubicBezTo>
                    <a:pt x="375" y="129"/>
                    <a:pt x="419" y="166"/>
                    <a:pt x="441" y="210"/>
                  </a:cubicBezTo>
                  <a:cubicBezTo>
                    <a:pt x="470" y="291"/>
                    <a:pt x="470" y="386"/>
                    <a:pt x="441" y="474"/>
                  </a:cubicBezTo>
                  <a:cubicBezTo>
                    <a:pt x="430" y="511"/>
                    <a:pt x="461" y="540"/>
                    <a:pt x="496" y="540"/>
                  </a:cubicBezTo>
                  <a:cubicBezTo>
                    <a:pt x="509" y="540"/>
                    <a:pt x="524" y="536"/>
                    <a:pt x="536" y="525"/>
                  </a:cubicBezTo>
                  <a:cubicBezTo>
                    <a:pt x="595" y="452"/>
                    <a:pt x="683" y="401"/>
                    <a:pt x="778" y="379"/>
                  </a:cubicBezTo>
                  <a:cubicBezTo>
                    <a:pt x="822" y="379"/>
                    <a:pt x="873" y="393"/>
                    <a:pt x="903" y="430"/>
                  </a:cubicBezTo>
                  <a:cubicBezTo>
                    <a:pt x="925" y="445"/>
                    <a:pt x="939" y="474"/>
                    <a:pt x="939" y="503"/>
                  </a:cubicBezTo>
                  <a:cubicBezTo>
                    <a:pt x="917" y="591"/>
                    <a:pt x="873" y="665"/>
                    <a:pt x="807" y="723"/>
                  </a:cubicBezTo>
                  <a:cubicBezTo>
                    <a:pt x="771" y="753"/>
                    <a:pt x="793" y="819"/>
                    <a:pt x="844" y="819"/>
                  </a:cubicBezTo>
                  <a:cubicBezTo>
                    <a:pt x="859" y="811"/>
                    <a:pt x="873" y="811"/>
                    <a:pt x="881" y="797"/>
                  </a:cubicBezTo>
                  <a:cubicBezTo>
                    <a:pt x="895" y="782"/>
                    <a:pt x="1049" y="650"/>
                    <a:pt x="1049" y="503"/>
                  </a:cubicBezTo>
                  <a:cubicBezTo>
                    <a:pt x="1049" y="445"/>
                    <a:pt x="1020" y="386"/>
                    <a:pt x="976" y="342"/>
                  </a:cubicBezTo>
                  <a:cubicBezTo>
                    <a:pt x="925" y="291"/>
                    <a:pt x="844" y="261"/>
                    <a:pt x="771" y="261"/>
                  </a:cubicBezTo>
                  <a:cubicBezTo>
                    <a:pt x="697" y="269"/>
                    <a:pt x="631" y="298"/>
                    <a:pt x="573" y="335"/>
                  </a:cubicBezTo>
                  <a:cubicBezTo>
                    <a:pt x="580" y="276"/>
                    <a:pt x="565" y="210"/>
                    <a:pt x="543" y="151"/>
                  </a:cubicBezTo>
                  <a:cubicBezTo>
                    <a:pt x="499" y="78"/>
                    <a:pt x="433" y="27"/>
                    <a:pt x="360" y="12"/>
                  </a:cubicBezTo>
                  <a:cubicBezTo>
                    <a:pt x="334" y="4"/>
                    <a:pt x="308" y="0"/>
                    <a:pt x="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59"/>
            <p:cNvSpPr/>
            <p:nvPr/>
          </p:nvSpPr>
          <p:spPr>
            <a:xfrm>
              <a:off x="10014838" y="4457883"/>
              <a:ext cx="24494" cy="18048"/>
            </a:xfrm>
            <a:custGeom>
              <a:avLst/>
              <a:gdLst/>
              <a:ahLst/>
              <a:cxnLst/>
              <a:rect l="l" t="t" r="r" b="b"/>
              <a:pathLst>
                <a:path w="323" h="238" extrusionOk="0">
                  <a:moveTo>
                    <a:pt x="221" y="1"/>
                  </a:moveTo>
                  <a:cubicBezTo>
                    <a:pt x="204" y="1"/>
                    <a:pt x="187" y="10"/>
                    <a:pt x="176" y="28"/>
                  </a:cubicBezTo>
                  <a:cubicBezTo>
                    <a:pt x="154" y="43"/>
                    <a:pt x="147" y="65"/>
                    <a:pt x="125" y="72"/>
                  </a:cubicBezTo>
                  <a:cubicBezTo>
                    <a:pt x="103" y="87"/>
                    <a:pt x="81" y="94"/>
                    <a:pt x="59" y="102"/>
                  </a:cubicBezTo>
                  <a:cubicBezTo>
                    <a:pt x="37" y="102"/>
                    <a:pt x="22" y="116"/>
                    <a:pt x="15" y="131"/>
                  </a:cubicBezTo>
                  <a:cubicBezTo>
                    <a:pt x="0" y="153"/>
                    <a:pt x="15" y="182"/>
                    <a:pt x="30" y="197"/>
                  </a:cubicBezTo>
                  <a:cubicBezTo>
                    <a:pt x="52" y="211"/>
                    <a:pt x="74" y="219"/>
                    <a:pt x="96" y="226"/>
                  </a:cubicBezTo>
                  <a:cubicBezTo>
                    <a:pt x="121" y="233"/>
                    <a:pt x="147" y="237"/>
                    <a:pt x="172" y="237"/>
                  </a:cubicBezTo>
                  <a:cubicBezTo>
                    <a:pt x="196" y="237"/>
                    <a:pt x="220" y="233"/>
                    <a:pt x="242" y="226"/>
                  </a:cubicBezTo>
                  <a:cubicBezTo>
                    <a:pt x="315" y="182"/>
                    <a:pt x="323" y="87"/>
                    <a:pt x="271" y="28"/>
                  </a:cubicBezTo>
                  <a:cubicBezTo>
                    <a:pt x="257" y="10"/>
                    <a:pt x="238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4" name="Google Shape;2994;p59"/>
            <p:cNvGrpSpPr/>
            <p:nvPr/>
          </p:nvGrpSpPr>
          <p:grpSpPr>
            <a:xfrm>
              <a:off x="9415458" y="4223182"/>
              <a:ext cx="727310" cy="479261"/>
              <a:chOff x="9415458" y="4223182"/>
              <a:chExt cx="727310" cy="479261"/>
            </a:xfrm>
          </p:grpSpPr>
          <p:sp>
            <p:nvSpPr>
              <p:cNvPr id="2995" name="Google Shape;2995;p59"/>
              <p:cNvSpPr/>
              <p:nvPr/>
            </p:nvSpPr>
            <p:spPr>
              <a:xfrm>
                <a:off x="9427439" y="4223182"/>
                <a:ext cx="703422" cy="479261"/>
              </a:xfrm>
              <a:custGeom>
                <a:avLst/>
                <a:gdLst/>
                <a:ahLst/>
                <a:cxnLst/>
                <a:rect l="l" t="t" r="r" b="b"/>
                <a:pathLst>
                  <a:path w="9276" h="6320" extrusionOk="0">
                    <a:moveTo>
                      <a:pt x="2614" y="0"/>
                    </a:moveTo>
                    <a:cubicBezTo>
                      <a:pt x="2498" y="0"/>
                      <a:pt x="2382" y="8"/>
                      <a:pt x="2266" y="22"/>
                    </a:cubicBezTo>
                    <a:cubicBezTo>
                      <a:pt x="1885" y="66"/>
                      <a:pt x="1519" y="176"/>
                      <a:pt x="1167" y="337"/>
                    </a:cubicBezTo>
                    <a:cubicBezTo>
                      <a:pt x="404" y="682"/>
                      <a:pt x="1" y="1540"/>
                      <a:pt x="228" y="2353"/>
                    </a:cubicBezTo>
                    <a:cubicBezTo>
                      <a:pt x="235" y="2390"/>
                      <a:pt x="250" y="2427"/>
                      <a:pt x="257" y="2463"/>
                    </a:cubicBezTo>
                    <a:lnTo>
                      <a:pt x="257" y="2478"/>
                    </a:lnTo>
                    <a:cubicBezTo>
                      <a:pt x="272" y="2515"/>
                      <a:pt x="287" y="2551"/>
                      <a:pt x="301" y="2588"/>
                    </a:cubicBezTo>
                    <a:cubicBezTo>
                      <a:pt x="316" y="2632"/>
                      <a:pt x="338" y="2669"/>
                      <a:pt x="360" y="2705"/>
                    </a:cubicBezTo>
                    <a:cubicBezTo>
                      <a:pt x="360" y="2705"/>
                      <a:pt x="360" y="2713"/>
                      <a:pt x="360" y="2713"/>
                    </a:cubicBezTo>
                    <a:cubicBezTo>
                      <a:pt x="375" y="2742"/>
                      <a:pt x="397" y="2779"/>
                      <a:pt x="411" y="2808"/>
                    </a:cubicBezTo>
                    <a:lnTo>
                      <a:pt x="433" y="2837"/>
                    </a:lnTo>
                    <a:cubicBezTo>
                      <a:pt x="448" y="2859"/>
                      <a:pt x="463" y="2881"/>
                      <a:pt x="477" y="2903"/>
                    </a:cubicBezTo>
                    <a:cubicBezTo>
                      <a:pt x="492" y="2918"/>
                      <a:pt x="499" y="2925"/>
                      <a:pt x="507" y="2940"/>
                    </a:cubicBezTo>
                    <a:cubicBezTo>
                      <a:pt x="521" y="2962"/>
                      <a:pt x="543" y="2984"/>
                      <a:pt x="558" y="3006"/>
                    </a:cubicBezTo>
                    <a:cubicBezTo>
                      <a:pt x="580" y="3028"/>
                      <a:pt x="573" y="3028"/>
                      <a:pt x="587" y="3035"/>
                    </a:cubicBezTo>
                    <a:cubicBezTo>
                      <a:pt x="609" y="3065"/>
                      <a:pt x="639" y="3101"/>
                      <a:pt x="668" y="3131"/>
                    </a:cubicBezTo>
                    <a:cubicBezTo>
                      <a:pt x="749" y="3204"/>
                      <a:pt x="822" y="3277"/>
                      <a:pt x="903" y="3350"/>
                    </a:cubicBezTo>
                    <a:lnTo>
                      <a:pt x="961" y="3409"/>
                    </a:lnTo>
                    <a:cubicBezTo>
                      <a:pt x="1027" y="3460"/>
                      <a:pt x="1079" y="3519"/>
                      <a:pt x="1137" y="3570"/>
                    </a:cubicBezTo>
                    <a:lnTo>
                      <a:pt x="1225" y="3644"/>
                    </a:lnTo>
                    <a:cubicBezTo>
                      <a:pt x="1277" y="3688"/>
                      <a:pt x="1328" y="3739"/>
                      <a:pt x="1379" y="3783"/>
                    </a:cubicBezTo>
                    <a:lnTo>
                      <a:pt x="1475" y="3864"/>
                    </a:lnTo>
                    <a:lnTo>
                      <a:pt x="1621" y="3988"/>
                    </a:lnTo>
                    <a:lnTo>
                      <a:pt x="1724" y="4069"/>
                    </a:lnTo>
                    <a:cubicBezTo>
                      <a:pt x="1775" y="4113"/>
                      <a:pt x="1826" y="4150"/>
                      <a:pt x="1870" y="4186"/>
                    </a:cubicBezTo>
                    <a:lnTo>
                      <a:pt x="1980" y="4274"/>
                    </a:lnTo>
                    <a:lnTo>
                      <a:pt x="2127" y="4384"/>
                    </a:lnTo>
                    <a:lnTo>
                      <a:pt x="2237" y="4472"/>
                    </a:lnTo>
                    <a:lnTo>
                      <a:pt x="2384" y="4575"/>
                    </a:lnTo>
                    <a:lnTo>
                      <a:pt x="2501" y="4656"/>
                    </a:lnTo>
                    <a:lnTo>
                      <a:pt x="2640" y="4758"/>
                    </a:lnTo>
                    <a:lnTo>
                      <a:pt x="2765" y="4839"/>
                    </a:lnTo>
                    <a:cubicBezTo>
                      <a:pt x="2816" y="4875"/>
                      <a:pt x="2860" y="4905"/>
                      <a:pt x="2912" y="4934"/>
                    </a:cubicBezTo>
                    <a:lnTo>
                      <a:pt x="3036" y="5015"/>
                    </a:lnTo>
                    <a:lnTo>
                      <a:pt x="3183" y="5110"/>
                    </a:lnTo>
                    <a:cubicBezTo>
                      <a:pt x="3227" y="5132"/>
                      <a:pt x="3271" y="5161"/>
                      <a:pt x="3307" y="5183"/>
                    </a:cubicBezTo>
                    <a:cubicBezTo>
                      <a:pt x="3351" y="5213"/>
                      <a:pt x="3410" y="5242"/>
                      <a:pt x="3454" y="5279"/>
                    </a:cubicBezTo>
                    <a:cubicBezTo>
                      <a:pt x="3505" y="5308"/>
                      <a:pt x="3549" y="5330"/>
                      <a:pt x="3586" y="5352"/>
                    </a:cubicBezTo>
                    <a:lnTo>
                      <a:pt x="3740" y="5440"/>
                    </a:lnTo>
                    <a:lnTo>
                      <a:pt x="3872" y="5506"/>
                    </a:lnTo>
                    <a:lnTo>
                      <a:pt x="4026" y="5587"/>
                    </a:lnTo>
                    <a:lnTo>
                      <a:pt x="4158" y="5660"/>
                    </a:lnTo>
                    <a:lnTo>
                      <a:pt x="4312" y="5733"/>
                    </a:lnTo>
                    <a:lnTo>
                      <a:pt x="4451" y="5799"/>
                    </a:lnTo>
                    <a:lnTo>
                      <a:pt x="4605" y="5873"/>
                    </a:lnTo>
                    <a:lnTo>
                      <a:pt x="4752" y="5939"/>
                    </a:lnTo>
                    <a:lnTo>
                      <a:pt x="4891" y="5997"/>
                    </a:lnTo>
                    <a:lnTo>
                      <a:pt x="4906" y="6005"/>
                    </a:lnTo>
                    <a:lnTo>
                      <a:pt x="4928" y="6012"/>
                    </a:lnTo>
                    <a:cubicBezTo>
                      <a:pt x="5405" y="6216"/>
                      <a:pt x="5917" y="6319"/>
                      <a:pt x="6429" y="6319"/>
                    </a:cubicBezTo>
                    <a:cubicBezTo>
                      <a:pt x="6798" y="6319"/>
                      <a:pt x="7167" y="6266"/>
                      <a:pt x="7523" y="6159"/>
                    </a:cubicBezTo>
                    <a:lnTo>
                      <a:pt x="7538" y="6159"/>
                    </a:lnTo>
                    <a:cubicBezTo>
                      <a:pt x="7611" y="6137"/>
                      <a:pt x="7685" y="6107"/>
                      <a:pt x="7751" y="6085"/>
                    </a:cubicBezTo>
                    <a:cubicBezTo>
                      <a:pt x="7787" y="6071"/>
                      <a:pt x="7824" y="6063"/>
                      <a:pt x="7861" y="6049"/>
                    </a:cubicBezTo>
                    <a:cubicBezTo>
                      <a:pt x="7970" y="6005"/>
                      <a:pt x="8073" y="5961"/>
                      <a:pt x="8176" y="5917"/>
                    </a:cubicBezTo>
                    <a:cubicBezTo>
                      <a:pt x="8212" y="5895"/>
                      <a:pt x="8249" y="5873"/>
                      <a:pt x="8286" y="5858"/>
                    </a:cubicBezTo>
                    <a:lnTo>
                      <a:pt x="8322" y="5836"/>
                    </a:lnTo>
                    <a:cubicBezTo>
                      <a:pt x="8344" y="5821"/>
                      <a:pt x="8374" y="5807"/>
                      <a:pt x="8396" y="5785"/>
                    </a:cubicBezTo>
                    <a:lnTo>
                      <a:pt x="8425" y="5770"/>
                    </a:lnTo>
                    <a:cubicBezTo>
                      <a:pt x="8491" y="5719"/>
                      <a:pt x="8557" y="5667"/>
                      <a:pt x="8616" y="5609"/>
                    </a:cubicBezTo>
                    <a:lnTo>
                      <a:pt x="8630" y="5594"/>
                    </a:lnTo>
                    <a:cubicBezTo>
                      <a:pt x="8652" y="5572"/>
                      <a:pt x="8682" y="5543"/>
                      <a:pt x="8704" y="5513"/>
                    </a:cubicBezTo>
                    <a:lnTo>
                      <a:pt x="8726" y="5506"/>
                    </a:lnTo>
                    <a:cubicBezTo>
                      <a:pt x="9276" y="4846"/>
                      <a:pt x="9202" y="3871"/>
                      <a:pt x="8557" y="3306"/>
                    </a:cubicBezTo>
                    <a:cubicBezTo>
                      <a:pt x="7127" y="2075"/>
                      <a:pt x="5536" y="1056"/>
                      <a:pt x="3828" y="271"/>
                    </a:cubicBezTo>
                    <a:cubicBezTo>
                      <a:pt x="3443" y="93"/>
                      <a:pt x="3031" y="0"/>
                      <a:pt x="26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143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14300" dist="47625" dir="2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59"/>
              <p:cNvSpPr/>
              <p:nvPr/>
            </p:nvSpPr>
            <p:spPr>
              <a:xfrm>
                <a:off x="9415458" y="4223182"/>
                <a:ext cx="727310" cy="479034"/>
              </a:xfrm>
              <a:custGeom>
                <a:avLst/>
                <a:gdLst/>
                <a:ahLst/>
                <a:cxnLst/>
                <a:rect l="l" t="t" r="r" b="b"/>
                <a:pathLst>
                  <a:path w="9591" h="6317" extrusionOk="0">
                    <a:moveTo>
                      <a:pt x="2794" y="0"/>
                    </a:moveTo>
                    <a:cubicBezTo>
                      <a:pt x="2679" y="0"/>
                      <a:pt x="2564" y="8"/>
                      <a:pt x="2449" y="22"/>
                    </a:cubicBezTo>
                    <a:cubicBezTo>
                      <a:pt x="2068" y="66"/>
                      <a:pt x="1694" y="176"/>
                      <a:pt x="1350" y="330"/>
                    </a:cubicBezTo>
                    <a:cubicBezTo>
                      <a:pt x="250" y="836"/>
                      <a:pt x="1" y="2287"/>
                      <a:pt x="866" y="3138"/>
                    </a:cubicBezTo>
                    <a:cubicBezTo>
                      <a:pt x="2075" y="4348"/>
                      <a:pt x="3505" y="5315"/>
                      <a:pt x="5081" y="5997"/>
                    </a:cubicBezTo>
                    <a:cubicBezTo>
                      <a:pt x="5567" y="6210"/>
                      <a:pt x="6088" y="6317"/>
                      <a:pt x="6610" y="6317"/>
                    </a:cubicBezTo>
                    <a:cubicBezTo>
                      <a:pt x="6986" y="6317"/>
                      <a:pt x="7363" y="6262"/>
                      <a:pt x="7728" y="6151"/>
                    </a:cubicBezTo>
                    <a:cubicBezTo>
                      <a:pt x="7948" y="6085"/>
                      <a:pt x="8161" y="6005"/>
                      <a:pt x="8366" y="5909"/>
                    </a:cubicBezTo>
                    <a:cubicBezTo>
                      <a:pt x="9400" y="5433"/>
                      <a:pt x="9591" y="4047"/>
                      <a:pt x="8740" y="3299"/>
                    </a:cubicBezTo>
                    <a:cubicBezTo>
                      <a:pt x="7310" y="2075"/>
                      <a:pt x="5719" y="1056"/>
                      <a:pt x="4004" y="271"/>
                    </a:cubicBezTo>
                    <a:cubicBezTo>
                      <a:pt x="3625" y="93"/>
                      <a:pt x="3209" y="0"/>
                      <a:pt x="27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59"/>
              <p:cNvSpPr/>
              <p:nvPr/>
            </p:nvSpPr>
            <p:spPr>
              <a:xfrm>
                <a:off x="9431610" y="4318200"/>
                <a:ext cx="695612" cy="384243"/>
              </a:xfrm>
              <a:custGeom>
                <a:avLst/>
                <a:gdLst/>
                <a:ahLst/>
                <a:cxnLst/>
                <a:rect l="l" t="t" r="r" b="b"/>
                <a:pathLst>
                  <a:path w="9173" h="5067" extrusionOk="0">
                    <a:moveTo>
                      <a:pt x="257" y="1"/>
                    </a:moveTo>
                    <a:lnTo>
                      <a:pt x="257" y="1"/>
                    </a:lnTo>
                    <a:cubicBezTo>
                      <a:pt x="0" y="653"/>
                      <a:pt x="154" y="1394"/>
                      <a:pt x="653" y="1885"/>
                    </a:cubicBezTo>
                    <a:cubicBezTo>
                      <a:pt x="1877" y="3102"/>
                      <a:pt x="3321" y="4077"/>
                      <a:pt x="4912" y="4759"/>
                    </a:cubicBezTo>
                    <a:cubicBezTo>
                      <a:pt x="5390" y="4963"/>
                      <a:pt x="5899" y="5066"/>
                      <a:pt x="6411" y="5066"/>
                    </a:cubicBezTo>
                    <a:cubicBezTo>
                      <a:pt x="6779" y="5066"/>
                      <a:pt x="7149" y="5013"/>
                      <a:pt x="7508" y="4906"/>
                    </a:cubicBezTo>
                    <a:cubicBezTo>
                      <a:pt x="7728" y="4840"/>
                      <a:pt x="7948" y="4752"/>
                      <a:pt x="8160" y="4656"/>
                    </a:cubicBezTo>
                    <a:cubicBezTo>
                      <a:pt x="8806" y="4356"/>
                      <a:pt x="9172" y="3652"/>
                      <a:pt x="9040" y="2948"/>
                    </a:cubicBezTo>
                    <a:cubicBezTo>
                      <a:pt x="9033" y="2919"/>
                      <a:pt x="9026" y="2889"/>
                      <a:pt x="9018" y="2860"/>
                    </a:cubicBezTo>
                    <a:cubicBezTo>
                      <a:pt x="8936" y="2578"/>
                      <a:pt x="8651" y="2465"/>
                      <a:pt x="8282" y="2465"/>
                    </a:cubicBezTo>
                    <a:cubicBezTo>
                      <a:pt x="7729" y="2465"/>
                      <a:pt x="6988" y="2717"/>
                      <a:pt x="6452" y="3029"/>
                    </a:cubicBezTo>
                    <a:cubicBezTo>
                      <a:pt x="6342" y="3095"/>
                      <a:pt x="6240" y="3183"/>
                      <a:pt x="6159" y="3278"/>
                    </a:cubicBezTo>
                    <a:cubicBezTo>
                      <a:pt x="6137" y="3300"/>
                      <a:pt x="6122" y="3322"/>
                      <a:pt x="6100" y="3344"/>
                    </a:cubicBezTo>
                    <a:cubicBezTo>
                      <a:pt x="5932" y="3509"/>
                      <a:pt x="5713" y="3590"/>
                      <a:pt x="5493" y="3590"/>
                    </a:cubicBezTo>
                    <a:cubicBezTo>
                      <a:pt x="5243" y="3590"/>
                      <a:pt x="4993" y="3485"/>
                      <a:pt x="4817" y="3278"/>
                    </a:cubicBezTo>
                    <a:cubicBezTo>
                      <a:pt x="4275" y="2655"/>
                      <a:pt x="3065" y="1665"/>
                      <a:pt x="1159" y="1034"/>
                    </a:cubicBezTo>
                    <a:cubicBezTo>
                      <a:pt x="704" y="873"/>
                      <a:pt x="359" y="484"/>
                      <a:pt x="257" y="15"/>
                    </a:cubicBezTo>
                    <a:lnTo>
                      <a:pt x="2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59"/>
              <p:cNvSpPr/>
              <p:nvPr/>
            </p:nvSpPr>
            <p:spPr>
              <a:xfrm>
                <a:off x="9898587" y="4499591"/>
                <a:ext cx="79017" cy="62789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828" extrusionOk="0">
                    <a:moveTo>
                      <a:pt x="772" y="0"/>
                    </a:moveTo>
                    <a:cubicBezTo>
                      <a:pt x="757" y="0"/>
                      <a:pt x="742" y="2"/>
                      <a:pt x="727" y="6"/>
                    </a:cubicBezTo>
                    <a:cubicBezTo>
                      <a:pt x="646" y="21"/>
                      <a:pt x="580" y="65"/>
                      <a:pt x="543" y="131"/>
                    </a:cubicBezTo>
                    <a:cubicBezTo>
                      <a:pt x="507" y="189"/>
                      <a:pt x="485" y="263"/>
                      <a:pt x="485" y="329"/>
                    </a:cubicBezTo>
                    <a:cubicBezTo>
                      <a:pt x="441" y="292"/>
                      <a:pt x="382" y="263"/>
                      <a:pt x="316" y="248"/>
                    </a:cubicBezTo>
                    <a:cubicBezTo>
                      <a:pt x="306" y="247"/>
                      <a:pt x="296" y="247"/>
                      <a:pt x="286" y="247"/>
                    </a:cubicBezTo>
                    <a:cubicBezTo>
                      <a:pt x="216" y="247"/>
                      <a:pt x="147" y="269"/>
                      <a:pt x="89" y="314"/>
                    </a:cubicBezTo>
                    <a:cubicBezTo>
                      <a:pt x="38" y="358"/>
                      <a:pt x="1" y="424"/>
                      <a:pt x="1" y="497"/>
                    </a:cubicBezTo>
                    <a:cubicBezTo>
                      <a:pt x="1" y="651"/>
                      <a:pt x="155" y="798"/>
                      <a:pt x="177" y="813"/>
                    </a:cubicBezTo>
                    <a:cubicBezTo>
                      <a:pt x="184" y="820"/>
                      <a:pt x="199" y="820"/>
                      <a:pt x="213" y="827"/>
                    </a:cubicBezTo>
                    <a:lnTo>
                      <a:pt x="213" y="820"/>
                    </a:lnTo>
                    <a:cubicBezTo>
                      <a:pt x="265" y="820"/>
                      <a:pt x="287" y="761"/>
                      <a:pt x="250" y="725"/>
                    </a:cubicBezTo>
                    <a:cubicBezTo>
                      <a:pt x="177" y="666"/>
                      <a:pt x="125" y="585"/>
                      <a:pt x="111" y="497"/>
                    </a:cubicBezTo>
                    <a:cubicBezTo>
                      <a:pt x="111" y="461"/>
                      <a:pt x="133" y="424"/>
                      <a:pt x="162" y="402"/>
                    </a:cubicBezTo>
                    <a:cubicBezTo>
                      <a:pt x="199" y="373"/>
                      <a:pt x="250" y="358"/>
                      <a:pt x="301" y="358"/>
                    </a:cubicBezTo>
                    <a:cubicBezTo>
                      <a:pt x="382" y="387"/>
                      <a:pt x="463" y="446"/>
                      <a:pt x="507" y="519"/>
                    </a:cubicBezTo>
                    <a:cubicBezTo>
                      <a:pt x="523" y="536"/>
                      <a:pt x="540" y="544"/>
                      <a:pt x="559" y="544"/>
                    </a:cubicBezTo>
                    <a:cubicBezTo>
                      <a:pt x="566" y="544"/>
                      <a:pt x="573" y="543"/>
                      <a:pt x="580" y="541"/>
                    </a:cubicBezTo>
                    <a:cubicBezTo>
                      <a:pt x="602" y="527"/>
                      <a:pt x="617" y="497"/>
                      <a:pt x="609" y="475"/>
                    </a:cubicBezTo>
                    <a:cubicBezTo>
                      <a:pt x="587" y="380"/>
                      <a:pt x="595" y="277"/>
                      <a:pt x="631" y="189"/>
                    </a:cubicBezTo>
                    <a:cubicBezTo>
                      <a:pt x="661" y="145"/>
                      <a:pt x="697" y="123"/>
                      <a:pt x="749" y="116"/>
                    </a:cubicBezTo>
                    <a:cubicBezTo>
                      <a:pt x="755" y="114"/>
                      <a:pt x="762" y="113"/>
                      <a:pt x="769" y="113"/>
                    </a:cubicBezTo>
                    <a:cubicBezTo>
                      <a:pt x="789" y="113"/>
                      <a:pt x="813" y="120"/>
                      <a:pt x="829" y="131"/>
                    </a:cubicBezTo>
                    <a:cubicBezTo>
                      <a:pt x="888" y="197"/>
                      <a:pt x="917" y="277"/>
                      <a:pt x="925" y="365"/>
                    </a:cubicBezTo>
                    <a:cubicBezTo>
                      <a:pt x="931" y="391"/>
                      <a:pt x="948" y="411"/>
                      <a:pt x="977" y="411"/>
                    </a:cubicBezTo>
                    <a:cubicBezTo>
                      <a:pt x="981" y="411"/>
                      <a:pt x="986" y="410"/>
                      <a:pt x="991" y="409"/>
                    </a:cubicBezTo>
                    <a:cubicBezTo>
                      <a:pt x="1020" y="409"/>
                      <a:pt x="1042" y="380"/>
                      <a:pt x="1035" y="351"/>
                    </a:cubicBezTo>
                    <a:cubicBezTo>
                      <a:pt x="1035" y="329"/>
                      <a:pt x="1013" y="131"/>
                      <a:pt x="895" y="43"/>
                    </a:cubicBezTo>
                    <a:cubicBezTo>
                      <a:pt x="857" y="16"/>
                      <a:pt x="815" y="0"/>
                      <a:pt x="7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59"/>
              <p:cNvSpPr/>
              <p:nvPr/>
            </p:nvSpPr>
            <p:spPr>
              <a:xfrm>
                <a:off x="9751851" y="4456822"/>
                <a:ext cx="79017" cy="61652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813" extrusionOk="0">
                    <a:moveTo>
                      <a:pt x="279" y="1"/>
                    </a:moveTo>
                    <a:cubicBezTo>
                      <a:pt x="235" y="1"/>
                      <a:pt x="192" y="14"/>
                      <a:pt x="154" y="42"/>
                    </a:cubicBezTo>
                    <a:cubicBezTo>
                      <a:pt x="22" y="130"/>
                      <a:pt x="0" y="343"/>
                      <a:pt x="0" y="365"/>
                    </a:cubicBezTo>
                    <a:cubicBezTo>
                      <a:pt x="0" y="401"/>
                      <a:pt x="22" y="423"/>
                      <a:pt x="52" y="431"/>
                    </a:cubicBezTo>
                    <a:cubicBezTo>
                      <a:pt x="81" y="431"/>
                      <a:pt x="110" y="409"/>
                      <a:pt x="110" y="379"/>
                    </a:cubicBezTo>
                    <a:cubicBezTo>
                      <a:pt x="118" y="284"/>
                      <a:pt x="154" y="196"/>
                      <a:pt x="220" y="130"/>
                    </a:cubicBezTo>
                    <a:cubicBezTo>
                      <a:pt x="236" y="118"/>
                      <a:pt x="255" y="113"/>
                      <a:pt x="274" y="113"/>
                    </a:cubicBezTo>
                    <a:cubicBezTo>
                      <a:pt x="290" y="113"/>
                      <a:pt x="306" y="116"/>
                      <a:pt x="323" y="123"/>
                    </a:cubicBezTo>
                    <a:cubicBezTo>
                      <a:pt x="374" y="130"/>
                      <a:pt x="411" y="160"/>
                      <a:pt x="440" y="203"/>
                    </a:cubicBezTo>
                    <a:cubicBezTo>
                      <a:pt x="470" y="291"/>
                      <a:pt x="470" y="387"/>
                      <a:pt x="440" y="467"/>
                    </a:cubicBezTo>
                    <a:cubicBezTo>
                      <a:pt x="426" y="497"/>
                      <a:pt x="440" y="519"/>
                      <a:pt x="462" y="533"/>
                    </a:cubicBezTo>
                    <a:cubicBezTo>
                      <a:pt x="472" y="540"/>
                      <a:pt x="483" y="544"/>
                      <a:pt x="494" y="544"/>
                    </a:cubicBezTo>
                    <a:cubicBezTo>
                      <a:pt x="508" y="544"/>
                      <a:pt x="520" y="538"/>
                      <a:pt x="528" y="526"/>
                    </a:cubicBezTo>
                    <a:cubicBezTo>
                      <a:pt x="594" y="445"/>
                      <a:pt x="682" y="394"/>
                      <a:pt x="777" y="379"/>
                    </a:cubicBezTo>
                    <a:cubicBezTo>
                      <a:pt x="785" y="378"/>
                      <a:pt x="792" y="378"/>
                      <a:pt x="799" y="378"/>
                    </a:cubicBezTo>
                    <a:cubicBezTo>
                      <a:pt x="836" y="378"/>
                      <a:pt x="872" y="393"/>
                      <a:pt x="902" y="423"/>
                    </a:cubicBezTo>
                    <a:cubicBezTo>
                      <a:pt x="924" y="445"/>
                      <a:pt x="939" y="467"/>
                      <a:pt x="939" y="504"/>
                    </a:cubicBezTo>
                    <a:cubicBezTo>
                      <a:pt x="917" y="585"/>
                      <a:pt x="873" y="658"/>
                      <a:pt x="807" y="717"/>
                    </a:cubicBezTo>
                    <a:cubicBezTo>
                      <a:pt x="785" y="739"/>
                      <a:pt x="785" y="775"/>
                      <a:pt x="807" y="797"/>
                    </a:cubicBezTo>
                    <a:cubicBezTo>
                      <a:pt x="814" y="805"/>
                      <a:pt x="829" y="812"/>
                      <a:pt x="851" y="812"/>
                    </a:cubicBezTo>
                    <a:cubicBezTo>
                      <a:pt x="858" y="812"/>
                      <a:pt x="865" y="805"/>
                      <a:pt x="873" y="797"/>
                    </a:cubicBezTo>
                    <a:cubicBezTo>
                      <a:pt x="895" y="783"/>
                      <a:pt x="1041" y="651"/>
                      <a:pt x="1041" y="504"/>
                    </a:cubicBezTo>
                    <a:cubicBezTo>
                      <a:pt x="1041" y="438"/>
                      <a:pt x="1019" y="379"/>
                      <a:pt x="975" y="343"/>
                    </a:cubicBezTo>
                    <a:cubicBezTo>
                      <a:pt x="917" y="291"/>
                      <a:pt x="843" y="262"/>
                      <a:pt x="763" y="262"/>
                    </a:cubicBezTo>
                    <a:cubicBezTo>
                      <a:pt x="697" y="269"/>
                      <a:pt x="623" y="299"/>
                      <a:pt x="572" y="343"/>
                    </a:cubicBezTo>
                    <a:cubicBezTo>
                      <a:pt x="572" y="277"/>
                      <a:pt x="565" y="211"/>
                      <a:pt x="535" y="160"/>
                    </a:cubicBezTo>
                    <a:cubicBezTo>
                      <a:pt x="499" y="86"/>
                      <a:pt x="433" y="35"/>
                      <a:pt x="352" y="13"/>
                    </a:cubicBezTo>
                    <a:cubicBezTo>
                      <a:pt x="329" y="5"/>
                      <a:pt x="304" y="1"/>
                      <a:pt x="2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59"/>
              <p:cNvSpPr/>
              <p:nvPr/>
            </p:nvSpPr>
            <p:spPr>
              <a:xfrm>
                <a:off x="9880235" y="4403739"/>
                <a:ext cx="85691" cy="46334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11" extrusionOk="0">
                    <a:moveTo>
                      <a:pt x="302" y="0"/>
                    </a:moveTo>
                    <a:cubicBezTo>
                      <a:pt x="292" y="0"/>
                      <a:pt x="282" y="1"/>
                      <a:pt x="272" y="2"/>
                    </a:cubicBezTo>
                    <a:cubicBezTo>
                      <a:pt x="206" y="2"/>
                      <a:pt x="140" y="38"/>
                      <a:pt x="96" y="90"/>
                    </a:cubicBezTo>
                    <a:cubicBezTo>
                      <a:pt x="1" y="222"/>
                      <a:pt x="52" y="427"/>
                      <a:pt x="52" y="449"/>
                    </a:cubicBezTo>
                    <a:cubicBezTo>
                      <a:pt x="59" y="474"/>
                      <a:pt x="87" y="494"/>
                      <a:pt x="114" y="494"/>
                    </a:cubicBezTo>
                    <a:cubicBezTo>
                      <a:pt x="118" y="494"/>
                      <a:pt x="122" y="494"/>
                      <a:pt x="126" y="493"/>
                    </a:cubicBezTo>
                    <a:cubicBezTo>
                      <a:pt x="155" y="486"/>
                      <a:pt x="170" y="456"/>
                      <a:pt x="162" y="427"/>
                    </a:cubicBezTo>
                    <a:cubicBezTo>
                      <a:pt x="140" y="339"/>
                      <a:pt x="148" y="244"/>
                      <a:pt x="184" y="156"/>
                    </a:cubicBezTo>
                    <a:cubicBezTo>
                      <a:pt x="206" y="126"/>
                      <a:pt x="243" y="112"/>
                      <a:pt x="280" y="112"/>
                    </a:cubicBezTo>
                    <a:cubicBezTo>
                      <a:pt x="286" y="111"/>
                      <a:pt x="293" y="110"/>
                      <a:pt x="299" y="110"/>
                    </a:cubicBezTo>
                    <a:cubicBezTo>
                      <a:pt x="342" y="110"/>
                      <a:pt x="380" y="130"/>
                      <a:pt x="411" y="156"/>
                    </a:cubicBezTo>
                    <a:cubicBezTo>
                      <a:pt x="470" y="229"/>
                      <a:pt x="499" y="317"/>
                      <a:pt x="492" y="412"/>
                    </a:cubicBezTo>
                    <a:cubicBezTo>
                      <a:pt x="496" y="446"/>
                      <a:pt x="526" y="466"/>
                      <a:pt x="553" y="466"/>
                    </a:cubicBezTo>
                    <a:cubicBezTo>
                      <a:pt x="573" y="466"/>
                      <a:pt x="593" y="456"/>
                      <a:pt x="602" y="434"/>
                    </a:cubicBezTo>
                    <a:cubicBezTo>
                      <a:pt x="639" y="339"/>
                      <a:pt x="705" y="266"/>
                      <a:pt x="785" y="214"/>
                    </a:cubicBezTo>
                    <a:cubicBezTo>
                      <a:pt x="804" y="205"/>
                      <a:pt x="824" y="201"/>
                      <a:pt x="843" y="201"/>
                    </a:cubicBezTo>
                    <a:cubicBezTo>
                      <a:pt x="870" y="201"/>
                      <a:pt x="896" y="209"/>
                      <a:pt x="917" y="222"/>
                    </a:cubicBezTo>
                    <a:cubicBezTo>
                      <a:pt x="947" y="229"/>
                      <a:pt x="969" y="251"/>
                      <a:pt x="976" y="280"/>
                    </a:cubicBezTo>
                    <a:cubicBezTo>
                      <a:pt x="991" y="368"/>
                      <a:pt x="969" y="449"/>
                      <a:pt x="925" y="522"/>
                    </a:cubicBezTo>
                    <a:cubicBezTo>
                      <a:pt x="910" y="552"/>
                      <a:pt x="917" y="588"/>
                      <a:pt x="947" y="603"/>
                    </a:cubicBezTo>
                    <a:cubicBezTo>
                      <a:pt x="954" y="603"/>
                      <a:pt x="961" y="610"/>
                      <a:pt x="969" y="610"/>
                    </a:cubicBezTo>
                    <a:cubicBezTo>
                      <a:pt x="991" y="610"/>
                      <a:pt x="1013" y="596"/>
                      <a:pt x="1027" y="581"/>
                    </a:cubicBezTo>
                    <a:cubicBezTo>
                      <a:pt x="1035" y="559"/>
                      <a:pt x="1130" y="383"/>
                      <a:pt x="1086" y="244"/>
                    </a:cubicBezTo>
                    <a:cubicBezTo>
                      <a:pt x="1071" y="185"/>
                      <a:pt x="1027" y="141"/>
                      <a:pt x="969" y="112"/>
                    </a:cubicBezTo>
                    <a:cubicBezTo>
                      <a:pt x="932" y="95"/>
                      <a:pt x="890" y="86"/>
                      <a:pt x="848" y="86"/>
                    </a:cubicBezTo>
                    <a:cubicBezTo>
                      <a:pt x="814" y="86"/>
                      <a:pt x="781" y="91"/>
                      <a:pt x="749" y="104"/>
                    </a:cubicBezTo>
                    <a:cubicBezTo>
                      <a:pt x="683" y="134"/>
                      <a:pt x="631" y="185"/>
                      <a:pt x="587" y="236"/>
                    </a:cubicBezTo>
                    <a:cubicBezTo>
                      <a:pt x="573" y="178"/>
                      <a:pt x="543" y="119"/>
                      <a:pt x="492" y="75"/>
                    </a:cubicBezTo>
                    <a:cubicBezTo>
                      <a:pt x="441" y="24"/>
                      <a:pt x="372" y="0"/>
                      <a:pt x="3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59"/>
              <p:cNvSpPr/>
              <p:nvPr/>
            </p:nvSpPr>
            <p:spPr>
              <a:xfrm>
                <a:off x="9767927" y="4353689"/>
                <a:ext cx="69614" cy="46334"/>
              </a:xfrm>
              <a:custGeom>
                <a:avLst/>
                <a:gdLst/>
                <a:ahLst/>
                <a:cxnLst/>
                <a:rect l="l" t="t" r="r" b="b"/>
                <a:pathLst>
                  <a:path w="918" h="611" extrusionOk="0">
                    <a:moveTo>
                      <a:pt x="242" y="0"/>
                    </a:moveTo>
                    <a:cubicBezTo>
                      <a:pt x="190" y="0"/>
                      <a:pt x="135" y="21"/>
                      <a:pt x="96" y="53"/>
                    </a:cubicBezTo>
                    <a:cubicBezTo>
                      <a:pt x="30" y="141"/>
                      <a:pt x="1" y="251"/>
                      <a:pt x="16" y="354"/>
                    </a:cubicBezTo>
                    <a:cubicBezTo>
                      <a:pt x="23" y="383"/>
                      <a:pt x="45" y="405"/>
                      <a:pt x="74" y="405"/>
                    </a:cubicBezTo>
                    <a:cubicBezTo>
                      <a:pt x="104" y="405"/>
                      <a:pt x="133" y="376"/>
                      <a:pt x="126" y="346"/>
                    </a:cubicBezTo>
                    <a:cubicBezTo>
                      <a:pt x="118" y="273"/>
                      <a:pt x="133" y="200"/>
                      <a:pt x="177" y="134"/>
                    </a:cubicBezTo>
                    <a:cubicBezTo>
                      <a:pt x="199" y="119"/>
                      <a:pt x="228" y="112"/>
                      <a:pt x="250" y="112"/>
                    </a:cubicBezTo>
                    <a:cubicBezTo>
                      <a:pt x="294" y="112"/>
                      <a:pt x="331" y="134"/>
                      <a:pt x="353" y="163"/>
                    </a:cubicBezTo>
                    <a:cubicBezTo>
                      <a:pt x="389" y="229"/>
                      <a:pt x="397" y="302"/>
                      <a:pt x="389" y="376"/>
                    </a:cubicBezTo>
                    <a:cubicBezTo>
                      <a:pt x="380" y="413"/>
                      <a:pt x="410" y="439"/>
                      <a:pt x="440" y="439"/>
                    </a:cubicBezTo>
                    <a:cubicBezTo>
                      <a:pt x="457" y="439"/>
                      <a:pt x="474" y="431"/>
                      <a:pt x="485" y="412"/>
                    </a:cubicBezTo>
                    <a:cubicBezTo>
                      <a:pt x="529" y="339"/>
                      <a:pt x="587" y="288"/>
                      <a:pt x="661" y="258"/>
                    </a:cubicBezTo>
                    <a:cubicBezTo>
                      <a:pt x="670" y="257"/>
                      <a:pt x="679" y="256"/>
                      <a:pt x="688" y="256"/>
                    </a:cubicBezTo>
                    <a:cubicBezTo>
                      <a:pt x="715" y="256"/>
                      <a:pt x="741" y="264"/>
                      <a:pt x="763" y="280"/>
                    </a:cubicBezTo>
                    <a:cubicBezTo>
                      <a:pt x="785" y="288"/>
                      <a:pt x="800" y="310"/>
                      <a:pt x="800" y="332"/>
                    </a:cubicBezTo>
                    <a:cubicBezTo>
                      <a:pt x="800" y="398"/>
                      <a:pt x="771" y="464"/>
                      <a:pt x="727" y="515"/>
                    </a:cubicBezTo>
                    <a:cubicBezTo>
                      <a:pt x="705" y="544"/>
                      <a:pt x="712" y="574"/>
                      <a:pt x="734" y="596"/>
                    </a:cubicBezTo>
                    <a:cubicBezTo>
                      <a:pt x="741" y="603"/>
                      <a:pt x="756" y="610"/>
                      <a:pt x="771" y="610"/>
                    </a:cubicBezTo>
                    <a:cubicBezTo>
                      <a:pt x="785" y="610"/>
                      <a:pt x="807" y="603"/>
                      <a:pt x="815" y="581"/>
                    </a:cubicBezTo>
                    <a:cubicBezTo>
                      <a:pt x="881" y="508"/>
                      <a:pt x="917" y="412"/>
                      <a:pt x="917" y="310"/>
                    </a:cubicBezTo>
                    <a:cubicBezTo>
                      <a:pt x="903" y="258"/>
                      <a:pt x="873" y="207"/>
                      <a:pt x="829" y="185"/>
                    </a:cubicBezTo>
                    <a:cubicBezTo>
                      <a:pt x="788" y="154"/>
                      <a:pt x="744" y="142"/>
                      <a:pt x="698" y="142"/>
                    </a:cubicBezTo>
                    <a:cubicBezTo>
                      <a:pt x="679" y="142"/>
                      <a:pt x="659" y="144"/>
                      <a:pt x="639" y="148"/>
                    </a:cubicBezTo>
                    <a:cubicBezTo>
                      <a:pt x="587" y="163"/>
                      <a:pt x="536" y="185"/>
                      <a:pt x="499" y="229"/>
                    </a:cubicBezTo>
                    <a:cubicBezTo>
                      <a:pt x="492" y="178"/>
                      <a:pt x="477" y="134"/>
                      <a:pt x="448" y="97"/>
                    </a:cubicBezTo>
                    <a:cubicBezTo>
                      <a:pt x="404" y="38"/>
                      <a:pt x="338" y="2"/>
                      <a:pt x="265" y="2"/>
                    </a:cubicBezTo>
                    <a:cubicBezTo>
                      <a:pt x="257" y="1"/>
                      <a:pt x="250" y="0"/>
                      <a:pt x="2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59"/>
              <p:cNvSpPr/>
              <p:nvPr/>
            </p:nvSpPr>
            <p:spPr>
              <a:xfrm>
                <a:off x="9661231" y="4304702"/>
                <a:ext cx="86752" cy="3913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516" extrusionOk="0">
                    <a:moveTo>
                      <a:pt x="311" y="0"/>
                    </a:moveTo>
                    <a:cubicBezTo>
                      <a:pt x="287" y="0"/>
                      <a:pt x="264" y="3"/>
                      <a:pt x="242" y="10"/>
                    </a:cubicBezTo>
                    <a:cubicBezTo>
                      <a:pt x="169" y="17"/>
                      <a:pt x="110" y="61"/>
                      <a:pt x="74" y="120"/>
                    </a:cubicBezTo>
                    <a:cubicBezTo>
                      <a:pt x="0" y="259"/>
                      <a:pt x="81" y="457"/>
                      <a:pt x="88" y="487"/>
                    </a:cubicBezTo>
                    <a:cubicBezTo>
                      <a:pt x="96" y="501"/>
                      <a:pt x="118" y="516"/>
                      <a:pt x="139" y="516"/>
                    </a:cubicBezTo>
                    <a:lnTo>
                      <a:pt x="154" y="516"/>
                    </a:lnTo>
                    <a:cubicBezTo>
                      <a:pt x="183" y="501"/>
                      <a:pt x="198" y="472"/>
                      <a:pt x="183" y="443"/>
                    </a:cubicBezTo>
                    <a:cubicBezTo>
                      <a:pt x="147" y="362"/>
                      <a:pt x="139" y="267"/>
                      <a:pt x="169" y="179"/>
                    </a:cubicBezTo>
                    <a:cubicBezTo>
                      <a:pt x="191" y="142"/>
                      <a:pt x="220" y="120"/>
                      <a:pt x="257" y="120"/>
                    </a:cubicBezTo>
                    <a:cubicBezTo>
                      <a:pt x="274" y="115"/>
                      <a:pt x="291" y="113"/>
                      <a:pt x="308" y="113"/>
                    </a:cubicBezTo>
                    <a:cubicBezTo>
                      <a:pt x="342" y="113"/>
                      <a:pt x="374" y="122"/>
                      <a:pt x="403" y="142"/>
                    </a:cubicBezTo>
                    <a:cubicBezTo>
                      <a:pt x="469" y="208"/>
                      <a:pt x="506" y="289"/>
                      <a:pt x="521" y="377"/>
                    </a:cubicBezTo>
                    <a:cubicBezTo>
                      <a:pt x="521" y="411"/>
                      <a:pt x="547" y="430"/>
                      <a:pt x="575" y="430"/>
                    </a:cubicBezTo>
                    <a:cubicBezTo>
                      <a:pt x="599" y="430"/>
                      <a:pt x="624" y="415"/>
                      <a:pt x="631" y="384"/>
                    </a:cubicBezTo>
                    <a:cubicBezTo>
                      <a:pt x="653" y="289"/>
                      <a:pt x="704" y="208"/>
                      <a:pt x="777" y="142"/>
                    </a:cubicBezTo>
                    <a:cubicBezTo>
                      <a:pt x="806" y="128"/>
                      <a:pt x="834" y="120"/>
                      <a:pt x="865" y="120"/>
                    </a:cubicBezTo>
                    <a:cubicBezTo>
                      <a:pt x="881" y="120"/>
                      <a:pt x="898" y="122"/>
                      <a:pt x="917" y="127"/>
                    </a:cubicBezTo>
                    <a:cubicBezTo>
                      <a:pt x="939" y="135"/>
                      <a:pt x="968" y="157"/>
                      <a:pt x="983" y="179"/>
                    </a:cubicBezTo>
                    <a:cubicBezTo>
                      <a:pt x="1005" y="267"/>
                      <a:pt x="997" y="355"/>
                      <a:pt x="961" y="435"/>
                    </a:cubicBezTo>
                    <a:cubicBezTo>
                      <a:pt x="942" y="477"/>
                      <a:pt x="976" y="510"/>
                      <a:pt x="1011" y="510"/>
                    </a:cubicBezTo>
                    <a:cubicBezTo>
                      <a:pt x="1032" y="510"/>
                      <a:pt x="1053" y="499"/>
                      <a:pt x="1063" y="472"/>
                    </a:cubicBezTo>
                    <a:cubicBezTo>
                      <a:pt x="1071" y="450"/>
                      <a:pt x="1144" y="267"/>
                      <a:pt x="1078" y="135"/>
                    </a:cubicBezTo>
                    <a:cubicBezTo>
                      <a:pt x="1056" y="76"/>
                      <a:pt x="1005" y="39"/>
                      <a:pt x="946" y="25"/>
                    </a:cubicBezTo>
                    <a:cubicBezTo>
                      <a:pt x="918" y="16"/>
                      <a:pt x="890" y="12"/>
                      <a:pt x="862" y="12"/>
                    </a:cubicBezTo>
                    <a:cubicBezTo>
                      <a:pt x="814" y="12"/>
                      <a:pt x="767" y="24"/>
                      <a:pt x="726" y="47"/>
                    </a:cubicBezTo>
                    <a:cubicBezTo>
                      <a:pt x="660" y="83"/>
                      <a:pt x="616" y="142"/>
                      <a:pt x="587" y="201"/>
                    </a:cubicBezTo>
                    <a:cubicBezTo>
                      <a:pt x="557" y="142"/>
                      <a:pt x="521" y="91"/>
                      <a:pt x="469" y="54"/>
                    </a:cubicBezTo>
                    <a:cubicBezTo>
                      <a:pt x="423" y="18"/>
                      <a:pt x="366" y="0"/>
                      <a:pt x="3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59"/>
              <p:cNvSpPr/>
              <p:nvPr/>
            </p:nvSpPr>
            <p:spPr>
              <a:xfrm>
                <a:off x="9693460" y="4412232"/>
                <a:ext cx="32305" cy="22067"/>
              </a:xfrm>
              <a:custGeom>
                <a:avLst/>
                <a:gdLst/>
                <a:ahLst/>
                <a:cxnLst/>
                <a:rect l="l" t="t" r="r" b="b"/>
                <a:pathLst>
                  <a:path w="426" h="291" extrusionOk="0">
                    <a:moveTo>
                      <a:pt x="121" y="0"/>
                    </a:moveTo>
                    <a:cubicBezTo>
                      <a:pt x="113" y="0"/>
                      <a:pt x="105" y="2"/>
                      <a:pt x="96" y="7"/>
                    </a:cubicBezTo>
                    <a:cubicBezTo>
                      <a:pt x="15" y="29"/>
                      <a:pt x="0" y="161"/>
                      <a:pt x="30" y="227"/>
                    </a:cubicBezTo>
                    <a:cubicBezTo>
                      <a:pt x="53" y="268"/>
                      <a:pt x="100" y="290"/>
                      <a:pt x="144" y="290"/>
                    </a:cubicBezTo>
                    <a:cubicBezTo>
                      <a:pt x="155" y="290"/>
                      <a:pt x="166" y="289"/>
                      <a:pt x="176" y="286"/>
                    </a:cubicBezTo>
                    <a:cubicBezTo>
                      <a:pt x="202" y="280"/>
                      <a:pt x="228" y="275"/>
                      <a:pt x="254" y="275"/>
                    </a:cubicBezTo>
                    <a:cubicBezTo>
                      <a:pt x="265" y="275"/>
                      <a:pt x="276" y="276"/>
                      <a:pt x="286" y="278"/>
                    </a:cubicBezTo>
                    <a:cubicBezTo>
                      <a:pt x="308" y="278"/>
                      <a:pt x="330" y="286"/>
                      <a:pt x="345" y="286"/>
                    </a:cubicBezTo>
                    <a:cubicBezTo>
                      <a:pt x="351" y="288"/>
                      <a:pt x="358" y="289"/>
                      <a:pt x="364" y="289"/>
                    </a:cubicBezTo>
                    <a:cubicBezTo>
                      <a:pt x="379" y="289"/>
                      <a:pt x="393" y="283"/>
                      <a:pt x="404" y="278"/>
                    </a:cubicBezTo>
                    <a:cubicBezTo>
                      <a:pt x="426" y="249"/>
                      <a:pt x="426" y="212"/>
                      <a:pt x="404" y="183"/>
                    </a:cubicBezTo>
                    <a:cubicBezTo>
                      <a:pt x="382" y="161"/>
                      <a:pt x="352" y="139"/>
                      <a:pt x="316" y="132"/>
                    </a:cubicBezTo>
                    <a:cubicBezTo>
                      <a:pt x="264" y="124"/>
                      <a:pt x="220" y="95"/>
                      <a:pt x="184" y="51"/>
                    </a:cubicBezTo>
                    <a:cubicBezTo>
                      <a:pt x="166" y="28"/>
                      <a:pt x="149" y="0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04" name="Google Shape;3004;p59"/>
            <p:cNvSpPr/>
            <p:nvPr/>
          </p:nvSpPr>
          <p:spPr>
            <a:xfrm>
              <a:off x="9651752" y="4264965"/>
              <a:ext cx="30636" cy="17745"/>
            </a:xfrm>
            <a:custGeom>
              <a:avLst/>
              <a:gdLst/>
              <a:ahLst/>
              <a:cxnLst/>
              <a:rect l="l" t="t" r="r" b="b"/>
              <a:pathLst>
                <a:path w="404" h="234" extrusionOk="0">
                  <a:moveTo>
                    <a:pt x="170" y="1"/>
                  </a:moveTo>
                  <a:cubicBezTo>
                    <a:pt x="153" y="1"/>
                    <a:pt x="138" y="4"/>
                    <a:pt x="125" y="13"/>
                  </a:cubicBezTo>
                  <a:cubicBezTo>
                    <a:pt x="96" y="21"/>
                    <a:pt x="81" y="57"/>
                    <a:pt x="67" y="79"/>
                  </a:cubicBezTo>
                  <a:cubicBezTo>
                    <a:pt x="45" y="101"/>
                    <a:pt x="1" y="131"/>
                    <a:pt x="8" y="175"/>
                  </a:cubicBezTo>
                  <a:cubicBezTo>
                    <a:pt x="8" y="197"/>
                    <a:pt x="30" y="219"/>
                    <a:pt x="52" y="226"/>
                  </a:cubicBezTo>
                  <a:cubicBezTo>
                    <a:pt x="74" y="233"/>
                    <a:pt x="96" y="233"/>
                    <a:pt x="125" y="233"/>
                  </a:cubicBezTo>
                  <a:lnTo>
                    <a:pt x="294" y="226"/>
                  </a:lnTo>
                  <a:cubicBezTo>
                    <a:pt x="330" y="226"/>
                    <a:pt x="360" y="219"/>
                    <a:pt x="382" y="197"/>
                  </a:cubicBezTo>
                  <a:cubicBezTo>
                    <a:pt x="404" y="167"/>
                    <a:pt x="404" y="138"/>
                    <a:pt x="382" y="109"/>
                  </a:cubicBezTo>
                  <a:cubicBezTo>
                    <a:pt x="367" y="87"/>
                    <a:pt x="345" y="65"/>
                    <a:pt x="323" y="57"/>
                  </a:cubicBezTo>
                  <a:cubicBezTo>
                    <a:pt x="284" y="35"/>
                    <a:pt x="221" y="1"/>
                    <a:pt x="1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5" name="Google Shape;3005;p59"/>
            <p:cNvGrpSpPr/>
            <p:nvPr/>
          </p:nvGrpSpPr>
          <p:grpSpPr>
            <a:xfrm>
              <a:off x="9326414" y="3986147"/>
              <a:ext cx="499471" cy="324336"/>
              <a:chOff x="9480939" y="3575572"/>
              <a:chExt cx="499471" cy="324336"/>
            </a:xfrm>
          </p:grpSpPr>
          <p:sp>
            <p:nvSpPr>
              <p:cNvPr id="3006" name="Google Shape;3006;p59"/>
              <p:cNvSpPr/>
              <p:nvPr/>
            </p:nvSpPr>
            <p:spPr>
              <a:xfrm>
                <a:off x="9480939" y="3575572"/>
                <a:ext cx="468797" cy="324260"/>
              </a:xfrm>
              <a:custGeom>
                <a:avLst/>
                <a:gdLst/>
                <a:ahLst/>
                <a:cxnLst/>
                <a:rect l="l" t="t" r="r" b="b"/>
                <a:pathLst>
                  <a:path w="6182" h="4276" extrusionOk="0">
                    <a:moveTo>
                      <a:pt x="3184" y="1"/>
                    </a:moveTo>
                    <a:cubicBezTo>
                      <a:pt x="2404" y="1"/>
                      <a:pt x="1843" y="154"/>
                      <a:pt x="1071" y="225"/>
                    </a:cubicBezTo>
                    <a:cubicBezTo>
                      <a:pt x="646" y="225"/>
                      <a:pt x="272" y="503"/>
                      <a:pt x="147" y="906"/>
                    </a:cubicBezTo>
                    <a:cubicBezTo>
                      <a:pt x="74" y="1156"/>
                      <a:pt x="23" y="1412"/>
                      <a:pt x="15" y="1676"/>
                    </a:cubicBezTo>
                    <a:cubicBezTo>
                      <a:pt x="1" y="1933"/>
                      <a:pt x="96" y="2182"/>
                      <a:pt x="279" y="2373"/>
                    </a:cubicBezTo>
                    <a:cubicBezTo>
                      <a:pt x="353" y="2453"/>
                      <a:pt x="426" y="2527"/>
                      <a:pt x="507" y="2607"/>
                    </a:cubicBezTo>
                    <a:cubicBezTo>
                      <a:pt x="507" y="2681"/>
                      <a:pt x="514" y="2761"/>
                      <a:pt x="521" y="2835"/>
                    </a:cubicBezTo>
                    <a:cubicBezTo>
                      <a:pt x="536" y="3084"/>
                      <a:pt x="565" y="3429"/>
                      <a:pt x="785" y="3590"/>
                    </a:cubicBezTo>
                    <a:cubicBezTo>
                      <a:pt x="848" y="3637"/>
                      <a:pt x="925" y="3661"/>
                      <a:pt x="1003" y="3661"/>
                    </a:cubicBezTo>
                    <a:cubicBezTo>
                      <a:pt x="1036" y="3661"/>
                      <a:pt x="1068" y="3657"/>
                      <a:pt x="1100" y="3649"/>
                    </a:cubicBezTo>
                    <a:cubicBezTo>
                      <a:pt x="1188" y="3619"/>
                      <a:pt x="1276" y="3575"/>
                      <a:pt x="1357" y="3531"/>
                    </a:cubicBezTo>
                    <a:cubicBezTo>
                      <a:pt x="1409" y="3508"/>
                      <a:pt x="1453" y="3498"/>
                      <a:pt x="1493" y="3498"/>
                    </a:cubicBezTo>
                    <a:cubicBezTo>
                      <a:pt x="1630" y="3498"/>
                      <a:pt x="1711" y="3616"/>
                      <a:pt x="1819" y="3729"/>
                    </a:cubicBezTo>
                    <a:cubicBezTo>
                      <a:pt x="1958" y="3883"/>
                      <a:pt x="2156" y="3905"/>
                      <a:pt x="2332" y="3956"/>
                    </a:cubicBezTo>
                    <a:lnTo>
                      <a:pt x="2406" y="3971"/>
                    </a:lnTo>
                    <a:cubicBezTo>
                      <a:pt x="2530" y="4037"/>
                      <a:pt x="2655" y="4103"/>
                      <a:pt x="2779" y="4154"/>
                    </a:cubicBezTo>
                    <a:cubicBezTo>
                      <a:pt x="2889" y="4206"/>
                      <a:pt x="3007" y="4242"/>
                      <a:pt x="3124" y="4250"/>
                    </a:cubicBezTo>
                    <a:cubicBezTo>
                      <a:pt x="3194" y="4268"/>
                      <a:pt x="3288" y="4276"/>
                      <a:pt x="3399" y="4276"/>
                    </a:cubicBezTo>
                    <a:cubicBezTo>
                      <a:pt x="3833" y="4276"/>
                      <a:pt x="4513" y="4154"/>
                      <a:pt x="4928" y="4037"/>
                    </a:cubicBezTo>
                    <a:cubicBezTo>
                      <a:pt x="4964" y="4030"/>
                      <a:pt x="5001" y="4015"/>
                      <a:pt x="5030" y="4008"/>
                    </a:cubicBezTo>
                    <a:lnTo>
                      <a:pt x="5067" y="3993"/>
                    </a:lnTo>
                    <a:lnTo>
                      <a:pt x="5133" y="3964"/>
                    </a:lnTo>
                    <a:lnTo>
                      <a:pt x="5170" y="3949"/>
                    </a:lnTo>
                    <a:lnTo>
                      <a:pt x="5228" y="3927"/>
                    </a:lnTo>
                    <a:lnTo>
                      <a:pt x="5265" y="3905"/>
                    </a:lnTo>
                    <a:lnTo>
                      <a:pt x="5316" y="3876"/>
                    </a:lnTo>
                    <a:lnTo>
                      <a:pt x="5353" y="3854"/>
                    </a:lnTo>
                    <a:lnTo>
                      <a:pt x="5404" y="3825"/>
                    </a:lnTo>
                    <a:lnTo>
                      <a:pt x="5441" y="3803"/>
                    </a:lnTo>
                    <a:lnTo>
                      <a:pt x="5485" y="3766"/>
                    </a:lnTo>
                    <a:lnTo>
                      <a:pt x="5522" y="3737"/>
                    </a:lnTo>
                    <a:lnTo>
                      <a:pt x="5566" y="3707"/>
                    </a:lnTo>
                    <a:lnTo>
                      <a:pt x="5595" y="3678"/>
                    </a:lnTo>
                    <a:cubicBezTo>
                      <a:pt x="5617" y="3663"/>
                      <a:pt x="5624" y="3649"/>
                      <a:pt x="5639" y="3634"/>
                    </a:cubicBezTo>
                    <a:cubicBezTo>
                      <a:pt x="5661" y="3619"/>
                      <a:pt x="5661" y="3619"/>
                      <a:pt x="5668" y="3612"/>
                    </a:cubicBezTo>
                    <a:cubicBezTo>
                      <a:pt x="5675" y="3597"/>
                      <a:pt x="5705" y="3575"/>
                      <a:pt x="5719" y="3561"/>
                    </a:cubicBezTo>
                    <a:lnTo>
                      <a:pt x="5749" y="3531"/>
                    </a:lnTo>
                    <a:lnTo>
                      <a:pt x="5800" y="3465"/>
                    </a:lnTo>
                    <a:lnTo>
                      <a:pt x="5829" y="3436"/>
                    </a:lnTo>
                    <a:lnTo>
                      <a:pt x="5859" y="3392"/>
                    </a:lnTo>
                    <a:lnTo>
                      <a:pt x="5888" y="3348"/>
                    </a:lnTo>
                    <a:lnTo>
                      <a:pt x="5910" y="3311"/>
                    </a:lnTo>
                    <a:cubicBezTo>
                      <a:pt x="5925" y="3297"/>
                      <a:pt x="5932" y="3282"/>
                      <a:pt x="5939" y="3267"/>
                    </a:cubicBezTo>
                    <a:lnTo>
                      <a:pt x="5961" y="3231"/>
                    </a:lnTo>
                    <a:lnTo>
                      <a:pt x="5991" y="3187"/>
                    </a:lnTo>
                    <a:lnTo>
                      <a:pt x="6005" y="3143"/>
                    </a:lnTo>
                    <a:cubicBezTo>
                      <a:pt x="6013" y="3128"/>
                      <a:pt x="6020" y="3113"/>
                      <a:pt x="6027" y="3099"/>
                    </a:cubicBezTo>
                    <a:lnTo>
                      <a:pt x="6049" y="3062"/>
                    </a:lnTo>
                    <a:cubicBezTo>
                      <a:pt x="6057" y="3040"/>
                      <a:pt x="6064" y="3025"/>
                      <a:pt x="6071" y="3011"/>
                    </a:cubicBezTo>
                    <a:lnTo>
                      <a:pt x="6079" y="2974"/>
                    </a:lnTo>
                    <a:cubicBezTo>
                      <a:pt x="6086" y="2952"/>
                      <a:pt x="6093" y="2937"/>
                      <a:pt x="6101" y="2915"/>
                    </a:cubicBezTo>
                    <a:cubicBezTo>
                      <a:pt x="6108" y="2901"/>
                      <a:pt x="6108" y="2901"/>
                      <a:pt x="6108" y="2886"/>
                    </a:cubicBezTo>
                    <a:cubicBezTo>
                      <a:pt x="6115" y="2879"/>
                      <a:pt x="6123" y="2849"/>
                      <a:pt x="6130" y="2827"/>
                    </a:cubicBezTo>
                    <a:lnTo>
                      <a:pt x="6130" y="2820"/>
                    </a:lnTo>
                    <a:cubicBezTo>
                      <a:pt x="6152" y="2739"/>
                      <a:pt x="6167" y="2651"/>
                      <a:pt x="6181" y="2563"/>
                    </a:cubicBezTo>
                    <a:cubicBezTo>
                      <a:pt x="6181" y="2563"/>
                      <a:pt x="6181" y="2556"/>
                      <a:pt x="6181" y="2556"/>
                    </a:cubicBezTo>
                    <a:cubicBezTo>
                      <a:pt x="6181" y="2527"/>
                      <a:pt x="6181" y="2505"/>
                      <a:pt x="6181" y="2483"/>
                    </a:cubicBezTo>
                    <a:cubicBezTo>
                      <a:pt x="6181" y="2475"/>
                      <a:pt x="6181" y="2468"/>
                      <a:pt x="6181" y="2461"/>
                    </a:cubicBezTo>
                    <a:lnTo>
                      <a:pt x="6181" y="2387"/>
                    </a:lnTo>
                    <a:lnTo>
                      <a:pt x="6181" y="2365"/>
                    </a:lnTo>
                    <a:cubicBezTo>
                      <a:pt x="6181" y="2343"/>
                      <a:pt x="6181" y="2314"/>
                      <a:pt x="6181" y="2292"/>
                    </a:cubicBezTo>
                    <a:lnTo>
                      <a:pt x="6181" y="2270"/>
                    </a:lnTo>
                    <a:cubicBezTo>
                      <a:pt x="6181" y="2248"/>
                      <a:pt x="6181" y="2219"/>
                      <a:pt x="6174" y="2197"/>
                    </a:cubicBezTo>
                    <a:lnTo>
                      <a:pt x="6174" y="2175"/>
                    </a:lnTo>
                    <a:cubicBezTo>
                      <a:pt x="6174" y="2153"/>
                      <a:pt x="6167" y="2124"/>
                      <a:pt x="6167" y="2102"/>
                    </a:cubicBezTo>
                    <a:lnTo>
                      <a:pt x="6167" y="2080"/>
                    </a:lnTo>
                    <a:cubicBezTo>
                      <a:pt x="6167" y="2058"/>
                      <a:pt x="6159" y="2036"/>
                      <a:pt x="6152" y="2006"/>
                    </a:cubicBezTo>
                    <a:lnTo>
                      <a:pt x="6152" y="1999"/>
                    </a:lnTo>
                    <a:cubicBezTo>
                      <a:pt x="6123" y="1874"/>
                      <a:pt x="6086" y="1757"/>
                      <a:pt x="6035" y="1647"/>
                    </a:cubicBezTo>
                    <a:cubicBezTo>
                      <a:pt x="5983" y="1537"/>
                      <a:pt x="5925" y="1442"/>
                      <a:pt x="5851" y="1346"/>
                    </a:cubicBezTo>
                    <a:cubicBezTo>
                      <a:pt x="5624" y="1038"/>
                      <a:pt x="5346" y="767"/>
                      <a:pt x="5038" y="540"/>
                    </a:cubicBezTo>
                    <a:cubicBezTo>
                      <a:pt x="4605" y="232"/>
                      <a:pt x="4084" y="49"/>
                      <a:pt x="3549" y="12"/>
                    </a:cubicBezTo>
                    <a:cubicBezTo>
                      <a:pt x="3422" y="4"/>
                      <a:pt x="3301" y="1"/>
                      <a:pt x="31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143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14300" dist="47625" dir="2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59"/>
              <p:cNvSpPr/>
              <p:nvPr/>
            </p:nvSpPr>
            <p:spPr>
              <a:xfrm>
                <a:off x="9552790" y="3575572"/>
                <a:ext cx="427619" cy="324336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4277" extrusionOk="0">
                    <a:moveTo>
                      <a:pt x="2235" y="1"/>
                    </a:moveTo>
                    <a:cubicBezTo>
                      <a:pt x="1419" y="1"/>
                      <a:pt x="838" y="176"/>
                      <a:pt x="0" y="240"/>
                    </a:cubicBezTo>
                    <a:cubicBezTo>
                      <a:pt x="976" y="995"/>
                      <a:pt x="3358" y="3114"/>
                      <a:pt x="2200" y="4251"/>
                    </a:cubicBezTo>
                    <a:cubicBezTo>
                      <a:pt x="2269" y="4269"/>
                      <a:pt x="2362" y="4277"/>
                      <a:pt x="2471" y="4277"/>
                    </a:cubicBezTo>
                    <a:cubicBezTo>
                      <a:pt x="2901" y="4277"/>
                      <a:pt x="3581" y="4155"/>
                      <a:pt x="3996" y="4038"/>
                    </a:cubicBezTo>
                    <a:cubicBezTo>
                      <a:pt x="5162" y="3708"/>
                      <a:pt x="5639" y="2315"/>
                      <a:pt x="4920" y="1347"/>
                    </a:cubicBezTo>
                    <a:cubicBezTo>
                      <a:pt x="4685" y="1039"/>
                      <a:pt x="4414" y="768"/>
                      <a:pt x="4099" y="541"/>
                    </a:cubicBezTo>
                    <a:cubicBezTo>
                      <a:pt x="3666" y="226"/>
                      <a:pt x="3146" y="42"/>
                      <a:pt x="2611" y="13"/>
                    </a:cubicBezTo>
                    <a:cubicBezTo>
                      <a:pt x="2480" y="5"/>
                      <a:pt x="2355" y="1"/>
                      <a:pt x="22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59"/>
              <p:cNvSpPr/>
              <p:nvPr/>
            </p:nvSpPr>
            <p:spPr>
              <a:xfrm>
                <a:off x="9482190" y="3592483"/>
                <a:ext cx="491015" cy="307425"/>
              </a:xfrm>
              <a:custGeom>
                <a:avLst/>
                <a:gdLst/>
                <a:ahLst/>
                <a:cxnLst/>
                <a:rect l="l" t="t" r="r" b="b"/>
                <a:pathLst>
                  <a:path w="6475" h="4054" extrusionOk="0">
                    <a:moveTo>
                      <a:pt x="1070" y="0"/>
                    </a:moveTo>
                    <a:cubicBezTo>
                      <a:pt x="660" y="0"/>
                      <a:pt x="276" y="263"/>
                      <a:pt x="147" y="684"/>
                    </a:cubicBezTo>
                    <a:cubicBezTo>
                      <a:pt x="74" y="934"/>
                      <a:pt x="22" y="1190"/>
                      <a:pt x="15" y="1454"/>
                    </a:cubicBezTo>
                    <a:cubicBezTo>
                      <a:pt x="0" y="1711"/>
                      <a:pt x="96" y="1960"/>
                      <a:pt x="279" y="2151"/>
                    </a:cubicBezTo>
                    <a:cubicBezTo>
                      <a:pt x="990" y="2899"/>
                      <a:pt x="1841" y="3507"/>
                      <a:pt x="2779" y="3932"/>
                    </a:cubicBezTo>
                    <a:cubicBezTo>
                      <a:pt x="2889" y="3984"/>
                      <a:pt x="3006" y="4020"/>
                      <a:pt x="3124" y="4028"/>
                    </a:cubicBezTo>
                    <a:cubicBezTo>
                      <a:pt x="3194" y="4046"/>
                      <a:pt x="3288" y="4054"/>
                      <a:pt x="3399" y="4054"/>
                    </a:cubicBezTo>
                    <a:cubicBezTo>
                      <a:pt x="3832" y="4054"/>
                      <a:pt x="4512" y="3932"/>
                      <a:pt x="4927" y="3815"/>
                    </a:cubicBezTo>
                    <a:cubicBezTo>
                      <a:pt x="5954" y="3522"/>
                      <a:pt x="6474" y="2385"/>
                      <a:pt x="6027" y="1425"/>
                    </a:cubicBezTo>
                    <a:lnTo>
                      <a:pt x="6027" y="1425"/>
                    </a:lnTo>
                    <a:cubicBezTo>
                      <a:pt x="5844" y="1968"/>
                      <a:pt x="5411" y="2378"/>
                      <a:pt x="4861" y="2532"/>
                    </a:cubicBezTo>
                    <a:lnTo>
                      <a:pt x="4759" y="2561"/>
                    </a:lnTo>
                    <a:cubicBezTo>
                      <a:pt x="4715" y="2572"/>
                      <a:pt x="4671" y="2577"/>
                      <a:pt x="4628" y="2577"/>
                    </a:cubicBezTo>
                    <a:cubicBezTo>
                      <a:pt x="4431" y="2577"/>
                      <a:pt x="4244" y="2472"/>
                      <a:pt x="4135" y="2297"/>
                    </a:cubicBezTo>
                    <a:cubicBezTo>
                      <a:pt x="4121" y="2275"/>
                      <a:pt x="4106" y="2253"/>
                      <a:pt x="4091" y="2231"/>
                    </a:cubicBezTo>
                    <a:cubicBezTo>
                      <a:pt x="3322" y="1234"/>
                      <a:pt x="2449" y="494"/>
                      <a:pt x="1445" y="76"/>
                    </a:cubicBezTo>
                    <a:cubicBezTo>
                      <a:pt x="1322" y="25"/>
                      <a:pt x="1195" y="0"/>
                      <a:pt x="10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59"/>
              <p:cNvSpPr/>
              <p:nvPr/>
            </p:nvSpPr>
            <p:spPr>
              <a:xfrm>
                <a:off x="9517225" y="3626228"/>
                <a:ext cx="255783" cy="257148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91" extrusionOk="0">
                    <a:moveTo>
                      <a:pt x="850" y="0"/>
                    </a:moveTo>
                    <a:cubicBezTo>
                      <a:pt x="525" y="0"/>
                      <a:pt x="221" y="211"/>
                      <a:pt x="125" y="540"/>
                    </a:cubicBezTo>
                    <a:cubicBezTo>
                      <a:pt x="30" y="899"/>
                      <a:pt x="0" y="1266"/>
                      <a:pt x="30" y="1632"/>
                    </a:cubicBezTo>
                    <a:cubicBezTo>
                      <a:pt x="37" y="1808"/>
                      <a:pt x="44" y="1992"/>
                      <a:pt x="52" y="2168"/>
                    </a:cubicBezTo>
                    <a:cubicBezTo>
                      <a:pt x="74" y="2417"/>
                      <a:pt x="96" y="2762"/>
                      <a:pt x="323" y="2916"/>
                    </a:cubicBezTo>
                    <a:cubicBezTo>
                      <a:pt x="388" y="2964"/>
                      <a:pt x="468" y="2993"/>
                      <a:pt x="551" y="2993"/>
                    </a:cubicBezTo>
                    <a:cubicBezTo>
                      <a:pt x="580" y="2993"/>
                      <a:pt x="609" y="2989"/>
                      <a:pt x="638" y="2982"/>
                    </a:cubicBezTo>
                    <a:cubicBezTo>
                      <a:pt x="726" y="2952"/>
                      <a:pt x="814" y="2908"/>
                      <a:pt x="895" y="2864"/>
                    </a:cubicBezTo>
                    <a:cubicBezTo>
                      <a:pt x="946" y="2841"/>
                      <a:pt x="991" y="2831"/>
                      <a:pt x="1031" y="2831"/>
                    </a:cubicBezTo>
                    <a:cubicBezTo>
                      <a:pt x="1167" y="2831"/>
                      <a:pt x="1249" y="2949"/>
                      <a:pt x="1357" y="3062"/>
                    </a:cubicBezTo>
                    <a:cubicBezTo>
                      <a:pt x="1489" y="3209"/>
                      <a:pt x="1694" y="3238"/>
                      <a:pt x="1870" y="3282"/>
                    </a:cubicBezTo>
                    <a:cubicBezTo>
                      <a:pt x="2040" y="3329"/>
                      <a:pt x="2210" y="3390"/>
                      <a:pt x="2388" y="3390"/>
                    </a:cubicBezTo>
                    <a:cubicBezTo>
                      <a:pt x="2432" y="3390"/>
                      <a:pt x="2477" y="3386"/>
                      <a:pt x="2522" y="3377"/>
                    </a:cubicBezTo>
                    <a:cubicBezTo>
                      <a:pt x="2808" y="3319"/>
                      <a:pt x="3043" y="3121"/>
                      <a:pt x="3146" y="2850"/>
                    </a:cubicBezTo>
                    <a:cubicBezTo>
                      <a:pt x="3190" y="2754"/>
                      <a:pt x="3226" y="2652"/>
                      <a:pt x="3270" y="2556"/>
                    </a:cubicBezTo>
                    <a:cubicBezTo>
                      <a:pt x="3314" y="2461"/>
                      <a:pt x="3344" y="2366"/>
                      <a:pt x="3358" y="2263"/>
                    </a:cubicBezTo>
                    <a:cubicBezTo>
                      <a:pt x="3373" y="2072"/>
                      <a:pt x="3322" y="1889"/>
                      <a:pt x="3204" y="1742"/>
                    </a:cubicBezTo>
                    <a:cubicBezTo>
                      <a:pt x="2603" y="965"/>
                      <a:pt x="1921" y="379"/>
                      <a:pt x="1137" y="56"/>
                    </a:cubicBezTo>
                    <a:cubicBezTo>
                      <a:pt x="1042" y="18"/>
                      <a:pt x="945" y="0"/>
                      <a:pt x="8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59"/>
              <p:cNvSpPr/>
              <p:nvPr/>
            </p:nvSpPr>
            <p:spPr>
              <a:xfrm>
                <a:off x="9779605" y="3688942"/>
                <a:ext cx="69008" cy="65974"/>
              </a:xfrm>
              <a:custGeom>
                <a:avLst/>
                <a:gdLst/>
                <a:ahLst/>
                <a:cxnLst/>
                <a:rect l="l" t="t" r="r" b="b"/>
                <a:pathLst>
                  <a:path w="910" h="870" extrusionOk="0">
                    <a:moveTo>
                      <a:pt x="281" y="0"/>
                    </a:moveTo>
                    <a:cubicBezTo>
                      <a:pt x="258" y="0"/>
                      <a:pt x="235" y="4"/>
                      <a:pt x="213" y="14"/>
                    </a:cubicBezTo>
                    <a:cubicBezTo>
                      <a:pt x="118" y="65"/>
                      <a:pt x="52" y="153"/>
                      <a:pt x="16" y="256"/>
                    </a:cubicBezTo>
                    <a:cubicBezTo>
                      <a:pt x="1" y="278"/>
                      <a:pt x="16" y="307"/>
                      <a:pt x="45" y="322"/>
                    </a:cubicBezTo>
                    <a:cubicBezTo>
                      <a:pt x="49" y="323"/>
                      <a:pt x="53" y="324"/>
                      <a:pt x="57" y="324"/>
                    </a:cubicBezTo>
                    <a:cubicBezTo>
                      <a:pt x="77" y="324"/>
                      <a:pt x="99" y="310"/>
                      <a:pt x="111" y="292"/>
                    </a:cubicBezTo>
                    <a:cubicBezTo>
                      <a:pt x="133" y="212"/>
                      <a:pt x="184" y="146"/>
                      <a:pt x="250" y="109"/>
                    </a:cubicBezTo>
                    <a:cubicBezTo>
                      <a:pt x="263" y="103"/>
                      <a:pt x="274" y="101"/>
                      <a:pt x="285" y="101"/>
                    </a:cubicBezTo>
                    <a:cubicBezTo>
                      <a:pt x="299" y="101"/>
                      <a:pt x="314" y="105"/>
                      <a:pt x="331" y="109"/>
                    </a:cubicBezTo>
                    <a:cubicBezTo>
                      <a:pt x="367" y="131"/>
                      <a:pt x="397" y="160"/>
                      <a:pt x="411" y="204"/>
                    </a:cubicBezTo>
                    <a:cubicBezTo>
                      <a:pt x="426" y="292"/>
                      <a:pt x="404" y="380"/>
                      <a:pt x="360" y="461"/>
                    </a:cubicBezTo>
                    <a:cubicBezTo>
                      <a:pt x="343" y="501"/>
                      <a:pt x="375" y="536"/>
                      <a:pt x="410" y="536"/>
                    </a:cubicBezTo>
                    <a:cubicBezTo>
                      <a:pt x="420" y="536"/>
                      <a:pt x="431" y="533"/>
                      <a:pt x="441" y="527"/>
                    </a:cubicBezTo>
                    <a:cubicBezTo>
                      <a:pt x="499" y="468"/>
                      <a:pt x="580" y="439"/>
                      <a:pt x="661" y="432"/>
                    </a:cubicBezTo>
                    <a:cubicBezTo>
                      <a:pt x="705" y="439"/>
                      <a:pt x="749" y="468"/>
                      <a:pt x="771" y="505"/>
                    </a:cubicBezTo>
                    <a:cubicBezTo>
                      <a:pt x="793" y="527"/>
                      <a:pt x="800" y="564"/>
                      <a:pt x="800" y="593"/>
                    </a:cubicBezTo>
                    <a:cubicBezTo>
                      <a:pt x="778" y="674"/>
                      <a:pt x="661" y="747"/>
                      <a:pt x="617" y="762"/>
                    </a:cubicBezTo>
                    <a:cubicBezTo>
                      <a:pt x="595" y="776"/>
                      <a:pt x="587" y="805"/>
                      <a:pt x="595" y="835"/>
                    </a:cubicBezTo>
                    <a:cubicBezTo>
                      <a:pt x="602" y="849"/>
                      <a:pt x="617" y="864"/>
                      <a:pt x="631" y="864"/>
                    </a:cubicBezTo>
                    <a:cubicBezTo>
                      <a:pt x="639" y="868"/>
                      <a:pt x="644" y="870"/>
                      <a:pt x="650" y="870"/>
                    </a:cubicBezTo>
                    <a:cubicBezTo>
                      <a:pt x="655" y="870"/>
                      <a:pt x="661" y="868"/>
                      <a:pt x="668" y="864"/>
                    </a:cubicBezTo>
                    <a:cubicBezTo>
                      <a:pt x="690" y="857"/>
                      <a:pt x="859" y="776"/>
                      <a:pt x="895" y="630"/>
                    </a:cubicBezTo>
                    <a:cubicBezTo>
                      <a:pt x="910" y="571"/>
                      <a:pt x="895" y="505"/>
                      <a:pt x="859" y="454"/>
                    </a:cubicBezTo>
                    <a:cubicBezTo>
                      <a:pt x="815" y="388"/>
                      <a:pt x="749" y="351"/>
                      <a:pt x="675" y="336"/>
                    </a:cubicBezTo>
                    <a:cubicBezTo>
                      <a:pt x="617" y="336"/>
                      <a:pt x="558" y="344"/>
                      <a:pt x="507" y="366"/>
                    </a:cubicBezTo>
                    <a:cubicBezTo>
                      <a:pt x="521" y="307"/>
                      <a:pt x="521" y="241"/>
                      <a:pt x="507" y="175"/>
                    </a:cubicBezTo>
                    <a:cubicBezTo>
                      <a:pt x="485" y="109"/>
                      <a:pt x="433" y="50"/>
                      <a:pt x="375" y="21"/>
                    </a:cubicBezTo>
                    <a:cubicBezTo>
                      <a:pt x="345" y="8"/>
                      <a:pt x="313" y="0"/>
                      <a:pt x="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59"/>
              <p:cNvSpPr/>
              <p:nvPr/>
            </p:nvSpPr>
            <p:spPr>
              <a:xfrm>
                <a:off x="9662899" y="3589525"/>
                <a:ext cx="70069" cy="35110"/>
              </a:xfrm>
              <a:custGeom>
                <a:avLst/>
                <a:gdLst/>
                <a:ahLst/>
                <a:cxnLst/>
                <a:rect l="l" t="t" r="r" b="b"/>
                <a:pathLst>
                  <a:path w="924" h="463" extrusionOk="0">
                    <a:moveTo>
                      <a:pt x="698" y="0"/>
                    </a:moveTo>
                    <a:cubicBezTo>
                      <a:pt x="644" y="0"/>
                      <a:pt x="589" y="20"/>
                      <a:pt x="543" y="49"/>
                    </a:cubicBezTo>
                    <a:cubicBezTo>
                      <a:pt x="506" y="78"/>
                      <a:pt x="477" y="122"/>
                      <a:pt x="455" y="166"/>
                    </a:cubicBezTo>
                    <a:cubicBezTo>
                      <a:pt x="425" y="122"/>
                      <a:pt x="381" y="78"/>
                      <a:pt x="337" y="49"/>
                    </a:cubicBezTo>
                    <a:cubicBezTo>
                      <a:pt x="302" y="31"/>
                      <a:pt x="261" y="21"/>
                      <a:pt x="221" y="21"/>
                    </a:cubicBezTo>
                    <a:cubicBezTo>
                      <a:pt x="195" y="21"/>
                      <a:pt x="170" y="26"/>
                      <a:pt x="147" y="34"/>
                    </a:cubicBezTo>
                    <a:cubicBezTo>
                      <a:pt x="96" y="49"/>
                      <a:pt x="52" y="86"/>
                      <a:pt x="30" y="137"/>
                    </a:cubicBezTo>
                    <a:cubicBezTo>
                      <a:pt x="0" y="232"/>
                      <a:pt x="8" y="335"/>
                      <a:pt x="52" y="430"/>
                    </a:cubicBezTo>
                    <a:cubicBezTo>
                      <a:pt x="59" y="445"/>
                      <a:pt x="74" y="452"/>
                      <a:pt x="96" y="460"/>
                    </a:cubicBezTo>
                    <a:cubicBezTo>
                      <a:pt x="101" y="461"/>
                      <a:pt x="106" y="462"/>
                      <a:pt x="111" y="462"/>
                    </a:cubicBezTo>
                    <a:cubicBezTo>
                      <a:pt x="148" y="462"/>
                      <a:pt x="174" y="418"/>
                      <a:pt x="161" y="386"/>
                    </a:cubicBezTo>
                    <a:cubicBezTo>
                      <a:pt x="132" y="320"/>
                      <a:pt x="125" y="247"/>
                      <a:pt x="139" y="181"/>
                    </a:cubicBezTo>
                    <a:cubicBezTo>
                      <a:pt x="147" y="159"/>
                      <a:pt x="161" y="144"/>
                      <a:pt x="183" y="144"/>
                    </a:cubicBezTo>
                    <a:cubicBezTo>
                      <a:pt x="200" y="138"/>
                      <a:pt x="216" y="134"/>
                      <a:pt x="232" y="134"/>
                    </a:cubicBezTo>
                    <a:cubicBezTo>
                      <a:pt x="252" y="134"/>
                      <a:pt x="270" y="139"/>
                      <a:pt x="286" y="152"/>
                    </a:cubicBezTo>
                    <a:cubicBezTo>
                      <a:pt x="352" y="196"/>
                      <a:pt x="396" y="262"/>
                      <a:pt x="418" y="342"/>
                    </a:cubicBezTo>
                    <a:cubicBezTo>
                      <a:pt x="424" y="361"/>
                      <a:pt x="442" y="380"/>
                      <a:pt x="465" y="380"/>
                    </a:cubicBezTo>
                    <a:cubicBezTo>
                      <a:pt x="469" y="380"/>
                      <a:pt x="473" y="380"/>
                      <a:pt x="477" y="379"/>
                    </a:cubicBezTo>
                    <a:cubicBezTo>
                      <a:pt x="499" y="379"/>
                      <a:pt x="521" y="357"/>
                      <a:pt x="528" y="335"/>
                    </a:cubicBezTo>
                    <a:cubicBezTo>
                      <a:pt x="528" y="262"/>
                      <a:pt x="557" y="188"/>
                      <a:pt x="609" y="137"/>
                    </a:cubicBezTo>
                    <a:cubicBezTo>
                      <a:pt x="636" y="120"/>
                      <a:pt x="664" y="112"/>
                      <a:pt x="694" y="112"/>
                    </a:cubicBezTo>
                    <a:cubicBezTo>
                      <a:pt x="704" y="112"/>
                      <a:pt x="715" y="113"/>
                      <a:pt x="726" y="115"/>
                    </a:cubicBezTo>
                    <a:cubicBezTo>
                      <a:pt x="748" y="122"/>
                      <a:pt x="777" y="137"/>
                      <a:pt x="792" y="159"/>
                    </a:cubicBezTo>
                    <a:cubicBezTo>
                      <a:pt x="814" y="225"/>
                      <a:pt x="807" y="306"/>
                      <a:pt x="785" y="372"/>
                    </a:cubicBezTo>
                    <a:cubicBezTo>
                      <a:pt x="771" y="413"/>
                      <a:pt x="803" y="443"/>
                      <a:pt x="837" y="443"/>
                    </a:cubicBezTo>
                    <a:cubicBezTo>
                      <a:pt x="857" y="443"/>
                      <a:pt x="876" y="433"/>
                      <a:pt x="887" y="408"/>
                    </a:cubicBezTo>
                    <a:cubicBezTo>
                      <a:pt x="924" y="313"/>
                      <a:pt x="924" y="203"/>
                      <a:pt x="887" y="100"/>
                    </a:cubicBezTo>
                    <a:cubicBezTo>
                      <a:pt x="858" y="49"/>
                      <a:pt x="799" y="12"/>
                      <a:pt x="741" y="5"/>
                    </a:cubicBezTo>
                    <a:cubicBezTo>
                      <a:pt x="727" y="2"/>
                      <a:pt x="712" y="0"/>
                      <a:pt x="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59"/>
              <p:cNvSpPr/>
              <p:nvPr/>
            </p:nvSpPr>
            <p:spPr>
              <a:xfrm>
                <a:off x="9873031" y="3698193"/>
                <a:ext cx="23432" cy="18731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47" extrusionOk="0">
                    <a:moveTo>
                      <a:pt x="123" y="1"/>
                    </a:moveTo>
                    <a:cubicBezTo>
                      <a:pt x="109" y="1"/>
                      <a:pt x="95" y="6"/>
                      <a:pt x="81" y="16"/>
                    </a:cubicBezTo>
                    <a:cubicBezTo>
                      <a:pt x="15" y="53"/>
                      <a:pt x="1" y="148"/>
                      <a:pt x="59" y="207"/>
                    </a:cubicBezTo>
                    <a:cubicBezTo>
                      <a:pt x="90" y="231"/>
                      <a:pt x="130" y="245"/>
                      <a:pt x="172" y="245"/>
                    </a:cubicBezTo>
                    <a:cubicBezTo>
                      <a:pt x="181" y="245"/>
                      <a:pt x="190" y="245"/>
                      <a:pt x="199" y="244"/>
                    </a:cubicBezTo>
                    <a:cubicBezTo>
                      <a:pt x="205" y="246"/>
                      <a:pt x="212" y="247"/>
                      <a:pt x="219" y="247"/>
                    </a:cubicBezTo>
                    <a:cubicBezTo>
                      <a:pt x="237" y="247"/>
                      <a:pt x="256" y="241"/>
                      <a:pt x="272" y="236"/>
                    </a:cubicBezTo>
                    <a:cubicBezTo>
                      <a:pt x="294" y="229"/>
                      <a:pt x="309" y="207"/>
                      <a:pt x="309" y="178"/>
                    </a:cubicBezTo>
                    <a:cubicBezTo>
                      <a:pt x="301" y="163"/>
                      <a:pt x="287" y="141"/>
                      <a:pt x="272" y="134"/>
                    </a:cubicBezTo>
                    <a:cubicBezTo>
                      <a:pt x="250" y="126"/>
                      <a:pt x="228" y="112"/>
                      <a:pt x="206" y="97"/>
                    </a:cubicBezTo>
                    <a:cubicBezTo>
                      <a:pt x="191" y="82"/>
                      <a:pt x="191" y="60"/>
                      <a:pt x="177" y="38"/>
                    </a:cubicBezTo>
                    <a:cubicBezTo>
                      <a:pt x="167" y="15"/>
                      <a:pt x="146" y="1"/>
                      <a:pt x="12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59"/>
              <p:cNvSpPr/>
              <p:nvPr/>
            </p:nvSpPr>
            <p:spPr>
              <a:xfrm>
                <a:off x="9814640" y="3613868"/>
                <a:ext cx="20702" cy="12816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69" extrusionOk="0">
                    <a:moveTo>
                      <a:pt x="216" y="0"/>
                    </a:moveTo>
                    <a:cubicBezTo>
                      <a:pt x="200" y="0"/>
                      <a:pt x="185" y="11"/>
                      <a:pt x="169" y="21"/>
                    </a:cubicBezTo>
                    <a:cubicBezTo>
                      <a:pt x="147" y="43"/>
                      <a:pt x="111" y="51"/>
                      <a:pt x="81" y="51"/>
                    </a:cubicBezTo>
                    <a:cubicBezTo>
                      <a:pt x="59" y="51"/>
                      <a:pt x="37" y="51"/>
                      <a:pt x="23" y="65"/>
                    </a:cubicBezTo>
                    <a:cubicBezTo>
                      <a:pt x="8" y="80"/>
                      <a:pt x="1" y="102"/>
                      <a:pt x="8" y="117"/>
                    </a:cubicBezTo>
                    <a:cubicBezTo>
                      <a:pt x="15" y="124"/>
                      <a:pt x="30" y="131"/>
                      <a:pt x="45" y="131"/>
                    </a:cubicBezTo>
                    <a:lnTo>
                      <a:pt x="81" y="131"/>
                    </a:lnTo>
                    <a:cubicBezTo>
                      <a:pt x="103" y="139"/>
                      <a:pt x="125" y="146"/>
                      <a:pt x="140" y="161"/>
                    </a:cubicBezTo>
                    <a:cubicBezTo>
                      <a:pt x="150" y="166"/>
                      <a:pt x="162" y="168"/>
                      <a:pt x="173" y="168"/>
                    </a:cubicBezTo>
                    <a:cubicBezTo>
                      <a:pt x="194" y="168"/>
                      <a:pt x="216" y="160"/>
                      <a:pt x="235" y="146"/>
                    </a:cubicBezTo>
                    <a:cubicBezTo>
                      <a:pt x="272" y="109"/>
                      <a:pt x="272" y="51"/>
                      <a:pt x="235" y="7"/>
                    </a:cubicBezTo>
                    <a:cubicBezTo>
                      <a:pt x="229" y="2"/>
                      <a:pt x="222" y="0"/>
                      <a:pt x="2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59"/>
              <p:cNvSpPr/>
              <p:nvPr/>
            </p:nvSpPr>
            <p:spPr>
              <a:xfrm>
                <a:off x="9729025" y="3643897"/>
                <a:ext cx="23432" cy="14408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90" extrusionOk="0">
                    <a:moveTo>
                      <a:pt x="177" y="1"/>
                    </a:moveTo>
                    <a:cubicBezTo>
                      <a:pt x="144" y="1"/>
                      <a:pt x="107" y="10"/>
                      <a:pt x="81" y="14"/>
                    </a:cubicBezTo>
                    <a:cubicBezTo>
                      <a:pt x="59" y="21"/>
                      <a:pt x="45" y="28"/>
                      <a:pt x="23" y="43"/>
                    </a:cubicBezTo>
                    <a:cubicBezTo>
                      <a:pt x="8" y="58"/>
                      <a:pt x="1" y="80"/>
                      <a:pt x="8" y="102"/>
                    </a:cubicBezTo>
                    <a:cubicBezTo>
                      <a:pt x="23" y="124"/>
                      <a:pt x="45" y="138"/>
                      <a:pt x="67" y="146"/>
                    </a:cubicBezTo>
                    <a:lnTo>
                      <a:pt x="191" y="182"/>
                    </a:lnTo>
                    <a:cubicBezTo>
                      <a:pt x="213" y="190"/>
                      <a:pt x="228" y="190"/>
                      <a:pt x="250" y="190"/>
                    </a:cubicBezTo>
                    <a:cubicBezTo>
                      <a:pt x="265" y="190"/>
                      <a:pt x="279" y="182"/>
                      <a:pt x="294" y="168"/>
                    </a:cubicBezTo>
                    <a:cubicBezTo>
                      <a:pt x="309" y="138"/>
                      <a:pt x="279" y="102"/>
                      <a:pt x="265" y="80"/>
                    </a:cubicBezTo>
                    <a:cubicBezTo>
                      <a:pt x="257" y="65"/>
                      <a:pt x="257" y="36"/>
                      <a:pt x="235" y="21"/>
                    </a:cubicBezTo>
                    <a:cubicBezTo>
                      <a:pt x="223" y="6"/>
                      <a:pt x="201" y="1"/>
                      <a:pt x="1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Graphic 2" descr="Badge 1 with solid fill">
            <a:extLst>
              <a:ext uri="{FF2B5EF4-FFF2-40B4-BE49-F238E27FC236}">
                <a16:creationId xmlns:a16="http://schemas.microsoft.com/office/drawing/2014/main" id="{07D6288F-548F-F9F0-5B32-DF518AAA3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6645" y="1790450"/>
            <a:ext cx="572079" cy="572079"/>
          </a:xfrm>
          <a:prstGeom prst="rect">
            <a:avLst/>
          </a:prstGeom>
        </p:spPr>
      </p:pic>
      <p:pic>
        <p:nvPicPr>
          <p:cNvPr id="5" name="Graphic 4" descr="Badge 4 with solid fill">
            <a:extLst>
              <a:ext uri="{FF2B5EF4-FFF2-40B4-BE49-F238E27FC236}">
                <a16:creationId xmlns:a16="http://schemas.microsoft.com/office/drawing/2014/main" id="{34E05FEE-3203-2FEE-3CB9-251AD03E9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4373" y="3524248"/>
            <a:ext cx="613830" cy="613830"/>
          </a:xfrm>
          <a:prstGeom prst="rect">
            <a:avLst/>
          </a:prstGeom>
        </p:spPr>
      </p:pic>
      <p:pic>
        <p:nvPicPr>
          <p:cNvPr id="7" name="Graphic 6" descr="Badge 3 with solid fill">
            <a:extLst>
              <a:ext uri="{FF2B5EF4-FFF2-40B4-BE49-F238E27FC236}">
                <a16:creationId xmlns:a16="http://schemas.microsoft.com/office/drawing/2014/main" id="{466F217C-9735-E7F7-81A9-162AB9BD8D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6432" y="3535411"/>
            <a:ext cx="671987" cy="671987"/>
          </a:xfrm>
          <a:prstGeom prst="rect">
            <a:avLst/>
          </a:prstGeom>
        </p:spPr>
      </p:pic>
      <p:pic>
        <p:nvPicPr>
          <p:cNvPr id="9" name="Graphic 8" descr="Badge with solid fill">
            <a:extLst>
              <a:ext uri="{FF2B5EF4-FFF2-40B4-BE49-F238E27FC236}">
                <a16:creationId xmlns:a16="http://schemas.microsoft.com/office/drawing/2014/main" id="{7D4BAA45-9DBC-D0C3-92F7-99AD1D637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6280" y="1790450"/>
            <a:ext cx="610966" cy="610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48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Tools Utilised </a:t>
            </a:r>
            <a:endParaRPr dirty="0"/>
          </a:p>
        </p:txBody>
      </p:sp>
      <p:sp>
        <p:nvSpPr>
          <p:cNvPr id="1895" name="Google Shape;1895;p48"/>
          <p:cNvSpPr txBox="1">
            <a:spLocks noGrp="1"/>
          </p:cNvSpPr>
          <p:nvPr>
            <p:ph type="subTitle" idx="1"/>
          </p:nvPr>
        </p:nvSpPr>
        <p:spPr>
          <a:xfrm>
            <a:off x="1422953" y="2485188"/>
            <a:ext cx="2852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Excel</a:t>
            </a:r>
            <a:endParaRPr dirty="0"/>
          </a:p>
        </p:txBody>
      </p:sp>
      <p:sp>
        <p:nvSpPr>
          <p:cNvPr id="1896" name="Google Shape;1896;p48"/>
          <p:cNvSpPr txBox="1">
            <a:spLocks noGrp="1"/>
          </p:cNvSpPr>
          <p:nvPr>
            <p:ph type="subTitle" idx="2"/>
          </p:nvPr>
        </p:nvSpPr>
        <p:spPr>
          <a:xfrm>
            <a:off x="1422953" y="2798213"/>
            <a:ext cx="2852700" cy="9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Data cleaning and initial validation.</a:t>
            </a:r>
            <a:endParaRPr dirty="0"/>
          </a:p>
        </p:txBody>
      </p:sp>
      <p:sp>
        <p:nvSpPr>
          <p:cNvPr id="1897" name="Google Shape;1897;p48"/>
          <p:cNvSpPr txBox="1">
            <a:spLocks noGrp="1"/>
          </p:cNvSpPr>
          <p:nvPr>
            <p:ph type="subTitle" idx="3"/>
          </p:nvPr>
        </p:nvSpPr>
        <p:spPr>
          <a:xfrm>
            <a:off x="4868366" y="2485188"/>
            <a:ext cx="2852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Power BI</a:t>
            </a:r>
            <a:endParaRPr dirty="0"/>
          </a:p>
        </p:txBody>
      </p:sp>
      <p:sp>
        <p:nvSpPr>
          <p:cNvPr id="1898" name="Google Shape;1898;p48"/>
          <p:cNvSpPr txBox="1">
            <a:spLocks noGrp="1"/>
          </p:cNvSpPr>
          <p:nvPr>
            <p:ph type="subTitle" idx="4"/>
          </p:nvPr>
        </p:nvSpPr>
        <p:spPr>
          <a:xfrm>
            <a:off x="4868366" y="2798213"/>
            <a:ext cx="2852700" cy="9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Data modelling and dashboarding.</a:t>
            </a:r>
            <a:endParaRPr dirty="0"/>
          </a:p>
        </p:txBody>
      </p:sp>
      <p:sp>
        <p:nvSpPr>
          <p:cNvPr id="1899" name="Google Shape;1899;p48"/>
          <p:cNvSpPr/>
          <p:nvPr/>
        </p:nvSpPr>
        <p:spPr>
          <a:xfrm rot="1800033">
            <a:off x="2096364" y="1502263"/>
            <a:ext cx="1505878" cy="890026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0" name="Google Shape;1900;p48"/>
          <p:cNvSpPr/>
          <p:nvPr/>
        </p:nvSpPr>
        <p:spPr>
          <a:xfrm rot="-442135">
            <a:off x="5541782" y="1502268"/>
            <a:ext cx="1505868" cy="890029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48"/>
          <p:cNvGrpSpPr/>
          <p:nvPr/>
        </p:nvGrpSpPr>
        <p:grpSpPr>
          <a:xfrm>
            <a:off x="7098507" y="3869062"/>
            <a:ext cx="886746" cy="1173169"/>
            <a:chOff x="6945657" y="3883712"/>
            <a:chExt cx="886746" cy="1173169"/>
          </a:xfrm>
        </p:grpSpPr>
        <p:sp>
          <p:nvSpPr>
            <p:cNvPr id="1909" name="Google Shape;1909;p48"/>
            <p:cNvSpPr/>
            <p:nvPr/>
          </p:nvSpPr>
          <p:spPr>
            <a:xfrm>
              <a:off x="6945657" y="3883712"/>
              <a:ext cx="886746" cy="1173169"/>
            </a:xfrm>
            <a:custGeom>
              <a:avLst/>
              <a:gdLst/>
              <a:ahLst/>
              <a:cxnLst/>
              <a:rect l="l" t="t" r="r" b="b"/>
              <a:pathLst>
                <a:path w="26623" h="35225" extrusionOk="0">
                  <a:moveTo>
                    <a:pt x="19363" y="7070"/>
                  </a:moveTo>
                  <a:cubicBezTo>
                    <a:pt x="19349" y="7077"/>
                    <a:pt x="19342" y="7085"/>
                    <a:pt x="19327" y="7099"/>
                  </a:cubicBezTo>
                  <a:lnTo>
                    <a:pt x="19327" y="7092"/>
                  </a:lnTo>
                  <a:cubicBezTo>
                    <a:pt x="19342" y="7085"/>
                    <a:pt x="19349" y="7077"/>
                    <a:pt x="19363" y="7070"/>
                  </a:cubicBezTo>
                  <a:close/>
                  <a:moveTo>
                    <a:pt x="19268" y="7136"/>
                  </a:moveTo>
                  <a:lnTo>
                    <a:pt x="19268" y="7136"/>
                  </a:lnTo>
                  <a:cubicBezTo>
                    <a:pt x="19254" y="7143"/>
                    <a:pt x="19239" y="7158"/>
                    <a:pt x="19232" y="7165"/>
                  </a:cubicBezTo>
                  <a:lnTo>
                    <a:pt x="19224" y="7165"/>
                  </a:lnTo>
                  <a:cubicBezTo>
                    <a:pt x="19239" y="7151"/>
                    <a:pt x="19254" y="7143"/>
                    <a:pt x="19268" y="7136"/>
                  </a:cubicBezTo>
                  <a:close/>
                  <a:moveTo>
                    <a:pt x="18366" y="7481"/>
                  </a:moveTo>
                  <a:cubicBezTo>
                    <a:pt x="18330" y="7488"/>
                    <a:pt x="18286" y="7503"/>
                    <a:pt x="18249" y="7510"/>
                  </a:cubicBezTo>
                  <a:cubicBezTo>
                    <a:pt x="18286" y="7495"/>
                    <a:pt x="18330" y="7488"/>
                    <a:pt x="18366" y="7481"/>
                  </a:cubicBezTo>
                  <a:close/>
                  <a:moveTo>
                    <a:pt x="17223" y="7671"/>
                  </a:moveTo>
                  <a:cubicBezTo>
                    <a:pt x="17142" y="7686"/>
                    <a:pt x="17054" y="7693"/>
                    <a:pt x="16966" y="7701"/>
                  </a:cubicBezTo>
                  <a:lnTo>
                    <a:pt x="17223" y="7671"/>
                  </a:lnTo>
                  <a:close/>
                  <a:moveTo>
                    <a:pt x="16951" y="7701"/>
                  </a:moveTo>
                  <a:cubicBezTo>
                    <a:pt x="16827" y="7723"/>
                    <a:pt x="16695" y="7730"/>
                    <a:pt x="16556" y="7737"/>
                  </a:cubicBezTo>
                  <a:cubicBezTo>
                    <a:pt x="16278" y="7760"/>
                    <a:pt x="15984" y="7774"/>
                    <a:pt x="15674" y="7784"/>
                  </a:cubicBezTo>
                  <a:lnTo>
                    <a:pt x="15674" y="7784"/>
                  </a:lnTo>
                  <a:cubicBezTo>
                    <a:pt x="16131" y="7769"/>
                    <a:pt x="16558" y="7742"/>
                    <a:pt x="16951" y="7701"/>
                  </a:cubicBezTo>
                  <a:close/>
                  <a:moveTo>
                    <a:pt x="21325" y="12629"/>
                  </a:moveTo>
                  <a:cubicBezTo>
                    <a:pt x="21536" y="12629"/>
                    <a:pt x="21747" y="12653"/>
                    <a:pt x="21952" y="12701"/>
                  </a:cubicBezTo>
                  <a:cubicBezTo>
                    <a:pt x="23015" y="12957"/>
                    <a:pt x="23880" y="13801"/>
                    <a:pt x="24276" y="14820"/>
                  </a:cubicBezTo>
                  <a:cubicBezTo>
                    <a:pt x="24672" y="15839"/>
                    <a:pt x="24635" y="16990"/>
                    <a:pt x="24305" y="18024"/>
                  </a:cubicBezTo>
                  <a:cubicBezTo>
                    <a:pt x="23961" y="19094"/>
                    <a:pt x="23477" y="20106"/>
                    <a:pt x="22868" y="21052"/>
                  </a:cubicBezTo>
                  <a:cubicBezTo>
                    <a:pt x="22274" y="21968"/>
                    <a:pt x="21570" y="22797"/>
                    <a:pt x="21277" y="23853"/>
                  </a:cubicBezTo>
                  <a:cubicBezTo>
                    <a:pt x="20500" y="21037"/>
                    <a:pt x="19584" y="17965"/>
                    <a:pt x="18894" y="15714"/>
                  </a:cubicBezTo>
                  <a:lnTo>
                    <a:pt x="18894" y="15714"/>
                  </a:lnTo>
                  <a:cubicBezTo>
                    <a:pt x="18997" y="15744"/>
                    <a:pt x="19107" y="15766"/>
                    <a:pt x="19217" y="15773"/>
                  </a:cubicBezTo>
                  <a:cubicBezTo>
                    <a:pt x="19275" y="15776"/>
                    <a:pt x="19335" y="15778"/>
                    <a:pt x="19396" y="15778"/>
                  </a:cubicBezTo>
                  <a:cubicBezTo>
                    <a:pt x="19843" y="15778"/>
                    <a:pt x="20327" y="15673"/>
                    <a:pt x="20566" y="15311"/>
                  </a:cubicBezTo>
                  <a:cubicBezTo>
                    <a:pt x="20837" y="14878"/>
                    <a:pt x="20779" y="14314"/>
                    <a:pt x="20434" y="13940"/>
                  </a:cubicBezTo>
                  <a:cubicBezTo>
                    <a:pt x="20234" y="13731"/>
                    <a:pt x="19954" y="13629"/>
                    <a:pt x="19671" y="13629"/>
                  </a:cubicBezTo>
                  <a:cubicBezTo>
                    <a:pt x="19468" y="13629"/>
                    <a:pt x="19263" y="13682"/>
                    <a:pt x="19085" y="13786"/>
                  </a:cubicBezTo>
                  <a:cubicBezTo>
                    <a:pt x="19558" y="13040"/>
                    <a:pt x="20442" y="12629"/>
                    <a:pt x="21325" y="12629"/>
                  </a:cubicBezTo>
                  <a:close/>
                  <a:moveTo>
                    <a:pt x="15409" y="1"/>
                  </a:moveTo>
                  <a:cubicBezTo>
                    <a:pt x="14579" y="1"/>
                    <a:pt x="13848" y="587"/>
                    <a:pt x="13674" y="1417"/>
                  </a:cubicBezTo>
                  <a:cubicBezTo>
                    <a:pt x="13491" y="2326"/>
                    <a:pt x="14033" y="3221"/>
                    <a:pt x="14928" y="3477"/>
                  </a:cubicBezTo>
                  <a:lnTo>
                    <a:pt x="14745" y="4900"/>
                  </a:lnTo>
                  <a:cubicBezTo>
                    <a:pt x="13791" y="4739"/>
                    <a:pt x="12743" y="4607"/>
                    <a:pt x="11643" y="4519"/>
                  </a:cubicBezTo>
                  <a:cubicBezTo>
                    <a:pt x="9793" y="4365"/>
                    <a:pt x="8119" y="4264"/>
                    <a:pt x="6804" y="4264"/>
                  </a:cubicBezTo>
                  <a:cubicBezTo>
                    <a:pt x="5919" y="4264"/>
                    <a:pt x="5197" y="4310"/>
                    <a:pt x="4693" y="4416"/>
                  </a:cubicBezTo>
                  <a:cubicBezTo>
                    <a:pt x="4390" y="4392"/>
                    <a:pt x="4024" y="4371"/>
                    <a:pt x="3664" y="4371"/>
                  </a:cubicBezTo>
                  <a:cubicBezTo>
                    <a:pt x="2945" y="4371"/>
                    <a:pt x="2249" y="4453"/>
                    <a:pt x="2127" y="4746"/>
                  </a:cubicBezTo>
                  <a:cubicBezTo>
                    <a:pt x="2083" y="4849"/>
                    <a:pt x="2127" y="4944"/>
                    <a:pt x="2244" y="5032"/>
                  </a:cubicBezTo>
                  <a:cubicBezTo>
                    <a:pt x="2757" y="6352"/>
                    <a:pt x="4861" y="11762"/>
                    <a:pt x="5074" y="12276"/>
                  </a:cubicBezTo>
                  <a:cubicBezTo>
                    <a:pt x="5316" y="12855"/>
                    <a:pt x="0" y="29476"/>
                    <a:pt x="338" y="31016"/>
                  </a:cubicBezTo>
                  <a:cubicBezTo>
                    <a:pt x="580" y="32123"/>
                    <a:pt x="3285" y="33802"/>
                    <a:pt x="5111" y="34660"/>
                  </a:cubicBezTo>
                  <a:cubicBezTo>
                    <a:pt x="5836" y="35004"/>
                    <a:pt x="6423" y="35224"/>
                    <a:pt x="6665" y="35224"/>
                  </a:cubicBezTo>
                  <a:lnTo>
                    <a:pt x="16372" y="35224"/>
                  </a:lnTo>
                  <a:cubicBezTo>
                    <a:pt x="16372" y="35224"/>
                    <a:pt x="22465" y="32805"/>
                    <a:pt x="22854" y="31118"/>
                  </a:cubicBezTo>
                  <a:cubicBezTo>
                    <a:pt x="22949" y="30686"/>
                    <a:pt x="22678" y="29271"/>
                    <a:pt x="22216" y="27394"/>
                  </a:cubicBezTo>
                  <a:cubicBezTo>
                    <a:pt x="22274" y="27394"/>
                    <a:pt x="22326" y="27379"/>
                    <a:pt x="22377" y="27357"/>
                  </a:cubicBezTo>
                  <a:cubicBezTo>
                    <a:pt x="22458" y="27313"/>
                    <a:pt x="22516" y="27240"/>
                    <a:pt x="22538" y="27159"/>
                  </a:cubicBezTo>
                  <a:cubicBezTo>
                    <a:pt x="22575" y="27049"/>
                    <a:pt x="22582" y="26932"/>
                    <a:pt x="22560" y="26822"/>
                  </a:cubicBezTo>
                  <a:cubicBezTo>
                    <a:pt x="22509" y="26624"/>
                    <a:pt x="22399" y="26455"/>
                    <a:pt x="22333" y="26265"/>
                  </a:cubicBezTo>
                  <a:cubicBezTo>
                    <a:pt x="22164" y="25825"/>
                    <a:pt x="22245" y="25326"/>
                    <a:pt x="22443" y="24894"/>
                  </a:cubicBezTo>
                  <a:cubicBezTo>
                    <a:pt x="22634" y="24468"/>
                    <a:pt x="22934" y="24094"/>
                    <a:pt x="23220" y="23728"/>
                  </a:cubicBezTo>
                  <a:cubicBezTo>
                    <a:pt x="24159" y="22525"/>
                    <a:pt x="25031" y="21250"/>
                    <a:pt x="25647" y="19864"/>
                  </a:cubicBezTo>
                  <a:cubicBezTo>
                    <a:pt x="26270" y="18471"/>
                    <a:pt x="26622" y="16931"/>
                    <a:pt x="26497" y="15414"/>
                  </a:cubicBezTo>
                  <a:cubicBezTo>
                    <a:pt x="26365" y="13896"/>
                    <a:pt x="25728" y="12393"/>
                    <a:pt x="24598" y="11366"/>
                  </a:cubicBezTo>
                  <a:cubicBezTo>
                    <a:pt x="23829" y="10670"/>
                    <a:pt x="22846" y="10237"/>
                    <a:pt x="21812" y="10135"/>
                  </a:cubicBezTo>
                  <a:cubicBezTo>
                    <a:pt x="21682" y="10123"/>
                    <a:pt x="21551" y="10117"/>
                    <a:pt x="21420" y="10117"/>
                  </a:cubicBezTo>
                  <a:cubicBezTo>
                    <a:pt x="21061" y="10117"/>
                    <a:pt x="20703" y="10163"/>
                    <a:pt x="20353" y="10259"/>
                  </a:cubicBezTo>
                  <a:cubicBezTo>
                    <a:pt x="19246" y="10575"/>
                    <a:pt x="18337" y="11366"/>
                    <a:pt x="17875" y="12415"/>
                  </a:cubicBezTo>
                  <a:lnTo>
                    <a:pt x="19479" y="6938"/>
                  </a:lnTo>
                  <a:lnTo>
                    <a:pt x="19479" y="6938"/>
                  </a:lnTo>
                  <a:cubicBezTo>
                    <a:pt x="19476" y="6943"/>
                    <a:pt x="19471" y="6948"/>
                    <a:pt x="19466" y="6953"/>
                  </a:cubicBezTo>
                  <a:cubicBezTo>
                    <a:pt x="19471" y="6946"/>
                    <a:pt x="19476" y="6940"/>
                    <a:pt x="19480" y="6933"/>
                  </a:cubicBezTo>
                  <a:lnTo>
                    <a:pt x="19480" y="6933"/>
                  </a:lnTo>
                  <a:lnTo>
                    <a:pt x="19479" y="6938"/>
                  </a:lnTo>
                  <a:lnTo>
                    <a:pt x="19479" y="6938"/>
                  </a:lnTo>
                  <a:cubicBezTo>
                    <a:pt x="19480" y="6936"/>
                    <a:pt x="19481" y="6934"/>
                    <a:pt x="19481" y="6932"/>
                  </a:cubicBezTo>
                  <a:lnTo>
                    <a:pt x="19481" y="6932"/>
                  </a:lnTo>
                  <a:cubicBezTo>
                    <a:pt x="19481" y="6932"/>
                    <a:pt x="19481" y="6932"/>
                    <a:pt x="19480" y="6933"/>
                  </a:cubicBezTo>
                  <a:lnTo>
                    <a:pt x="19480" y="6933"/>
                  </a:lnTo>
                  <a:lnTo>
                    <a:pt x="19481" y="6931"/>
                  </a:lnTo>
                  <a:lnTo>
                    <a:pt x="19481" y="6931"/>
                  </a:lnTo>
                  <a:cubicBezTo>
                    <a:pt x="19481" y="6931"/>
                    <a:pt x="19481" y="6932"/>
                    <a:pt x="19481" y="6932"/>
                  </a:cubicBezTo>
                  <a:lnTo>
                    <a:pt x="19481" y="6932"/>
                  </a:lnTo>
                  <a:cubicBezTo>
                    <a:pt x="19517" y="6877"/>
                    <a:pt x="19540" y="6812"/>
                    <a:pt x="19540" y="6747"/>
                  </a:cubicBezTo>
                  <a:cubicBezTo>
                    <a:pt x="19540" y="6139"/>
                    <a:pt x="17795" y="5464"/>
                    <a:pt x="15258" y="4995"/>
                  </a:cubicBezTo>
                  <a:lnTo>
                    <a:pt x="15441" y="3543"/>
                  </a:lnTo>
                  <a:cubicBezTo>
                    <a:pt x="16365" y="3529"/>
                    <a:pt x="17127" y="2803"/>
                    <a:pt x="17179" y="1879"/>
                  </a:cubicBezTo>
                  <a:cubicBezTo>
                    <a:pt x="17237" y="948"/>
                    <a:pt x="16563" y="134"/>
                    <a:pt x="15646" y="17"/>
                  </a:cubicBezTo>
                  <a:cubicBezTo>
                    <a:pt x="15567" y="6"/>
                    <a:pt x="15487" y="1"/>
                    <a:pt x="15409" y="1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66675" dir="282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10" name="Google Shape;1910;p48"/>
            <p:cNvGrpSpPr/>
            <p:nvPr/>
          </p:nvGrpSpPr>
          <p:grpSpPr>
            <a:xfrm>
              <a:off x="6945774" y="3883862"/>
              <a:ext cx="886512" cy="1172902"/>
              <a:chOff x="8190200" y="3281275"/>
              <a:chExt cx="665400" cy="880425"/>
            </a:xfrm>
          </p:grpSpPr>
          <p:sp>
            <p:nvSpPr>
              <p:cNvPr id="1911" name="Google Shape;1911;p48"/>
              <p:cNvSpPr/>
              <p:nvPr/>
            </p:nvSpPr>
            <p:spPr>
              <a:xfrm>
                <a:off x="8238225" y="3387675"/>
                <a:ext cx="440450" cy="88525"/>
              </a:xfrm>
              <a:custGeom>
                <a:avLst/>
                <a:gdLst/>
                <a:ahLst/>
                <a:cxnLst/>
                <a:rect l="l" t="t" r="r" b="b"/>
                <a:pathLst>
                  <a:path w="17618" h="3541" extrusionOk="0">
                    <a:moveTo>
                      <a:pt x="4879" y="0"/>
                    </a:moveTo>
                    <a:cubicBezTo>
                      <a:pt x="3995" y="0"/>
                      <a:pt x="3273" y="46"/>
                      <a:pt x="2772" y="152"/>
                    </a:cubicBezTo>
                    <a:cubicBezTo>
                      <a:pt x="2467" y="128"/>
                      <a:pt x="2100" y="107"/>
                      <a:pt x="1740" y="107"/>
                    </a:cubicBezTo>
                    <a:cubicBezTo>
                      <a:pt x="1021" y="107"/>
                      <a:pt x="328" y="189"/>
                      <a:pt x="206" y="482"/>
                    </a:cubicBezTo>
                    <a:cubicBezTo>
                      <a:pt x="1" y="936"/>
                      <a:pt x="1577" y="1230"/>
                      <a:pt x="2479" y="1354"/>
                    </a:cubicBezTo>
                    <a:cubicBezTo>
                      <a:pt x="3579" y="2183"/>
                      <a:pt x="6372" y="3129"/>
                      <a:pt x="9730" y="3407"/>
                    </a:cubicBezTo>
                    <a:cubicBezTo>
                      <a:pt x="10805" y="3498"/>
                      <a:pt x="11829" y="3540"/>
                      <a:pt x="12762" y="3540"/>
                    </a:cubicBezTo>
                    <a:cubicBezTo>
                      <a:pt x="15616" y="3540"/>
                      <a:pt x="17617" y="3141"/>
                      <a:pt x="17612" y="2483"/>
                    </a:cubicBezTo>
                    <a:cubicBezTo>
                      <a:pt x="17612" y="1611"/>
                      <a:pt x="14070" y="614"/>
                      <a:pt x="9715" y="255"/>
                    </a:cubicBezTo>
                    <a:cubicBezTo>
                      <a:pt x="7870" y="101"/>
                      <a:pt x="6194" y="0"/>
                      <a:pt x="487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48"/>
              <p:cNvSpPr/>
              <p:nvPr/>
            </p:nvSpPr>
            <p:spPr>
              <a:xfrm>
                <a:off x="8360300" y="3406925"/>
                <a:ext cx="286525" cy="45075"/>
              </a:xfrm>
              <a:custGeom>
                <a:avLst/>
                <a:gdLst/>
                <a:ahLst/>
                <a:cxnLst/>
                <a:rect l="l" t="t" r="r" b="b"/>
                <a:pathLst>
                  <a:path w="11461" h="1803" extrusionOk="0">
                    <a:moveTo>
                      <a:pt x="1252" y="0"/>
                    </a:moveTo>
                    <a:cubicBezTo>
                      <a:pt x="933" y="0"/>
                      <a:pt x="613" y="4"/>
                      <a:pt x="294" y="12"/>
                    </a:cubicBezTo>
                    <a:cubicBezTo>
                      <a:pt x="3" y="20"/>
                      <a:pt x="1" y="467"/>
                      <a:pt x="287" y="467"/>
                    </a:cubicBezTo>
                    <a:cubicBezTo>
                      <a:pt x="289" y="467"/>
                      <a:pt x="292" y="467"/>
                      <a:pt x="294" y="467"/>
                    </a:cubicBezTo>
                    <a:cubicBezTo>
                      <a:pt x="594" y="460"/>
                      <a:pt x="893" y="456"/>
                      <a:pt x="1193" y="456"/>
                    </a:cubicBezTo>
                    <a:cubicBezTo>
                      <a:pt x="4534" y="456"/>
                      <a:pt x="7856" y="906"/>
                      <a:pt x="11079" y="1794"/>
                    </a:cubicBezTo>
                    <a:cubicBezTo>
                      <a:pt x="11101" y="1800"/>
                      <a:pt x="11122" y="1802"/>
                      <a:pt x="11141" y="1802"/>
                    </a:cubicBezTo>
                    <a:cubicBezTo>
                      <a:pt x="11380" y="1802"/>
                      <a:pt x="11461" y="1422"/>
                      <a:pt x="11204" y="1354"/>
                    </a:cubicBezTo>
                    <a:cubicBezTo>
                      <a:pt x="7956" y="457"/>
                      <a:pt x="4611" y="0"/>
                      <a:pt x="12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48"/>
              <p:cNvSpPr/>
              <p:nvPr/>
            </p:nvSpPr>
            <p:spPr>
              <a:xfrm>
                <a:off x="8190200" y="3406850"/>
                <a:ext cx="580700" cy="754850"/>
              </a:xfrm>
              <a:custGeom>
                <a:avLst/>
                <a:gdLst/>
                <a:ahLst/>
                <a:cxnLst/>
                <a:rect l="l" t="t" r="r" b="b"/>
                <a:pathLst>
                  <a:path w="23228" h="30194" extrusionOk="0">
                    <a:moveTo>
                      <a:pt x="2237" y="1"/>
                    </a:moveTo>
                    <a:lnTo>
                      <a:pt x="2237" y="1"/>
                    </a:lnTo>
                    <a:cubicBezTo>
                      <a:pt x="2750" y="1321"/>
                      <a:pt x="4862" y="6731"/>
                      <a:pt x="5074" y="7245"/>
                    </a:cubicBezTo>
                    <a:cubicBezTo>
                      <a:pt x="5316" y="7824"/>
                      <a:pt x="1" y="24445"/>
                      <a:pt x="338" y="25985"/>
                    </a:cubicBezTo>
                    <a:cubicBezTo>
                      <a:pt x="573" y="27092"/>
                      <a:pt x="3278" y="28771"/>
                      <a:pt x="5104" y="29629"/>
                    </a:cubicBezTo>
                    <a:cubicBezTo>
                      <a:pt x="5829" y="29973"/>
                      <a:pt x="6416" y="30193"/>
                      <a:pt x="6658" y="30193"/>
                    </a:cubicBezTo>
                    <a:lnTo>
                      <a:pt x="16365" y="30193"/>
                    </a:lnTo>
                    <a:cubicBezTo>
                      <a:pt x="16365" y="30193"/>
                      <a:pt x="22458" y="27774"/>
                      <a:pt x="22847" y="26087"/>
                    </a:cubicBezTo>
                    <a:cubicBezTo>
                      <a:pt x="23228" y="24394"/>
                      <a:pt x="17876" y="7391"/>
                      <a:pt x="17876" y="7391"/>
                    </a:cubicBezTo>
                    <a:lnTo>
                      <a:pt x="19481" y="1900"/>
                    </a:lnTo>
                    <a:lnTo>
                      <a:pt x="19481" y="1900"/>
                    </a:lnTo>
                    <a:cubicBezTo>
                      <a:pt x="19232" y="2303"/>
                      <a:pt x="18140" y="2589"/>
                      <a:pt x="16556" y="2706"/>
                    </a:cubicBezTo>
                    <a:cubicBezTo>
                      <a:pt x="15883" y="2749"/>
                      <a:pt x="15209" y="2770"/>
                      <a:pt x="14536" y="2770"/>
                    </a:cubicBezTo>
                    <a:cubicBezTo>
                      <a:pt x="13574" y="2770"/>
                      <a:pt x="12613" y="2727"/>
                      <a:pt x="11651" y="2640"/>
                    </a:cubicBezTo>
                    <a:cubicBezTo>
                      <a:pt x="8293" y="2362"/>
                      <a:pt x="5500" y="1416"/>
                      <a:pt x="4400" y="587"/>
                    </a:cubicBezTo>
                    <a:cubicBezTo>
                      <a:pt x="3703" y="492"/>
                      <a:pt x="2611" y="301"/>
                      <a:pt x="22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48"/>
              <p:cNvSpPr/>
              <p:nvPr/>
            </p:nvSpPr>
            <p:spPr>
              <a:xfrm>
                <a:off x="8678500" y="34495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FFFA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48"/>
              <p:cNvSpPr/>
              <p:nvPr/>
            </p:nvSpPr>
            <p:spPr>
              <a:xfrm>
                <a:off x="8234575" y="3642025"/>
                <a:ext cx="490325" cy="484850"/>
              </a:xfrm>
              <a:custGeom>
                <a:avLst/>
                <a:gdLst/>
                <a:ahLst/>
                <a:cxnLst/>
                <a:rect l="l" t="t" r="r" b="b"/>
                <a:pathLst>
                  <a:path w="19613" h="19394" extrusionOk="0">
                    <a:moveTo>
                      <a:pt x="4326" y="1"/>
                    </a:moveTo>
                    <a:cubicBezTo>
                      <a:pt x="2632" y="5089"/>
                      <a:pt x="1078" y="10720"/>
                      <a:pt x="0" y="15976"/>
                    </a:cubicBezTo>
                    <a:cubicBezTo>
                      <a:pt x="1312" y="17472"/>
                      <a:pt x="2955" y="18631"/>
                      <a:pt x="4802" y="19378"/>
                    </a:cubicBezTo>
                    <a:lnTo>
                      <a:pt x="14568" y="19393"/>
                    </a:lnTo>
                    <a:cubicBezTo>
                      <a:pt x="16929" y="18535"/>
                      <a:pt x="18175" y="17509"/>
                      <a:pt x="19612" y="16160"/>
                    </a:cubicBezTo>
                    <a:cubicBezTo>
                      <a:pt x="18615" y="10749"/>
                      <a:pt x="17516" y="5235"/>
                      <a:pt x="15675" y="66"/>
                    </a:cubicBezTo>
                    <a:cubicBezTo>
                      <a:pt x="13697" y="374"/>
                      <a:pt x="11678" y="579"/>
                      <a:pt x="9677" y="579"/>
                    </a:cubicBezTo>
                    <a:cubicBezTo>
                      <a:pt x="7865" y="579"/>
                      <a:pt x="6067" y="411"/>
                      <a:pt x="43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48"/>
              <p:cNvSpPr/>
              <p:nvPr/>
            </p:nvSpPr>
            <p:spPr>
              <a:xfrm>
                <a:off x="8342525" y="3622600"/>
                <a:ext cx="283775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11351" h="1680" extrusionOk="0">
                    <a:moveTo>
                      <a:pt x="5675" y="0"/>
                    </a:moveTo>
                    <a:cubicBezTo>
                      <a:pt x="2545" y="0"/>
                      <a:pt x="0" y="382"/>
                      <a:pt x="0" y="843"/>
                    </a:cubicBezTo>
                    <a:cubicBezTo>
                      <a:pt x="0" y="1305"/>
                      <a:pt x="2545" y="1679"/>
                      <a:pt x="5675" y="1679"/>
                    </a:cubicBezTo>
                    <a:cubicBezTo>
                      <a:pt x="8813" y="1679"/>
                      <a:pt x="11350" y="1305"/>
                      <a:pt x="11350" y="843"/>
                    </a:cubicBezTo>
                    <a:cubicBezTo>
                      <a:pt x="11350" y="382"/>
                      <a:pt x="8813" y="0"/>
                      <a:pt x="56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48"/>
              <p:cNvSpPr/>
              <p:nvPr/>
            </p:nvSpPr>
            <p:spPr>
              <a:xfrm>
                <a:off x="8286425" y="3682425"/>
                <a:ext cx="392100" cy="4209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16837" extrusionOk="0">
                    <a:moveTo>
                      <a:pt x="7465" y="0"/>
                    </a:moveTo>
                    <a:cubicBezTo>
                      <a:pt x="6958" y="0"/>
                      <a:pt x="6447" y="122"/>
                      <a:pt x="6174" y="525"/>
                    </a:cubicBezTo>
                    <a:cubicBezTo>
                      <a:pt x="5822" y="1039"/>
                      <a:pt x="6028" y="1720"/>
                      <a:pt x="6189" y="2322"/>
                    </a:cubicBezTo>
                    <a:cubicBezTo>
                      <a:pt x="6358" y="2916"/>
                      <a:pt x="6409" y="3685"/>
                      <a:pt x="5896" y="4037"/>
                    </a:cubicBezTo>
                    <a:cubicBezTo>
                      <a:pt x="5441" y="4360"/>
                      <a:pt x="4796" y="4140"/>
                      <a:pt x="4261" y="4316"/>
                    </a:cubicBezTo>
                    <a:cubicBezTo>
                      <a:pt x="3799" y="4463"/>
                      <a:pt x="3476" y="4888"/>
                      <a:pt x="3322" y="5350"/>
                    </a:cubicBezTo>
                    <a:cubicBezTo>
                      <a:pt x="3168" y="5804"/>
                      <a:pt x="3168" y="6296"/>
                      <a:pt x="3168" y="6779"/>
                    </a:cubicBezTo>
                    <a:cubicBezTo>
                      <a:pt x="2986" y="6770"/>
                      <a:pt x="2798" y="6763"/>
                      <a:pt x="2609" y="6763"/>
                    </a:cubicBezTo>
                    <a:cubicBezTo>
                      <a:pt x="1782" y="6763"/>
                      <a:pt x="938" y="6897"/>
                      <a:pt x="448" y="7542"/>
                    </a:cubicBezTo>
                    <a:cubicBezTo>
                      <a:pt x="1" y="8136"/>
                      <a:pt x="38" y="8950"/>
                      <a:pt x="470" y="9558"/>
                    </a:cubicBezTo>
                    <a:cubicBezTo>
                      <a:pt x="910" y="10167"/>
                      <a:pt x="1570" y="10365"/>
                      <a:pt x="2274" y="10416"/>
                    </a:cubicBezTo>
                    <a:cubicBezTo>
                      <a:pt x="2838" y="10460"/>
                      <a:pt x="3344" y="10849"/>
                      <a:pt x="2714" y="11567"/>
                    </a:cubicBezTo>
                    <a:cubicBezTo>
                      <a:pt x="2589" y="11699"/>
                      <a:pt x="2457" y="11809"/>
                      <a:pt x="2303" y="11897"/>
                    </a:cubicBezTo>
                    <a:cubicBezTo>
                      <a:pt x="1995" y="12088"/>
                      <a:pt x="1643" y="12491"/>
                      <a:pt x="1753" y="12879"/>
                    </a:cubicBezTo>
                    <a:cubicBezTo>
                      <a:pt x="1834" y="13151"/>
                      <a:pt x="2120" y="13319"/>
                      <a:pt x="2398" y="13400"/>
                    </a:cubicBezTo>
                    <a:cubicBezTo>
                      <a:pt x="2670" y="13473"/>
                      <a:pt x="2970" y="13510"/>
                      <a:pt x="3212" y="13671"/>
                    </a:cubicBezTo>
                    <a:cubicBezTo>
                      <a:pt x="3894" y="14119"/>
                      <a:pt x="3711" y="15160"/>
                      <a:pt x="4041" y="15893"/>
                    </a:cubicBezTo>
                    <a:cubicBezTo>
                      <a:pt x="4317" y="16508"/>
                      <a:pt x="4910" y="16836"/>
                      <a:pt x="5509" y="16836"/>
                    </a:cubicBezTo>
                    <a:cubicBezTo>
                      <a:pt x="5960" y="16836"/>
                      <a:pt x="6414" y="16650"/>
                      <a:pt x="6739" y="16259"/>
                    </a:cubicBezTo>
                    <a:cubicBezTo>
                      <a:pt x="7171" y="15739"/>
                      <a:pt x="7252" y="14976"/>
                      <a:pt x="7861" y="14595"/>
                    </a:cubicBezTo>
                    <a:cubicBezTo>
                      <a:pt x="8095" y="14443"/>
                      <a:pt x="8364" y="14368"/>
                      <a:pt x="8631" y="14368"/>
                    </a:cubicBezTo>
                    <a:cubicBezTo>
                      <a:pt x="8933" y="14368"/>
                      <a:pt x="9232" y="14464"/>
                      <a:pt x="9481" y="14654"/>
                    </a:cubicBezTo>
                    <a:cubicBezTo>
                      <a:pt x="10126" y="15130"/>
                      <a:pt x="10390" y="16054"/>
                      <a:pt x="11072" y="16501"/>
                    </a:cubicBezTo>
                    <a:cubicBezTo>
                      <a:pt x="11351" y="16685"/>
                      <a:pt x="11647" y="16766"/>
                      <a:pt x="11931" y="16766"/>
                    </a:cubicBezTo>
                    <a:cubicBezTo>
                      <a:pt x="12931" y="16766"/>
                      <a:pt x="13801" y="15763"/>
                      <a:pt x="13396" y="14661"/>
                    </a:cubicBezTo>
                    <a:cubicBezTo>
                      <a:pt x="13264" y="14295"/>
                      <a:pt x="12993" y="13994"/>
                      <a:pt x="12788" y="13657"/>
                    </a:cubicBezTo>
                    <a:cubicBezTo>
                      <a:pt x="12590" y="13319"/>
                      <a:pt x="12436" y="12909"/>
                      <a:pt x="12575" y="12542"/>
                    </a:cubicBezTo>
                    <a:cubicBezTo>
                      <a:pt x="12780" y="11992"/>
                      <a:pt x="13484" y="11838"/>
                      <a:pt x="14071" y="11809"/>
                    </a:cubicBezTo>
                    <a:lnTo>
                      <a:pt x="14093" y="11809"/>
                    </a:lnTo>
                    <a:cubicBezTo>
                      <a:pt x="15053" y="11765"/>
                      <a:pt x="15684" y="10790"/>
                      <a:pt x="15339" y="9895"/>
                    </a:cubicBezTo>
                    <a:cubicBezTo>
                      <a:pt x="15134" y="9375"/>
                      <a:pt x="14826" y="8928"/>
                      <a:pt x="14327" y="8686"/>
                    </a:cubicBezTo>
                    <a:cubicBezTo>
                      <a:pt x="13711" y="8378"/>
                      <a:pt x="12905" y="8458"/>
                      <a:pt x="12421" y="7960"/>
                    </a:cubicBezTo>
                    <a:cubicBezTo>
                      <a:pt x="11944" y="7461"/>
                      <a:pt x="12069" y="6633"/>
                      <a:pt x="12399" y="6024"/>
                    </a:cubicBezTo>
                    <a:cubicBezTo>
                      <a:pt x="12722" y="5408"/>
                      <a:pt x="13205" y="4880"/>
                      <a:pt x="13411" y="4221"/>
                    </a:cubicBezTo>
                    <a:cubicBezTo>
                      <a:pt x="13623" y="3561"/>
                      <a:pt x="13367" y="2666"/>
                      <a:pt x="12707" y="2512"/>
                    </a:cubicBezTo>
                    <a:cubicBezTo>
                      <a:pt x="12629" y="2493"/>
                      <a:pt x="12550" y="2485"/>
                      <a:pt x="12470" y="2485"/>
                    </a:cubicBezTo>
                    <a:cubicBezTo>
                      <a:pt x="11993" y="2485"/>
                      <a:pt x="11504" y="2780"/>
                      <a:pt x="11042" y="2780"/>
                    </a:cubicBezTo>
                    <a:cubicBezTo>
                      <a:pt x="10928" y="2780"/>
                      <a:pt x="10815" y="2762"/>
                      <a:pt x="10705" y="2718"/>
                    </a:cubicBezTo>
                    <a:cubicBezTo>
                      <a:pt x="10038" y="2432"/>
                      <a:pt x="10075" y="1486"/>
                      <a:pt x="9679" y="885"/>
                    </a:cubicBezTo>
                    <a:cubicBezTo>
                      <a:pt x="9312" y="313"/>
                      <a:pt x="8572" y="107"/>
                      <a:pt x="7897" y="27"/>
                    </a:cubicBezTo>
                    <a:cubicBezTo>
                      <a:pt x="7757" y="10"/>
                      <a:pt x="7611" y="0"/>
                      <a:pt x="74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48"/>
              <p:cNvSpPr/>
              <p:nvPr/>
            </p:nvSpPr>
            <p:spPr>
              <a:xfrm>
                <a:off x="8401000" y="3822250"/>
                <a:ext cx="94975" cy="9447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3779" extrusionOk="0">
                    <a:moveTo>
                      <a:pt x="2102" y="1"/>
                    </a:moveTo>
                    <a:cubicBezTo>
                      <a:pt x="2041" y="1"/>
                      <a:pt x="1981" y="10"/>
                      <a:pt x="1921" y="28"/>
                    </a:cubicBezTo>
                    <a:cubicBezTo>
                      <a:pt x="1467" y="182"/>
                      <a:pt x="1005" y="321"/>
                      <a:pt x="550" y="475"/>
                    </a:cubicBezTo>
                    <a:cubicBezTo>
                      <a:pt x="352" y="541"/>
                      <a:pt x="206" y="703"/>
                      <a:pt x="154" y="900"/>
                    </a:cubicBezTo>
                    <a:cubicBezTo>
                      <a:pt x="52" y="1340"/>
                      <a:pt x="0" y="1780"/>
                      <a:pt x="0" y="2228"/>
                    </a:cubicBezTo>
                    <a:cubicBezTo>
                      <a:pt x="8" y="2381"/>
                      <a:pt x="74" y="2535"/>
                      <a:pt x="184" y="2645"/>
                    </a:cubicBezTo>
                    <a:cubicBezTo>
                      <a:pt x="513" y="2961"/>
                      <a:pt x="814" y="3320"/>
                      <a:pt x="1151" y="3621"/>
                    </a:cubicBezTo>
                    <a:cubicBezTo>
                      <a:pt x="1265" y="3725"/>
                      <a:pt x="1406" y="3779"/>
                      <a:pt x="1549" y="3779"/>
                    </a:cubicBezTo>
                    <a:cubicBezTo>
                      <a:pt x="1638" y="3779"/>
                      <a:pt x="1727" y="3758"/>
                      <a:pt x="1811" y="3716"/>
                    </a:cubicBezTo>
                    <a:lnTo>
                      <a:pt x="3292" y="2975"/>
                    </a:lnTo>
                    <a:cubicBezTo>
                      <a:pt x="3468" y="2887"/>
                      <a:pt x="3586" y="2719"/>
                      <a:pt x="3615" y="2528"/>
                    </a:cubicBezTo>
                    <a:lnTo>
                      <a:pt x="3769" y="1406"/>
                    </a:lnTo>
                    <a:cubicBezTo>
                      <a:pt x="3798" y="1172"/>
                      <a:pt x="3688" y="944"/>
                      <a:pt x="3483" y="820"/>
                    </a:cubicBezTo>
                    <a:cubicBezTo>
                      <a:pt x="3131" y="615"/>
                      <a:pt x="2794" y="380"/>
                      <a:pt x="2471" y="131"/>
                    </a:cubicBezTo>
                    <a:cubicBezTo>
                      <a:pt x="2365" y="45"/>
                      <a:pt x="2235" y="1"/>
                      <a:pt x="21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48"/>
              <p:cNvSpPr/>
              <p:nvPr/>
            </p:nvSpPr>
            <p:spPr>
              <a:xfrm>
                <a:off x="8412150" y="3841700"/>
                <a:ext cx="72900" cy="68750"/>
              </a:xfrm>
              <a:custGeom>
                <a:avLst/>
                <a:gdLst/>
                <a:ahLst/>
                <a:cxnLst/>
                <a:rect l="l" t="t" r="r" b="b"/>
                <a:pathLst>
                  <a:path w="2916" h="2750" extrusionOk="0">
                    <a:moveTo>
                      <a:pt x="57" y="1"/>
                    </a:moveTo>
                    <a:cubicBezTo>
                      <a:pt x="22" y="1"/>
                      <a:pt x="0" y="52"/>
                      <a:pt x="38" y="71"/>
                    </a:cubicBezTo>
                    <a:cubicBezTo>
                      <a:pt x="493" y="306"/>
                      <a:pt x="933" y="562"/>
                      <a:pt x="1365" y="834"/>
                    </a:cubicBezTo>
                    <a:cubicBezTo>
                      <a:pt x="1277" y="1464"/>
                      <a:pt x="1145" y="2087"/>
                      <a:pt x="977" y="2703"/>
                    </a:cubicBezTo>
                    <a:cubicBezTo>
                      <a:pt x="972" y="2730"/>
                      <a:pt x="996" y="2749"/>
                      <a:pt x="1018" y="2749"/>
                    </a:cubicBezTo>
                    <a:cubicBezTo>
                      <a:pt x="1031" y="2749"/>
                      <a:pt x="1044" y="2742"/>
                      <a:pt x="1050" y="2725"/>
                    </a:cubicBezTo>
                    <a:cubicBezTo>
                      <a:pt x="1219" y="2109"/>
                      <a:pt x="1351" y="1486"/>
                      <a:pt x="1439" y="856"/>
                    </a:cubicBezTo>
                    <a:cubicBezTo>
                      <a:pt x="1922" y="738"/>
                      <a:pt x="2406" y="592"/>
                      <a:pt x="2876" y="416"/>
                    </a:cubicBezTo>
                    <a:cubicBezTo>
                      <a:pt x="2916" y="402"/>
                      <a:pt x="2901" y="340"/>
                      <a:pt x="2865" y="340"/>
                    </a:cubicBezTo>
                    <a:cubicBezTo>
                      <a:pt x="2861" y="340"/>
                      <a:pt x="2858" y="341"/>
                      <a:pt x="2854" y="342"/>
                    </a:cubicBezTo>
                    <a:cubicBezTo>
                      <a:pt x="2384" y="526"/>
                      <a:pt x="1900" y="672"/>
                      <a:pt x="1417" y="782"/>
                    </a:cubicBezTo>
                    <a:cubicBezTo>
                      <a:pt x="1409" y="775"/>
                      <a:pt x="1402" y="775"/>
                      <a:pt x="1402" y="768"/>
                    </a:cubicBezTo>
                    <a:cubicBezTo>
                      <a:pt x="969" y="496"/>
                      <a:pt x="529" y="240"/>
                      <a:pt x="75" y="5"/>
                    </a:cubicBezTo>
                    <a:cubicBezTo>
                      <a:pt x="69" y="2"/>
                      <a:pt x="63" y="1"/>
                      <a:pt x="57" y="1"/>
                    </a:cubicBezTo>
                    <a:close/>
                  </a:path>
                </a:pathLst>
              </a:custGeom>
              <a:solidFill>
                <a:srgbClr val="FCEA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8"/>
              <p:cNvSpPr/>
              <p:nvPr/>
            </p:nvSpPr>
            <p:spPr>
              <a:xfrm>
                <a:off x="8299625" y="3848750"/>
                <a:ext cx="87825" cy="83950"/>
              </a:xfrm>
              <a:custGeom>
                <a:avLst/>
                <a:gdLst/>
                <a:ahLst/>
                <a:cxnLst/>
                <a:rect l="l" t="t" r="r" b="b"/>
                <a:pathLst>
                  <a:path w="3513" h="3358" extrusionOk="0">
                    <a:moveTo>
                      <a:pt x="1470" y="1"/>
                    </a:moveTo>
                    <a:cubicBezTo>
                      <a:pt x="1339" y="1"/>
                      <a:pt x="1210" y="53"/>
                      <a:pt x="1115" y="148"/>
                    </a:cubicBezTo>
                    <a:cubicBezTo>
                      <a:pt x="807" y="449"/>
                      <a:pt x="492" y="750"/>
                      <a:pt x="191" y="1043"/>
                    </a:cubicBezTo>
                    <a:cubicBezTo>
                      <a:pt x="52" y="1175"/>
                      <a:pt x="1" y="1365"/>
                      <a:pt x="45" y="1541"/>
                    </a:cubicBezTo>
                    <a:cubicBezTo>
                      <a:pt x="133" y="1930"/>
                      <a:pt x="265" y="2311"/>
                      <a:pt x="441" y="2671"/>
                    </a:cubicBezTo>
                    <a:cubicBezTo>
                      <a:pt x="507" y="2795"/>
                      <a:pt x="617" y="2890"/>
                      <a:pt x="749" y="2927"/>
                    </a:cubicBezTo>
                    <a:cubicBezTo>
                      <a:pt x="1130" y="3059"/>
                      <a:pt x="1518" y="3220"/>
                      <a:pt x="1914" y="3338"/>
                    </a:cubicBezTo>
                    <a:cubicBezTo>
                      <a:pt x="1962" y="3351"/>
                      <a:pt x="2009" y="3358"/>
                      <a:pt x="2057" y="3358"/>
                    </a:cubicBezTo>
                    <a:cubicBezTo>
                      <a:pt x="2216" y="3358"/>
                      <a:pt x="2372" y="3284"/>
                      <a:pt x="2479" y="3154"/>
                    </a:cubicBezTo>
                    <a:cubicBezTo>
                      <a:pt x="2780" y="2759"/>
                      <a:pt x="3073" y="2370"/>
                      <a:pt x="3373" y="1974"/>
                    </a:cubicBezTo>
                    <a:cubicBezTo>
                      <a:pt x="3476" y="1835"/>
                      <a:pt x="3513" y="1659"/>
                      <a:pt x="3454" y="1490"/>
                    </a:cubicBezTo>
                    <a:lnTo>
                      <a:pt x="3131" y="530"/>
                    </a:lnTo>
                    <a:cubicBezTo>
                      <a:pt x="3065" y="332"/>
                      <a:pt x="2882" y="185"/>
                      <a:pt x="2670" y="170"/>
                    </a:cubicBezTo>
                    <a:cubicBezTo>
                      <a:pt x="2310" y="141"/>
                      <a:pt x="1951" y="90"/>
                      <a:pt x="1592" y="16"/>
                    </a:cubicBezTo>
                    <a:cubicBezTo>
                      <a:pt x="1552" y="6"/>
                      <a:pt x="1511" y="1"/>
                      <a:pt x="14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8"/>
              <p:cNvSpPr/>
              <p:nvPr/>
            </p:nvSpPr>
            <p:spPr>
              <a:xfrm>
                <a:off x="8305675" y="3860475"/>
                <a:ext cx="62025" cy="66700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2668" extrusionOk="0">
                    <a:moveTo>
                      <a:pt x="2432" y="1"/>
                    </a:moveTo>
                    <a:cubicBezTo>
                      <a:pt x="2426" y="1"/>
                      <a:pt x="2419" y="3"/>
                      <a:pt x="2413" y="9"/>
                    </a:cubicBezTo>
                    <a:cubicBezTo>
                      <a:pt x="2105" y="339"/>
                      <a:pt x="1775" y="647"/>
                      <a:pt x="1430" y="926"/>
                    </a:cubicBezTo>
                    <a:lnTo>
                      <a:pt x="1408" y="926"/>
                    </a:lnTo>
                    <a:cubicBezTo>
                      <a:pt x="961" y="867"/>
                      <a:pt x="499" y="838"/>
                      <a:pt x="45" y="830"/>
                    </a:cubicBezTo>
                    <a:cubicBezTo>
                      <a:pt x="1" y="830"/>
                      <a:pt x="1" y="896"/>
                      <a:pt x="45" y="896"/>
                    </a:cubicBezTo>
                    <a:cubicBezTo>
                      <a:pt x="499" y="904"/>
                      <a:pt x="954" y="940"/>
                      <a:pt x="1408" y="992"/>
                    </a:cubicBezTo>
                    <a:cubicBezTo>
                      <a:pt x="1584" y="1527"/>
                      <a:pt x="1731" y="2084"/>
                      <a:pt x="1834" y="2641"/>
                    </a:cubicBezTo>
                    <a:cubicBezTo>
                      <a:pt x="1837" y="2660"/>
                      <a:pt x="1850" y="2668"/>
                      <a:pt x="1864" y="2668"/>
                    </a:cubicBezTo>
                    <a:cubicBezTo>
                      <a:pt x="1883" y="2668"/>
                      <a:pt x="1904" y="2652"/>
                      <a:pt x="1900" y="2627"/>
                    </a:cubicBezTo>
                    <a:cubicBezTo>
                      <a:pt x="1797" y="2070"/>
                      <a:pt x="1650" y="1520"/>
                      <a:pt x="1474" y="977"/>
                    </a:cubicBezTo>
                    <a:cubicBezTo>
                      <a:pt x="1819" y="699"/>
                      <a:pt x="2149" y="391"/>
                      <a:pt x="2457" y="61"/>
                    </a:cubicBezTo>
                    <a:cubicBezTo>
                      <a:pt x="2480" y="37"/>
                      <a:pt x="2457" y="1"/>
                      <a:pt x="2432" y="1"/>
                    </a:cubicBezTo>
                    <a:close/>
                  </a:path>
                </a:pathLst>
              </a:custGeom>
              <a:solidFill>
                <a:srgbClr val="FCEA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48"/>
              <p:cNvSpPr/>
              <p:nvPr/>
            </p:nvSpPr>
            <p:spPr>
              <a:xfrm>
                <a:off x="8528575" y="4045000"/>
                <a:ext cx="55375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2235" extrusionOk="0">
                    <a:moveTo>
                      <a:pt x="893" y="0"/>
                    </a:moveTo>
                    <a:cubicBezTo>
                      <a:pt x="824" y="0"/>
                      <a:pt x="756" y="21"/>
                      <a:pt x="697" y="63"/>
                    </a:cubicBezTo>
                    <a:cubicBezTo>
                      <a:pt x="477" y="209"/>
                      <a:pt x="279" y="385"/>
                      <a:pt x="95" y="576"/>
                    </a:cubicBezTo>
                    <a:cubicBezTo>
                      <a:pt x="37" y="642"/>
                      <a:pt x="0" y="730"/>
                      <a:pt x="8" y="825"/>
                    </a:cubicBezTo>
                    <a:cubicBezTo>
                      <a:pt x="22" y="1089"/>
                      <a:pt x="8" y="1375"/>
                      <a:pt x="37" y="1639"/>
                    </a:cubicBezTo>
                    <a:cubicBezTo>
                      <a:pt x="44" y="1786"/>
                      <a:pt x="147" y="1903"/>
                      <a:pt x="286" y="1947"/>
                    </a:cubicBezTo>
                    <a:lnTo>
                      <a:pt x="1225" y="2218"/>
                    </a:lnTo>
                    <a:cubicBezTo>
                      <a:pt x="1259" y="2229"/>
                      <a:pt x="1293" y="2234"/>
                      <a:pt x="1327" y="2234"/>
                    </a:cubicBezTo>
                    <a:cubicBezTo>
                      <a:pt x="1408" y="2234"/>
                      <a:pt x="1485" y="2204"/>
                      <a:pt x="1547" y="2152"/>
                    </a:cubicBezTo>
                    <a:lnTo>
                      <a:pt x="2068" y="1727"/>
                    </a:lnTo>
                    <a:cubicBezTo>
                      <a:pt x="2170" y="1632"/>
                      <a:pt x="2214" y="1492"/>
                      <a:pt x="2178" y="1361"/>
                    </a:cubicBezTo>
                    <a:cubicBezTo>
                      <a:pt x="2112" y="1126"/>
                      <a:pt x="2053" y="891"/>
                      <a:pt x="2016" y="657"/>
                    </a:cubicBezTo>
                    <a:cubicBezTo>
                      <a:pt x="2002" y="539"/>
                      <a:pt x="1921" y="437"/>
                      <a:pt x="1818" y="393"/>
                    </a:cubicBezTo>
                    <a:cubicBezTo>
                      <a:pt x="1562" y="275"/>
                      <a:pt x="1298" y="151"/>
                      <a:pt x="1041" y="33"/>
                    </a:cubicBezTo>
                    <a:cubicBezTo>
                      <a:pt x="994" y="12"/>
                      <a:pt x="944" y="0"/>
                      <a:pt x="8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48"/>
              <p:cNvSpPr/>
              <p:nvPr/>
            </p:nvSpPr>
            <p:spPr>
              <a:xfrm>
                <a:off x="8533575" y="4048550"/>
                <a:ext cx="4517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807" h="1596" extrusionOk="0">
                    <a:moveTo>
                      <a:pt x="677" y="0"/>
                    </a:moveTo>
                    <a:cubicBezTo>
                      <a:pt x="662" y="0"/>
                      <a:pt x="649" y="13"/>
                      <a:pt x="658" y="31"/>
                    </a:cubicBezTo>
                    <a:cubicBezTo>
                      <a:pt x="761" y="309"/>
                      <a:pt x="849" y="603"/>
                      <a:pt x="929" y="896"/>
                    </a:cubicBezTo>
                    <a:cubicBezTo>
                      <a:pt x="643" y="1131"/>
                      <a:pt x="335" y="1358"/>
                      <a:pt x="13" y="1556"/>
                    </a:cubicBezTo>
                    <a:cubicBezTo>
                      <a:pt x="1" y="1568"/>
                      <a:pt x="9" y="1596"/>
                      <a:pt x="29" y="1596"/>
                    </a:cubicBezTo>
                    <a:cubicBezTo>
                      <a:pt x="33" y="1596"/>
                      <a:pt x="37" y="1595"/>
                      <a:pt x="42" y="1592"/>
                    </a:cubicBezTo>
                    <a:cubicBezTo>
                      <a:pt x="357" y="1394"/>
                      <a:pt x="665" y="1175"/>
                      <a:pt x="959" y="933"/>
                    </a:cubicBezTo>
                    <a:cubicBezTo>
                      <a:pt x="1215" y="1079"/>
                      <a:pt x="1486" y="1211"/>
                      <a:pt x="1765" y="1321"/>
                    </a:cubicBezTo>
                    <a:cubicBezTo>
                      <a:pt x="1767" y="1322"/>
                      <a:pt x="1769" y="1322"/>
                      <a:pt x="1771" y="1322"/>
                    </a:cubicBezTo>
                    <a:cubicBezTo>
                      <a:pt x="1791" y="1322"/>
                      <a:pt x="1806" y="1291"/>
                      <a:pt x="1780" y="1277"/>
                    </a:cubicBezTo>
                    <a:cubicBezTo>
                      <a:pt x="1501" y="1167"/>
                      <a:pt x="1237" y="1043"/>
                      <a:pt x="973" y="889"/>
                    </a:cubicBezTo>
                    <a:cubicBezTo>
                      <a:pt x="973" y="889"/>
                      <a:pt x="973" y="881"/>
                      <a:pt x="973" y="881"/>
                    </a:cubicBezTo>
                    <a:cubicBezTo>
                      <a:pt x="900" y="588"/>
                      <a:pt x="805" y="302"/>
                      <a:pt x="702" y="16"/>
                    </a:cubicBezTo>
                    <a:cubicBezTo>
                      <a:pt x="696" y="5"/>
                      <a:pt x="687" y="0"/>
                      <a:pt x="6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48"/>
              <p:cNvSpPr/>
              <p:nvPr/>
            </p:nvSpPr>
            <p:spPr>
              <a:xfrm>
                <a:off x="8606275" y="3984775"/>
                <a:ext cx="70975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839" h="2515" extrusionOk="0">
                    <a:moveTo>
                      <a:pt x="1811" y="0"/>
                    </a:moveTo>
                    <a:cubicBezTo>
                      <a:pt x="1804" y="0"/>
                      <a:pt x="1797" y="1"/>
                      <a:pt x="1790" y="1"/>
                    </a:cubicBezTo>
                    <a:cubicBezTo>
                      <a:pt x="1445" y="16"/>
                      <a:pt x="1101" y="23"/>
                      <a:pt x="756" y="30"/>
                    </a:cubicBezTo>
                    <a:cubicBezTo>
                      <a:pt x="609" y="38"/>
                      <a:pt x="477" y="118"/>
                      <a:pt x="404" y="250"/>
                    </a:cubicBezTo>
                    <a:cubicBezTo>
                      <a:pt x="250" y="529"/>
                      <a:pt x="125" y="822"/>
                      <a:pt x="38" y="1130"/>
                    </a:cubicBezTo>
                    <a:cubicBezTo>
                      <a:pt x="1" y="1233"/>
                      <a:pt x="16" y="1350"/>
                      <a:pt x="74" y="1445"/>
                    </a:cubicBezTo>
                    <a:cubicBezTo>
                      <a:pt x="228" y="1731"/>
                      <a:pt x="367" y="2039"/>
                      <a:pt x="536" y="2310"/>
                    </a:cubicBezTo>
                    <a:cubicBezTo>
                      <a:pt x="618" y="2437"/>
                      <a:pt x="755" y="2514"/>
                      <a:pt x="899" y="2514"/>
                    </a:cubicBezTo>
                    <a:cubicBezTo>
                      <a:pt x="922" y="2514"/>
                      <a:pt x="946" y="2512"/>
                      <a:pt x="969" y="2508"/>
                    </a:cubicBezTo>
                    <a:lnTo>
                      <a:pt x="2134" y="2296"/>
                    </a:lnTo>
                    <a:cubicBezTo>
                      <a:pt x="2274" y="2266"/>
                      <a:pt x="2384" y="2179"/>
                      <a:pt x="2442" y="2054"/>
                    </a:cubicBezTo>
                    <a:lnTo>
                      <a:pt x="2772" y="1313"/>
                    </a:lnTo>
                    <a:cubicBezTo>
                      <a:pt x="2838" y="1152"/>
                      <a:pt x="2809" y="976"/>
                      <a:pt x="2692" y="851"/>
                    </a:cubicBezTo>
                    <a:cubicBezTo>
                      <a:pt x="2494" y="639"/>
                      <a:pt x="2310" y="412"/>
                      <a:pt x="2142" y="177"/>
                    </a:cubicBezTo>
                    <a:cubicBezTo>
                      <a:pt x="2065" y="66"/>
                      <a:pt x="1942" y="0"/>
                      <a:pt x="18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48"/>
              <p:cNvSpPr/>
              <p:nvPr/>
            </p:nvSpPr>
            <p:spPr>
              <a:xfrm>
                <a:off x="8621800" y="3990600"/>
                <a:ext cx="483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077" extrusionOk="0">
                    <a:moveTo>
                      <a:pt x="41" y="0"/>
                    </a:moveTo>
                    <a:cubicBezTo>
                      <a:pt x="18" y="0"/>
                      <a:pt x="1" y="30"/>
                      <a:pt x="18" y="47"/>
                    </a:cubicBezTo>
                    <a:cubicBezTo>
                      <a:pt x="282" y="296"/>
                      <a:pt x="538" y="560"/>
                      <a:pt x="773" y="831"/>
                    </a:cubicBezTo>
                    <a:cubicBezTo>
                      <a:pt x="590" y="1249"/>
                      <a:pt x="377" y="1652"/>
                      <a:pt x="142" y="2033"/>
                    </a:cubicBezTo>
                    <a:cubicBezTo>
                      <a:pt x="127" y="2058"/>
                      <a:pt x="146" y="2076"/>
                      <a:pt x="164" y="2076"/>
                    </a:cubicBezTo>
                    <a:cubicBezTo>
                      <a:pt x="173" y="2076"/>
                      <a:pt x="182" y="2072"/>
                      <a:pt x="186" y="2063"/>
                    </a:cubicBezTo>
                    <a:cubicBezTo>
                      <a:pt x="428" y="1674"/>
                      <a:pt x="641" y="1278"/>
                      <a:pt x="824" y="860"/>
                    </a:cubicBezTo>
                    <a:cubicBezTo>
                      <a:pt x="963" y="869"/>
                      <a:pt x="1103" y="873"/>
                      <a:pt x="1244" y="873"/>
                    </a:cubicBezTo>
                    <a:cubicBezTo>
                      <a:pt x="1460" y="873"/>
                      <a:pt x="1677" y="863"/>
                      <a:pt x="1895" y="846"/>
                    </a:cubicBezTo>
                    <a:cubicBezTo>
                      <a:pt x="1929" y="846"/>
                      <a:pt x="1931" y="794"/>
                      <a:pt x="1901" y="794"/>
                    </a:cubicBezTo>
                    <a:cubicBezTo>
                      <a:pt x="1899" y="794"/>
                      <a:pt x="1897" y="794"/>
                      <a:pt x="1895" y="794"/>
                    </a:cubicBezTo>
                    <a:cubicBezTo>
                      <a:pt x="1688" y="812"/>
                      <a:pt x="1477" y="819"/>
                      <a:pt x="1267" y="819"/>
                    </a:cubicBezTo>
                    <a:cubicBezTo>
                      <a:pt x="1118" y="819"/>
                      <a:pt x="970" y="815"/>
                      <a:pt x="824" y="809"/>
                    </a:cubicBezTo>
                    <a:cubicBezTo>
                      <a:pt x="817" y="802"/>
                      <a:pt x="817" y="794"/>
                      <a:pt x="817" y="794"/>
                    </a:cubicBezTo>
                    <a:cubicBezTo>
                      <a:pt x="575" y="523"/>
                      <a:pt x="326" y="259"/>
                      <a:pt x="62" y="10"/>
                    </a:cubicBezTo>
                    <a:cubicBezTo>
                      <a:pt x="55" y="3"/>
                      <a:pt x="47" y="0"/>
                      <a:pt x="41" y="0"/>
                    </a:cubicBezTo>
                    <a:close/>
                  </a:path>
                </a:pathLst>
              </a:custGeom>
              <a:solidFill>
                <a:srgbClr val="FCEA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48"/>
              <p:cNvSpPr/>
              <p:nvPr/>
            </p:nvSpPr>
            <p:spPr>
              <a:xfrm>
                <a:off x="8509500" y="3890750"/>
                <a:ext cx="103950" cy="123050"/>
              </a:xfrm>
              <a:custGeom>
                <a:avLst/>
                <a:gdLst/>
                <a:ahLst/>
                <a:cxnLst/>
                <a:rect l="l" t="t" r="r" b="b"/>
                <a:pathLst>
                  <a:path w="4158" h="4922" extrusionOk="0">
                    <a:moveTo>
                      <a:pt x="1951" y="1"/>
                    </a:moveTo>
                    <a:lnTo>
                      <a:pt x="1" y="4766"/>
                    </a:lnTo>
                    <a:cubicBezTo>
                      <a:pt x="1" y="4766"/>
                      <a:pt x="407" y="4921"/>
                      <a:pt x="947" y="4921"/>
                    </a:cubicBezTo>
                    <a:cubicBezTo>
                      <a:pt x="1678" y="4921"/>
                      <a:pt x="2656" y="4637"/>
                      <a:pt x="3205" y="3300"/>
                    </a:cubicBezTo>
                    <a:cubicBezTo>
                      <a:pt x="4158" y="969"/>
                      <a:pt x="1951" y="1"/>
                      <a:pt x="19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48"/>
              <p:cNvSpPr/>
              <p:nvPr/>
            </p:nvSpPr>
            <p:spPr>
              <a:xfrm>
                <a:off x="8509500" y="3890750"/>
                <a:ext cx="82700" cy="119600"/>
              </a:xfrm>
              <a:custGeom>
                <a:avLst/>
                <a:gdLst/>
                <a:ahLst/>
                <a:cxnLst/>
                <a:rect l="l" t="t" r="r" b="b"/>
                <a:pathLst>
                  <a:path w="3308" h="4784" extrusionOk="0">
                    <a:moveTo>
                      <a:pt x="1951" y="1"/>
                    </a:moveTo>
                    <a:lnTo>
                      <a:pt x="1" y="4766"/>
                    </a:lnTo>
                    <a:cubicBezTo>
                      <a:pt x="104" y="4778"/>
                      <a:pt x="208" y="4784"/>
                      <a:pt x="312" y="4784"/>
                    </a:cubicBezTo>
                    <a:cubicBezTo>
                      <a:pt x="1395" y="4784"/>
                      <a:pt x="2444" y="4164"/>
                      <a:pt x="2853" y="3153"/>
                    </a:cubicBezTo>
                    <a:cubicBezTo>
                      <a:pt x="3307" y="2046"/>
                      <a:pt x="2889" y="734"/>
                      <a:pt x="19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48"/>
              <p:cNvSpPr/>
              <p:nvPr/>
            </p:nvSpPr>
            <p:spPr>
              <a:xfrm>
                <a:off x="8538650" y="3953075"/>
                <a:ext cx="36675" cy="35950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1438" extrusionOk="0">
                    <a:moveTo>
                      <a:pt x="0" y="1"/>
                    </a:moveTo>
                    <a:lnTo>
                      <a:pt x="880" y="1438"/>
                    </a:lnTo>
                    <a:cubicBezTo>
                      <a:pt x="1276" y="1174"/>
                      <a:pt x="1467" y="690"/>
                      <a:pt x="1467" y="69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48"/>
              <p:cNvSpPr/>
              <p:nvPr/>
            </p:nvSpPr>
            <p:spPr>
              <a:xfrm>
                <a:off x="8534975" y="3954350"/>
                <a:ext cx="20750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886" extrusionOk="0">
                    <a:moveTo>
                      <a:pt x="59" y="1"/>
                    </a:moveTo>
                    <a:lnTo>
                      <a:pt x="1" y="1885"/>
                    </a:lnTo>
                    <a:cubicBezTo>
                      <a:pt x="404" y="1827"/>
                      <a:pt x="829" y="1475"/>
                      <a:pt x="829" y="1475"/>
                    </a:cubicBezTo>
                    <a:lnTo>
                      <a:pt x="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48"/>
              <p:cNvSpPr/>
              <p:nvPr/>
            </p:nvSpPr>
            <p:spPr>
              <a:xfrm>
                <a:off x="8514825" y="3956375"/>
                <a:ext cx="18525" cy="49275"/>
              </a:xfrm>
              <a:custGeom>
                <a:avLst/>
                <a:gdLst/>
                <a:ahLst/>
                <a:cxnLst/>
                <a:rect l="l" t="t" r="r" b="b"/>
                <a:pathLst>
                  <a:path w="741" h="1971" extrusionOk="0">
                    <a:moveTo>
                      <a:pt x="741" y="1"/>
                    </a:moveTo>
                    <a:lnTo>
                      <a:pt x="0" y="1943"/>
                    </a:lnTo>
                    <a:cubicBezTo>
                      <a:pt x="0" y="1943"/>
                      <a:pt x="64" y="1970"/>
                      <a:pt x="190" y="1970"/>
                    </a:cubicBezTo>
                    <a:cubicBezTo>
                      <a:pt x="301" y="1970"/>
                      <a:pt x="461" y="1949"/>
                      <a:pt x="667" y="1870"/>
                    </a:cubicBezTo>
                    <a:lnTo>
                      <a:pt x="74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48"/>
              <p:cNvSpPr/>
              <p:nvPr/>
            </p:nvSpPr>
            <p:spPr>
              <a:xfrm>
                <a:off x="8539750" y="3940425"/>
                <a:ext cx="43100" cy="23675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947" extrusionOk="0">
                    <a:moveTo>
                      <a:pt x="1628" y="1"/>
                    </a:moveTo>
                    <a:lnTo>
                      <a:pt x="0" y="411"/>
                    </a:lnTo>
                    <a:lnTo>
                      <a:pt x="1525" y="946"/>
                    </a:lnTo>
                    <a:cubicBezTo>
                      <a:pt x="1525" y="946"/>
                      <a:pt x="1723" y="470"/>
                      <a:pt x="16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48"/>
              <p:cNvSpPr/>
              <p:nvPr/>
            </p:nvSpPr>
            <p:spPr>
              <a:xfrm>
                <a:off x="8539025" y="3913675"/>
                <a:ext cx="39425" cy="34650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1386" extrusionOk="0">
                    <a:moveTo>
                      <a:pt x="1276" y="0"/>
                    </a:moveTo>
                    <a:lnTo>
                      <a:pt x="0" y="1386"/>
                    </a:lnTo>
                    <a:lnTo>
                      <a:pt x="1576" y="873"/>
                    </a:lnTo>
                    <a:cubicBezTo>
                      <a:pt x="1576" y="873"/>
                      <a:pt x="1525" y="323"/>
                      <a:pt x="12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48"/>
              <p:cNvSpPr/>
              <p:nvPr/>
            </p:nvSpPr>
            <p:spPr>
              <a:xfrm>
                <a:off x="8538100" y="3897000"/>
                <a:ext cx="31375" cy="47675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907" extrusionOk="0">
                    <a:moveTo>
                      <a:pt x="829" y="0"/>
                    </a:moveTo>
                    <a:lnTo>
                      <a:pt x="0" y="1906"/>
                    </a:lnTo>
                    <a:lnTo>
                      <a:pt x="0" y="1906"/>
                    </a:lnTo>
                    <a:lnTo>
                      <a:pt x="1254" y="513"/>
                    </a:lnTo>
                    <a:cubicBezTo>
                      <a:pt x="1064" y="95"/>
                      <a:pt x="829" y="0"/>
                      <a:pt x="8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8"/>
              <p:cNvSpPr/>
              <p:nvPr/>
            </p:nvSpPr>
            <p:spPr>
              <a:xfrm>
                <a:off x="8260400" y="3966275"/>
                <a:ext cx="71700" cy="105200"/>
              </a:xfrm>
              <a:custGeom>
                <a:avLst/>
                <a:gdLst/>
                <a:ahLst/>
                <a:cxnLst/>
                <a:rect l="l" t="t" r="r" b="b"/>
                <a:pathLst>
                  <a:path w="2868" h="4208" extrusionOk="0">
                    <a:moveTo>
                      <a:pt x="1951" y="0"/>
                    </a:moveTo>
                    <a:cubicBezTo>
                      <a:pt x="1951" y="0"/>
                      <a:pt x="1" y="477"/>
                      <a:pt x="448" y="2523"/>
                    </a:cubicBezTo>
                    <a:cubicBezTo>
                      <a:pt x="774" y="4006"/>
                      <a:pt x="1907" y="4208"/>
                      <a:pt x="2500" y="4208"/>
                    </a:cubicBezTo>
                    <a:cubicBezTo>
                      <a:pt x="2721" y="4208"/>
                      <a:pt x="2868" y="4180"/>
                      <a:pt x="2868" y="4180"/>
                    </a:cubicBezTo>
                    <a:lnTo>
                      <a:pt x="19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48"/>
              <p:cNvSpPr/>
              <p:nvPr/>
            </p:nvSpPr>
            <p:spPr>
              <a:xfrm>
                <a:off x="8273975" y="3966275"/>
                <a:ext cx="58125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4180" extrusionOk="0">
                    <a:moveTo>
                      <a:pt x="1408" y="0"/>
                    </a:moveTo>
                    <a:cubicBezTo>
                      <a:pt x="536" y="470"/>
                      <a:pt x="0" y="1481"/>
                      <a:pt x="213" y="2449"/>
                    </a:cubicBezTo>
                    <a:cubicBezTo>
                      <a:pt x="433" y="3417"/>
                      <a:pt x="1335" y="4121"/>
                      <a:pt x="2325" y="4180"/>
                    </a:cubicBez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48"/>
              <p:cNvSpPr/>
              <p:nvPr/>
            </p:nvSpPr>
            <p:spPr>
              <a:xfrm>
                <a:off x="8281475" y="4004775"/>
                <a:ext cx="345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785" extrusionOk="0">
                    <a:moveTo>
                      <a:pt x="104" y="0"/>
                    </a:moveTo>
                    <a:cubicBezTo>
                      <a:pt x="16" y="249"/>
                      <a:pt x="1" y="528"/>
                      <a:pt x="60" y="785"/>
                    </a:cubicBezTo>
                    <a:lnTo>
                      <a:pt x="1379" y="56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48"/>
              <p:cNvSpPr/>
              <p:nvPr/>
            </p:nvSpPr>
            <p:spPr>
              <a:xfrm>
                <a:off x="8286425" y="3984225"/>
                <a:ext cx="30450" cy="32850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1314" extrusionOk="0">
                    <a:moveTo>
                      <a:pt x="368" y="1"/>
                    </a:moveTo>
                    <a:cubicBezTo>
                      <a:pt x="126" y="228"/>
                      <a:pt x="1" y="675"/>
                      <a:pt x="1" y="675"/>
                    </a:cubicBezTo>
                    <a:lnTo>
                      <a:pt x="1218" y="1313"/>
                    </a:lnTo>
                    <a:lnTo>
                      <a:pt x="3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48"/>
              <p:cNvSpPr/>
              <p:nvPr/>
            </p:nvSpPr>
            <p:spPr>
              <a:xfrm>
                <a:off x="8297250" y="3972150"/>
                <a:ext cx="20925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837" h="1680" extrusionOk="0">
                    <a:moveTo>
                      <a:pt x="426" y="0"/>
                    </a:moveTo>
                    <a:cubicBezTo>
                      <a:pt x="426" y="0"/>
                      <a:pt x="220" y="44"/>
                      <a:pt x="0" y="359"/>
                    </a:cubicBezTo>
                    <a:lnTo>
                      <a:pt x="836" y="1679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48"/>
              <p:cNvSpPr/>
              <p:nvPr/>
            </p:nvSpPr>
            <p:spPr>
              <a:xfrm>
                <a:off x="8283875" y="4021075"/>
                <a:ext cx="326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1306" h="1050" extrusionOk="0">
                    <a:moveTo>
                      <a:pt x="1305" y="1"/>
                    </a:moveTo>
                    <a:lnTo>
                      <a:pt x="0" y="353"/>
                    </a:lnTo>
                    <a:cubicBezTo>
                      <a:pt x="66" y="609"/>
                      <a:pt x="191" y="851"/>
                      <a:pt x="382" y="1049"/>
                    </a:cubicBezTo>
                    <a:lnTo>
                      <a:pt x="13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48"/>
              <p:cNvSpPr/>
              <p:nvPr/>
            </p:nvSpPr>
            <p:spPr>
              <a:xfrm>
                <a:off x="8297075" y="4022350"/>
                <a:ext cx="211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844" h="1563" extrusionOk="0">
                    <a:moveTo>
                      <a:pt x="843" y="1"/>
                    </a:moveTo>
                    <a:lnTo>
                      <a:pt x="0" y="1101"/>
                    </a:lnTo>
                    <a:cubicBezTo>
                      <a:pt x="0" y="1101"/>
                      <a:pt x="301" y="1453"/>
                      <a:pt x="616" y="1563"/>
                    </a:cubicBezTo>
                    <a:lnTo>
                      <a:pt x="84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48"/>
              <p:cNvSpPr/>
              <p:nvPr/>
            </p:nvSpPr>
            <p:spPr>
              <a:xfrm>
                <a:off x="8315200" y="4024375"/>
                <a:ext cx="13425" cy="426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706" extrusionOk="0">
                    <a:moveTo>
                      <a:pt x="206" y="1"/>
                    </a:moveTo>
                    <a:lnTo>
                      <a:pt x="1" y="1548"/>
                    </a:lnTo>
                    <a:cubicBezTo>
                      <a:pt x="229" y="1685"/>
                      <a:pt x="398" y="1706"/>
                      <a:pt x="480" y="1706"/>
                    </a:cubicBezTo>
                    <a:cubicBezTo>
                      <a:pt x="517" y="1706"/>
                      <a:pt x="536" y="1702"/>
                      <a:pt x="536" y="1702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48"/>
              <p:cNvSpPr/>
              <p:nvPr/>
            </p:nvSpPr>
            <p:spPr>
              <a:xfrm>
                <a:off x="8522875" y="3744125"/>
                <a:ext cx="146850" cy="211850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8474" extrusionOk="0">
                    <a:moveTo>
                      <a:pt x="4459" y="0"/>
                    </a:moveTo>
                    <a:cubicBezTo>
                      <a:pt x="1431" y="514"/>
                      <a:pt x="1" y="4399"/>
                      <a:pt x="3953" y="6137"/>
                    </a:cubicBezTo>
                    <a:cubicBezTo>
                      <a:pt x="4307" y="8218"/>
                      <a:pt x="5221" y="8473"/>
                      <a:pt x="5648" y="8473"/>
                    </a:cubicBezTo>
                    <a:cubicBezTo>
                      <a:pt x="5787" y="8473"/>
                      <a:pt x="5874" y="8447"/>
                      <a:pt x="5874" y="8447"/>
                    </a:cubicBezTo>
                    <a:lnTo>
                      <a:pt x="44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48"/>
              <p:cNvSpPr/>
              <p:nvPr/>
            </p:nvSpPr>
            <p:spPr>
              <a:xfrm>
                <a:off x="8549275" y="3744125"/>
                <a:ext cx="120450" cy="211175"/>
              </a:xfrm>
              <a:custGeom>
                <a:avLst/>
                <a:gdLst/>
                <a:ahLst/>
                <a:cxnLst/>
                <a:rect l="l" t="t" r="r" b="b"/>
                <a:pathLst>
                  <a:path w="4818" h="8447" extrusionOk="0">
                    <a:moveTo>
                      <a:pt x="3403" y="0"/>
                    </a:moveTo>
                    <a:cubicBezTo>
                      <a:pt x="1020" y="404"/>
                      <a:pt x="1" y="3886"/>
                      <a:pt x="3190" y="5748"/>
                    </a:cubicBezTo>
                    <a:cubicBezTo>
                      <a:pt x="3647" y="8393"/>
                      <a:pt x="4725" y="8447"/>
                      <a:pt x="4812" y="8447"/>
                    </a:cubicBezTo>
                    <a:cubicBezTo>
                      <a:pt x="4816" y="8447"/>
                      <a:pt x="4818" y="8447"/>
                      <a:pt x="4818" y="8447"/>
                    </a:cubicBezTo>
                    <a:lnTo>
                      <a:pt x="34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48"/>
              <p:cNvSpPr/>
              <p:nvPr/>
            </p:nvSpPr>
            <p:spPr>
              <a:xfrm>
                <a:off x="8621675" y="3775100"/>
                <a:ext cx="34300" cy="977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3909" extrusionOk="0">
                    <a:moveTo>
                      <a:pt x="712" y="0"/>
                    </a:moveTo>
                    <a:cubicBezTo>
                      <a:pt x="213" y="594"/>
                      <a:pt x="1" y="1379"/>
                      <a:pt x="133" y="2141"/>
                    </a:cubicBezTo>
                    <a:cubicBezTo>
                      <a:pt x="272" y="2882"/>
                      <a:pt x="727" y="3520"/>
                      <a:pt x="1372" y="3908"/>
                    </a:cubicBez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48"/>
              <p:cNvSpPr/>
              <p:nvPr/>
            </p:nvSpPr>
            <p:spPr>
              <a:xfrm>
                <a:off x="8637450" y="3840625"/>
                <a:ext cx="6400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227" extrusionOk="0">
                    <a:moveTo>
                      <a:pt x="192" y="1"/>
                    </a:moveTo>
                    <a:cubicBezTo>
                      <a:pt x="182" y="1"/>
                      <a:pt x="172" y="4"/>
                      <a:pt x="162" y="12"/>
                    </a:cubicBezTo>
                    <a:lnTo>
                      <a:pt x="22" y="143"/>
                    </a:lnTo>
                    <a:cubicBezTo>
                      <a:pt x="0" y="165"/>
                      <a:pt x="0" y="187"/>
                      <a:pt x="15" y="209"/>
                    </a:cubicBezTo>
                    <a:cubicBezTo>
                      <a:pt x="23" y="222"/>
                      <a:pt x="35" y="227"/>
                      <a:pt x="49" y="227"/>
                    </a:cubicBezTo>
                    <a:cubicBezTo>
                      <a:pt x="60" y="227"/>
                      <a:pt x="71" y="223"/>
                      <a:pt x="81" y="217"/>
                    </a:cubicBezTo>
                    <a:lnTo>
                      <a:pt x="220" y="85"/>
                    </a:lnTo>
                    <a:cubicBezTo>
                      <a:pt x="255" y="50"/>
                      <a:pt x="230" y="1"/>
                      <a:pt x="192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48"/>
              <p:cNvSpPr/>
              <p:nvPr/>
            </p:nvSpPr>
            <p:spPr>
              <a:xfrm>
                <a:off x="8633050" y="3823625"/>
                <a:ext cx="6075" cy="285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114" extrusionOk="0">
                    <a:moveTo>
                      <a:pt x="195" y="1"/>
                    </a:moveTo>
                    <a:cubicBezTo>
                      <a:pt x="191" y="1"/>
                      <a:pt x="188" y="1"/>
                      <a:pt x="184" y="2"/>
                    </a:cubicBezTo>
                    <a:lnTo>
                      <a:pt x="44" y="24"/>
                    </a:lnTo>
                    <a:cubicBezTo>
                      <a:pt x="22" y="32"/>
                      <a:pt x="0" y="54"/>
                      <a:pt x="8" y="76"/>
                    </a:cubicBezTo>
                    <a:cubicBezTo>
                      <a:pt x="14" y="95"/>
                      <a:pt x="31" y="114"/>
                      <a:pt x="50" y="114"/>
                    </a:cubicBezTo>
                    <a:cubicBezTo>
                      <a:pt x="53" y="114"/>
                      <a:pt x="56" y="113"/>
                      <a:pt x="59" y="112"/>
                    </a:cubicBezTo>
                    <a:lnTo>
                      <a:pt x="198" y="90"/>
                    </a:lnTo>
                    <a:cubicBezTo>
                      <a:pt x="228" y="83"/>
                      <a:pt x="242" y="61"/>
                      <a:pt x="242" y="39"/>
                    </a:cubicBezTo>
                    <a:cubicBezTo>
                      <a:pt x="236" y="20"/>
                      <a:pt x="219" y="1"/>
                      <a:pt x="195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48"/>
              <p:cNvSpPr/>
              <p:nvPr/>
            </p:nvSpPr>
            <p:spPr>
              <a:xfrm>
                <a:off x="8632850" y="3802450"/>
                <a:ext cx="5350" cy="3225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29" extrusionOk="0">
                    <a:moveTo>
                      <a:pt x="51" y="1"/>
                    </a:moveTo>
                    <a:cubicBezTo>
                      <a:pt x="45" y="1"/>
                      <a:pt x="38" y="2"/>
                      <a:pt x="30" y="6"/>
                    </a:cubicBezTo>
                    <a:cubicBezTo>
                      <a:pt x="23" y="13"/>
                      <a:pt x="16" y="21"/>
                      <a:pt x="8" y="28"/>
                    </a:cubicBezTo>
                    <a:cubicBezTo>
                      <a:pt x="1" y="43"/>
                      <a:pt x="8" y="57"/>
                      <a:pt x="8" y="65"/>
                    </a:cubicBezTo>
                    <a:cubicBezTo>
                      <a:pt x="16" y="79"/>
                      <a:pt x="23" y="87"/>
                      <a:pt x="38" y="87"/>
                    </a:cubicBezTo>
                    <a:lnTo>
                      <a:pt x="148" y="123"/>
                    </a:lnTo>
                    <a:cubicBezTo>
                      <a:pt x="155" y="127"/>
                      <a:pt x="162" y="129"/>
                      <a:pt x="169" y="129"/>
                    </a:cubicBezTo>
                    <a:cubicBezTo>
                      <a:pt x="175" y="129"/>
                      <a:pt x="181" y="127"/>
                      <a:pt x="184" y="123"/>
                    </a:cubicBezTo>
                    <a:cubicBezTo>
                      <a:pt x="199" y="116"/>
                      <a:pt x="206" y="109"/>
                      <a:pt x="206" y="101"/>
                    </a:cubicBezTo>
                    <a:cubicBezTo>
                      <a:pt x="214" y="87"/>
                      <a:pt x="214" y="79"/>
                      <a:pt x="206" y="65"/>
                    </a:cubicBezTo>
                    <a:cubicBezTo>
                      <a:pt x="206" y="57"/>
                      <a:pt x="192" y="43"/>
                      <a:pt x="184" y="43"/>
                    </a:cubicBezTo>
                    <a:lnTo>
                      <a:pt x="67" y="6"/>
                    </a:lnTo>
                    <a:cubicBezTo>
                      <a:pt x="63" y="2"/>
                      <a:pt x="58" y="1"/>
                      <a:pt x="51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8"/>
              <p:cNvSpPr/>
              <p:nvPr/>
            </p:nvSpPr>
            <p:spPr>
              <a:xfrm>
                <a:off x="8342150" y="3709650"/>
                <a:ext cx="119000" cy="121625"/>
              </a:xfrm>
              <a:custGeom>
                <a:avLst/>
                <a:gdLst/>
                <a:ahLst/>
                <a:cxnLst/>
                <a:rect l="l" t="t" r="r" b="b"/>
                <a:pathLst>
                  <a:path w="4760" h="4865" extrusionOk="0">
                    <a:moveTo>
                      <a:pt x="1375" y="0"/>
                    </a:moveTo>
                    <a:cubicBezTo>
                      <a:pt x="943" y="0"/>
                      <a:pt x="489" y="163"/>
                      <a:pt x="250" y="514"/>
                    </a:cubicBezTo>
                    <a:cubicBezTo>
                      <a:pt x="1" y="888"/>
                      <a:pt x="30" y="1387"/>
                      <a:pt x="111" y="1834"/>
                    </a:cubicBezTo>
                    <a:cubicBezTo>
                      <a:pt x="228" y="2442"/>
                      <a:pt x="375" y="3044"/>
                      <a:pt x="551" y="3638"/>
                    </a:cubicBezTo>
                    <a:cubicBezTo>
                      <a:pt x="675" y="4085"/>
                      <a:pt x="844" y="4591"/>
                      <a:pt x="1269" y="4789"/>
                    </a:cubicBezTo>
                    <a:cubicBezTo>
                      <a:pt x="1389" y="4842"/>
                      <a:pt x="1515" y="4865"/>
                      <a:pt x="1643" y="4865"/>
                    </a:cubicBezTo>
                    <a:cubicBezTo>
                      <a:pt x="1954" y="4865"/>
                      <a:pt x="2277" y="4730"/>
                      <a:pt x="2552" y="4569"/>
                    </a:cubicBezTo>
                    <a:cubicBezTo>
                      <a:pt x="3183" y="4195"/>
                      <a:pt x="3740" y="3703"/>
                      <a:pt x="4180" y="3124"/>
                    </a:cubicBezTo>
                    <a:cubicBezTo>
                      <a:pt x="4495" y="2714"/>
                      <a:pt x="4759" y="2208"/>
                      <a:pt x="4656" y="1702"/>
                    </a:cubicBezTo>
                    <a:cubicBezTo>
                      <a:pt x="4576" y="1306"/>
                      <a:pt x="4268" y="976"/>
                      <a:pt x="3916" y="778"/>
                    </a:cubicBezTo>
                    <a:cubicBezTo>
                      <a:pt x="3535" y="558"/>
                      <a:pt x="3117" y="492"/>
                      <a:pt x="2706" y="360"/>
                    </a:cubicBezTo>
                    <a:cubicBezTo>
                      <a:pt x="2281" y="214"/>
                      <a:pt x="1892" y="23"/>
                      <a:pt x="1430" y="1"/>
                    </a:cubicBezTo>
                    <a:cubicBezTo>
                      <a:pt x="1412" y="0"/>
                      <a:pt x="1393" y="0"/>
                      <a:pt x="13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48"/>
              <p:cNvSpPr/>
              <p:nvPr/>
            </p:nvSpPr>
            <p:spPr>
              <a:xfrm>
                <a:off x="8382900" y="3736775"/>
                <a:ext cx="8225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329" h="441" extrusionOk="0">
                    <a:moveTo>
                      <a:pt x="159" y="1"/>
                    </a:moveTo>
                    <a:cubicBezTo>
                      <a:pt x="1" y="1"/>
                      <a:pt x="72" y="441"/>
                      <a:pt x="72" y="441"/>
                    </a:cubicBezTo>
                    <a:cubicBezTo>
                      <a:pt x="72" y="441"/>
                      <a:pt x="328" y="16"/>
                      <a:pt x="167" y="1"/>
                    </a:cubicBezTo>
                    <a:cubicBezTo>
                      <a:pt x="164" y="1"/>
                      <a:pt x="162" y="1"/>
                      <a:pt x="159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48"/>
              <p:cNvSpPr/>
              <p:nvPr/>
            </p:nvSpPr>
            <p:spPr>
              <a:xfrm>
                <a:off x="8405100" y="3742075"/>
                <a:ext cx="80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442" extrusionOk="0">
                    <a:moveTo>
                      <a:pt x="148" y="1"/>
                    </a:moveTo>
                    <a:cubicBezTo>
                      <a:pt x="1" y="1"/>
                      <a:pt x="71" y="442"/>
                      <a:pt x="71" y="442"/>
                    </a:cubicBezTo>
                    <a:cubicBezTo>
                      <a:pt x="71" y="442"/>
                      <a:pt x="320" y="16"/>
                      <a:pt x="159" y="2"/>
                    </a:cubicBezTo>
                    <a:cubicBezTo>
                      <a:pt x="155" y="1"/>
                      <a:pt x="151" y="1"/>
                      <a:pt x="148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48"/>
              <p:cNvSpPr/>
              <p:nvPr/>
            </p:nvSpPr>
            <p:spPr>
              <a:xfrm>
                <a:off x="8372100" y="3782775"/>
                <a:ext cx="80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442" extrusionOk="0">
                    <a:moveTo>
                      <a:pt x="148" y="1"/>
                    </a:moveTo>
                    <a:cubicBezTo>
                      <a:pt x="1" y="1"/>
                      <a:pt x="64" y="441"/>
                      <a:pt x="64" y="441"/>
                    </a:cubicBezTo>
                    <a:cubicBezTo>
                      <a:pt x="64" y="441"/>
                      <a:pt x="320" y="16"/>
                      <a:pt x="159" y="1"/>
                    </a:cubicBezTo>
                    <a:cubicBezTo>
                      <a:pt x="155" y="1"/>
                      <a:pt x="152" y="1"/>
                      <a:pt x="148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48"/>
              <p:cNvSpPr/>
              <p:nvPr/>
            </p:nvSpPr>
            <p:spPr>
              <a:xfrm>
                <a:off x="8377400" y="3808450"/>
                <a:ext cx="80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41" extrusionOk="0">
                    <a:moveTo>
                      <a:pt x="152" y="0"/>
                    </a:moveTo>
                    <a:cubicBezTo>
                      <a:pt x="1" y="0"/>
                      <a:pt x="72" y="441"/>
                      <a:pt x="72" y="441"/>
                    </a:cubicBezTo>
                    <a:cubicBezTo>
                      <a:pt x="72" y="441"/>
                      <a:pt x="321" y="15"/>
                      <a:pt x="160" y="1"/>
                    </a:cubicBezTo>
                    <a:cubicBezTo>
                      <a:pt x="157" y="1"/>
                      <a:pt x="155" y="0"/>
                      <a:pt x="152" y="0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48"/>
              <p:cNvSpPr/>
              <p:nvPr/>
            </p:nvSpPr>
            <p:spPr>
              <a:xfrm>
                <a:off x="8395175" y="3804225"/>
                <a:ext cx="82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329" h="442" extrusionOk="0">
                    <a:moveTo>
                      <a:pt x="152" y="1"/>
                    </a:moveTo>
                    <a:cubicBezTo>
                      <a:pt x="1" y="1"/>
                      <a:pt x="72" y="441"/>
                      <a:pt x="72" y="441"/>
                    </a:cubicBezTo>
                    <a:cubicBezTo>
                      <a:pt x="72" y="441"/>
                      <a:pt x="329" y="16"/>
                      <a:pt x="160" y="1"/>
                    </a:cubicBezTo>
                    <a:cubicBezTo>
                      <a:pt x="157" y="1"/>
                      <a:pt x="155" y="1"/>
                      <a:pt x="152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8"/>
              <p:cNvSpPr/>
              <p:nvPr/>
            </p:nvSpPr>
            <p:spPr>
              <a:xfrm>
                <a:off x="8360175" y="3767750"/>
                <a:ext cx="82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329" h="442" extrusionOk="0">
                    <a:moveTo>
                      <a:pt x="152" y="1"/>
                    </a:moveTo>
                    <a:cubicBezTo>
                      <a:pt x="1" y="1"/>
                      <a:pt x="72" y="441"/>
                      <a:pt x="72" y="441"/>
                    </a:cubicBezTo>
                    <a:cubicBezTo>
                      <a:pt x="72" y="441"/>
                      <a:pt x="328" y="16"/>
                      <a:pt x="160" y="1"/>
                    </a:cubicBezTo>
                    <a:cubicBezTo>
                      <a:pt x="157" y="1"/>
                      <a:pt x="155" y="1"/>
                      <a:pt x="152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8"/>
              <p:cNvSpPr/>
              <p:nvPr/>
            </p:nvSpPr>
            <p:spPr>
              <a:xfrm>
                <a:off x="8418100" y="3781875"/>
                <a:ext cx="8025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448" extrusionOk="0">
                    <a:moveTo>
                      <a:pt x="152" y="0"/>
                    </a:moveTo>
                    <a:cubicBezTo>
                      <a:pt x="0" y="0"/>
                      <a:pt x="71" y="448"/>
                      <a:pt x="71" y="448"/>
                    </a:cubicBezTo>
                    <a:cubicBezTo>
                      <a:pt x="71" y="448"/>
                      <a:pt x="321" y="23"/>
                      <a:pt x="159" y="1"/>
                    </a:cubicBezTo>
                    <a:cubicBezTo>
                      <a:pt x="157" y="0"/>
                      <a:pt x="154" y="0"/>
                      <a:pt x="152" y="0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8"/>
              <p:cNvSpPr/>
              <p:nvPr/>
            </p:nvSpPr>
            <p:spPr>
              <a:xfrm>
                <a:off x="8360175" y="3744100"/>
                <a:ext cx="8025" cy="112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449" extrusionOk="0">
                    <a:moveTo>
                      <a:pt x="152" y="1"/>
                    </a:moveTo>
                    <a:cubicBezTo>
                      <a:pt x="0" y="1"/>
                      <a:pt x="64" y="449"/>
                      <a:pt x="64" y="449"/>
                    </a:cubicBezTo>
                    <a:cubicBezTo>
                      <a:pt x="64" y="449"/>
                      <a:pt x="321" y="23"/>
                      <a:pt x="160" y="1"/>
                    </a:cubicBezTo>
                    <a:cubicBezTo>
                      <a:pt x="157" y="1"/>
                      <a:pt x="155" y="1"/>
                      <a:pt x="152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48"/>
              <p:cNvSpPr/>
              <p:nvPr/>
            </p:nvSpPr>
            <p:spPr>
              <a:xfrm>
                <a:off x="8385300" y="3755475"/>
                <a:ext cx="820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441" extrusionOk="0">
                    <a:moveTo>
                      <a:pt x="159" y="1"/>
                    </a:moveTo>
                    <a:cubicBezTo>
                      <a:pt x="0" y="1"/>
                      <a:pt x="71" y="441"/>
                      <a:pt x="71" y="441"/>
                    </a:cubicBezTo>
                    <a:cubicBezTo>
                      <a:pt x="71" y="441"/>
                      <a:pt x="328" y="16"/>
                      <a:pt x="166" y="1"/>
                    </a:cubicBezTo>
                    <a:cubicBezTo>
                      <a:pt x="164" y="1"/>
                      <a:pt x="161" y="1"/>
                      <a:pt x="159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48"/>
              <p:cNvSpPr/>
              <p:nvPr/>
            </p:nvSpPr>
            <p:spPr>
              <a:xfrm>
                <a:off x="8392800" y="3774350"/>
                <a:ext cx="8225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329" h="441" extrusionOk="0">
                    <a:moveTo>
                      <a:pt x="159" y="1"/>
                    </a:moveTo>
                    <a:cubicBezTo>
                      <a:pt x="1" y="1"/>
                      <a:pt x="72" y="441"/>
                      <a:pt x="72" y="441"/>
                    </a:cubicBezTo>
                    <a:cubicBezTo>
                      <a:pt x="72" y="441"/>
                      <a:pt x="328" y="16"/>
                      <a:pt x="167" y="1"/>
                    </a:cubicBezTo>
                    <a:cubicBezTo>
                      <a:pt x="164" y="1"/>
                      <a:pt x="162" y="1"/>
                      <a:pt x="159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48"/>
              <p:cNvSpPr/>
              <p:nvPr/>
            </p:nvSpPr>
            <p:spPr>
              <a:xfrm>
                <a:off x="8435500" y="3759325"/>
                <a:ext cx="80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41" extrusionOk="0">
                    <a:moveTo>
                      <a:pt x="152" y="1"/>
                    </a:moveTo>
                    <a:cubicBezTo>
                      <a:pt x="1" y="1"/>
                      <a:pt x="65" y="441"/>
                      <a:pt x="65" y="441"/>
                    </a:cubicBezTo>
                    <a:cubicBezTo>
                      <a:pt x="65" y="441"/>
                      <a:pt x="321" y="16"/>
                      <a:pt x="160" y="1"/>
                    </a:cubicBezTo>
                    <a:cubicBezTo>
                      <a:pt x="157" y="1"/>
                      <a:pt x="155" y="1"/>
                      <a:pt x="152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48"/>
              <p:cNvSpPr/>
              <p:nvPr/>
            </p:nvSpPr>
            <p:spPr>
              <a:xfrm>
                <a:off x="8408200" y="3764275"/>
                <a:ext cx="8025" cy="112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449" extrusionOk="0">
                    <a:moveTo>
                      <a:pt x="152" y="0"/>
                    </a:moveTo>
                    <a:cubicBezTo>
                      <a:pt x="0" y="0"/>
                      <a:pt x="72" y="448"/>
                      <a:pt x="72" y="448"/>
                    </a:cubicBezTo>
                    <a:cubicBezTo>
                      <a:pt x="72" y="448"/>
                      <a:pt x="321" y="23"/>
                      <a:pt x="160" y="1"/>
                    </a:cubicBezTo>
                    <a:cubicBezTo>
                      <a:pt x="157" y="1"/>
                      <a:pt x="155" y="0"/>
                      <a:pt x="152" y="0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48"/>
              <p:cNvSpPr/>
              <p:nvPr/>
            </p:nvSpPr>
            <p:spPr>
              <a:xfrm>
                <a:off x="8425800" y="3743550"/>
                <a:ext cx="8025" cy="112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449" extrusionOk="0">
                    <a:moveTo>
                      <a:pt x="152" y="1"/>
                    </a:moveTo>
                    <a:cubicBezTo>
                      <a:pt x="0" y="1"/>
                      <a:pt x="64" y="449"/>
                      <a:pt x="64" y="449"/>
                    </a:cubicBezTo>
                    <a:cubicBezTo>
                      <a:pt x="64" y="449"/>
                      <a:pt x="321" y="23"/>
                      <a:pt x="159" y="1"/>
                    </a:cubicBezTo>
                    <a:cubicBezTo>
                      <a:pt x="157" y="1"/>
                      <a:pt x="154" y="1"/>
                      <a:pt x="152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48"/>
              <p:cNvSpPr/>
              <p:nvPr/>
            </p:nvSpPr>
            <p:spPr>
              <a:xfrm>
                <a:off x="8373350" y="3752375"/>
                <a:ext cx="40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1" extrusionOk="0">
                    <a:moveTo>
                      <a:pt x="76" y="0"/>
                    </a:moveTo>
                    <a:cubicBezTo>
                      <a:pt x="0" y="0"/>
                      <a:pt x="36" y="220"/>
                      <a:pt x="36" y="220"/>
                    </a:cubicBezTo>
                    <a:cubicBezTo>
                      <a:pt x="36" y="220"/>
                      <a:pt x="160" y="8"/>
                      <a:pt x="80" y="0"/>
                    </a:cubicBezTo>
                    <a:cubicBezTo>
                      <a:pt x="79" y="0"/>
                      <a:pt x="77" y="0"/>
                      <a:pt x="76" y="0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48"/>
              <p:cNvSpPr/>
              <p:nvPr/>
            </p:nvSpPr>
            <p:spPr>
              <a:xfrm>
                <a:off x="8355375" y="3730175"/>
                <a:ext cx="40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2" extrusionOk="0">
                    <a:moveTo>
                      <a:pt x="77" y="1"/>
                    </a:moveTo>
                    <a:cubicBezTo>
                      <a:pt x="1" y="1"/>
                      <a:pt x="36" y="221"/>
                      <a:pt x="36" y="221"/>
                    </a:cubicBezTo>
                    <a:cubicBezTo>
                      <a:pt x="36" y="221"/>
                      <a:pt x="161" y="8"/>
                      <a:pt x="80" y="1"/>
                    </a:cubicBezTo>
                    <a:cubicBezTo>
                      <a:pt x="79" y="1"/>
                      <a:pt x="78" y="1"/>
                      <a:pt x="77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48"/>
              <p:cNvSpPr/>
              <p:nvPr/>
            </p:nvSpPr>
            <p:spPr>
              <a:xfrm>
                <a:off x="8384350" y="3791950"/>
                <a:ext cx="40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1" extrusionOk="0">
                    <a:moveTo>
                      <a:pt x="76" y="1"/>
                    </a:moveTo>
                    <a:cubicBezTo>
                      <a:pt x="0" y="1"/>
                      <a:pt x="36" y="221"/>
                      <a:pt x="36" y="221"/>
                    </a:cubicBezTo>
                    <a:cubicBezTo>
                      <a:pt x="36" y="221"/>
                      <a:pt x="160" y="8"/>
                      <a:pt x="80" y="1"/>
                    </a:cubicBezTo>
                    <a:cubicBezTo>
                      <a:pt x="78" y="1"/>
                      <a:pt x="77" y="1"/>
                      <a:pt x="76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48"/>
              <p:cNvSpPr/>
              <p:nvPr/>
            </p:nvSpPr>
            <p:spPr>
              <a:xfrm>
                <a:off x="8420825" y="3769400"/>
                <a:ext cx="42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22" extrusionOk="0">
                    <a:moveTo>
                      <a:pt x="76" y="1"/>
                    </a:moveTo>
                    <a:cubicBezTo>
                      <a:pt x="0" y="1"/>
                      <a:pt x="36" y="221"/>
                      <a:pt x="36" y="221"/>
                    </a:cubicBezTo>
                    <a:cubicBezTo>
                      <a:pt x="36" y="221"/>
                      <a:pt x="168" y="8"/>
                      <a:pt x="80" y="1"/>
                    </a:cubicBezTo>
                    <a:cubicBezTo>
                      <a:pt x="78" y="1"/>
                      <a:pt x="77" y="1"/>
                      <a:pt x="76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48"/>
              <p:cNvSpPr/>
              <p:nvPr/>
            </p:nvSpPr>
            <p:spPr>
              <a:xfrm>
                <a:off x="8433800" y="3780050"/>
                <a:ext cx="4050" cy="570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28" extrusionOk="0">
                    <a:moveTo>
                      <a:pt x="81" y="0"/>
                    </a:moveTo>
                    <a:cubicBezTo>
                      <a:pt x="1" y="0"/>
                      <a:pt x="37" y="228"/>
                      <a:pt x="37" y="228"/>
                    </a:cubicBezTo>
                    <a:cubicBezTo>
                      <a:pt x="37" y="228"/>
                      <a:pt x="162" y="8"/>
                      <a:pt x="81" y="0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48"/>
              <p:cNvSpPr/>
              <p:nvPr/>
            </p:nvSpPr>
            <p:spPr>
              <a:xfrm>
                <a:off x="8399000" y="3790300"/>
                <a:ext cx="42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21" extrusionOk="0">
                    <a:moveTo>
                      <a:pt x="84" y="1"/>
                    </a:moveTo>
                    <a:cubicBezTo>
                      <a:pt x="1" y="1"/>
                      <a:pt x="36" y="221"/>
                      <a:pt x="36" y="221"/>
                    </a:cubicBezTo>
                    <a:cubicBezTo>
                      <a:pt x="36" y="221"/>
                      <a:pt x="168" y="8"/>
                      <a:pt x="88" y="1"/>
                    </a:cubicBezTo>
                    <a:cubicBezTo>
                      <a:pt x="86" y="1"/>
                      <a:pt x="85" y="1"/>
                      <a:pt x="84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48"/>
              <p:cNvSpPr/>
              <p:nvPr/>
            </p:nvSpPr>
            <p:spPr>
              <a:xfrm>
                <a:off x="8399550" y="3735125"/>
                <a:ext cx="42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21" extrusionOk="0">
                    <a:moveTo>
                      <a:pt x="83" y="1"/>
                    </a:moveTo>
                    <a:cubicBezTo>
                      <a:pt x="1" y="1"/>
                      <a:pt x="36" y="221"/>
                      <a:pt x="36" y="221"/>
                    </a:cubicBezTo>
                    <a:cubicBezTo>
                      <a:pt x="36" y="221"/>
                      <a:pt x="168" y="8"/>
                      <a:pt x="88" y="1"/>
                    </a:cubicBezTo>
                    <a:cubicBezTo>
                      <a:pt x="86" y="1"/>
                      <a:pt x="85" y="1"/>
                      <a:pt x="83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48"/>
              <p:cNvSpPr/>
              <p:nvPr/>
            </p:nvSpPr>
            <p:spPr>
              <a:xfrm>
                <a:off x="8411100" y="3802025"/>
                <a:ext cx="40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2" extrusionOk="0">
                    <a:moveTo>
                      <a:pt x="76" y="1"/>
                    </a:moveTo>
                    <a:cubicBezTo>
                      <a:pt x="1" y="1"/>
                      <a:pt x="36" y="221"/>
                      <a:pt x="36" y="221"/>
                    </a:cubicBezTo>
                    <a:cubicBezTo>
                      <a:pt x="36" y="221"/>
                      <a:pt x="161" y="1"/>
                      <a:pt x="80" y="1"/>
                    </a:cubicBezTo>
                    <a:cubicBezTo>
                      <a:pt x="79" y="1"/>
                      <a:pt x="78" y="1"/>
                      <a:pt x="76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48"/>
              <p:cNvSpPr/>
              <p:nvPr/>
            </p:nvSpPr>
            <p:spPr>
              <a:xfrm>
                <a:off x="8373150" y="3730175"/>
                <a:ext cx="40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22" extrusionOk="0">
                    <a:moveTo>
                      <a:pt x="77" y="1"/>
                    </a:moveTo>
                    <a:cubicBezTo>
                      <a:pt x="1" y="1"/>
                      <a:pt x="36" y="221"/>
                      <a:pt x="36" y="221"/>
                    </a:cubicBezTo>
                    <a:cubicBezTo>
                      <a:pt x="36" y="221"/>
                      <a:pt x="161" y="8"/>
                      <a:pt x="80" y="1"/>
                    </a:cubicBezTo>
                    <a:cubicBezTo>
                      <a:pt x="79" y="1"/>
                      <a:pt x="78" y="1"/>
                      <a:pt x="77" y="1"/>
                    </a:cubicBezTo>
                    <a:close/>
                  </a:path>
                </a:pathLst>
              </a:custGeom>
              <a:solidFill>
                <a:srgbClr val="FFC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48"/>
              <p:cNvSpPr/>
              <p:nvPr/>
            </p:nvSpPr>
            <p:spPr>
              <a:xfrm>
                <a:off x="8368000" y="3679050"/>
                <a:ext cx="86725" cy="75175"/>
              </a:xfrm>
              <a:custGeom>
                <a:avLst/>
                <a:gdLst/>
                <a:ahLst/>
                <a:cxnLst/>
                <a:rect l="l" t="t" r="r" b="b"/>
                <a:pathLst>
                  <a:path w="3469" h="3007" extrusionOk="0">
                    <a:moveTo>
                      <a:pt x="1606" y="1"/>
                    </a:moveTo>
                    <a:cubicBezTo>
                      <a:pt x="1445" y="477"/>
                      <a:pt x="1372" y="976"/>
                      <a:pt x="1570" y="1423"/>
                    </a:cubicBezTo>
                    <a:cubicBezTo>
                      <a:pt x="1559" y="1423"/>
                      <a:pt x="1548" y="1423"/>
                      <a:pt x="1538" y="1423"/>
                    </a:cubicBezTo>
                    <a:cubicBezTo>
                      <a:pt x="913" y="1423"/>
                      <a:pt x="364" y="1002"/>
                      <a:pt x="206" y="404"/>
                    </a:cubicBezTo>
                    <a:lnTo>
                      <a:pt x="206" y="404"/>
                    </a:lnTo>
                    <a:cubicBezTo>
                      <a:pt x="213" y="1056"/>
                      <a:pt x="690" y="1614"/>
                      <a:pt x="1342" y="1716"/>
                    </a:cubicBezTo>
                    <a:cubicBezTo>
                      <a:pt x="866" y="1724"/>
                      <a:pt x="396" y="1863"/>
                      <a:pt x="1" y="2127"/>
                    </a:cubicBezTo>
                    <a:cubicBezTo>
                      <a:pt x="470" y="2041"/>
                      <a:pt x="945" y="1997"/>
                      <a:pt x="1420" y="1997"/>
                    </a:cubicBezTo>
                    <a:cubicBezTo>
                      <a:pt x="1516" y="1997"/>
                      <a:pt x="1613" y="1998"/>
                      <a:pt x="1709" y="2002"/>
                    </a:cubicBezTo>
                    <a:cubicBezTo>
                      <a:pt x="1870" y="2317"/>
                      <a:pt x="1973" y="2662"/>
                      <a:pt x="2024" y="3007"/>
                    </a:cubicBezTo>
                    <a:cubicBezTo>
                      <a:pt x="2097" y="2677"/>
                      <a:pt x="2112" y="2332"/>
                      <a:pt x="2083" y="1995"/>
                    </a:cubicBezTo>
                    <a:lnTo>
                      <a:pt x="2083" y="1995"/>
                    </a:lnTo>
                    <a:cubicBezTo>
                      <a:pt x="2508" y="2215"/>
                      <a:pt x="2985" y="2339"/>
                      <a:pt x="3468" y="2347"/>
                    </a:cubicBezTo>
                    <a:cubicBezTo>
                      <a:pt x="2985" y="2229"/>
                      <a:pt x="2545" y="1987"/>
                      <a:pt x="2185" y="1658"/>
                    </a:cubicBezTo>
                    <a:lnTo>
                      <a:pt x="2185" y="1658"/>
                    </a:lnTo>
                    <a:cubicBezTo>
                      <a:pt x="2266" y="1661"/>
                      <a:pt x="2347" y="1663"/>
                      <a:pt x="2429" y="1663"/>
                    </a:cubicBezTo>
                    <a:cubicBezTo>
                      <a:pt x="2673" y="1663"/>
                      <a:pt x="2919" y="1647"/>
                      <a:pt x="3161" y="1614"/>
                    </a:cubicBezTo>
                    <a:cubicBezTo>
                      <a:pt x="2735" y="1548"/>
                      <a:pt x="2303" y="1496"/>
                      <a:pt x="1877" y="1474"/>
                    </a:cubicBezTo>
                    <a:cubicBezTo>
                      <a:pt x="1694" y="998"/>
                      <a:pt x="1753" y="470"/>
                      <a:pt x="2031" y="52"/>
                    </a:cubicBezTo>
                    <a:cubicBezTo>
                      <a:pt x="1892" y="37"/>
                      <a:pt x="1746" y="15"/>
                      <a:pt x="16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48"/>
              <p:cNvSpPr/>
              <p:nvPr/>
            </p:nvSpPr>
            <p:spPr>
              <a:xfrm>
                <a:off x="8341975" y="3946250"/>
                <a:ext cx="147950" cy="136975"/>
              </a:xfrm>
              <a:custGeom>
                <a:avLst/>
                <a:gdLst/>
                <a:ahLst/>
                <a:cxnLst/>
                <a:rect l="l" t="t" r="r" b="b"/>
                <a:pathLst>
                  <a:path w="5918" h="5479" extrusionOk="0">
                    <a:moveTo>
                      <a:pt x="1764" y="1"/>
                    </a:moveTo>
                    <a:cubicBezTo>
                      <a:pt x="1141" y="1"/>
                      <a:pt x="567" y="340"/>
                      <a:pt x="264" y="889"/>
                    </a:cubicBezTo>
                    <a:cubicBezTo>
                      <a:pt x="30" y="1351"/>
                      <a:pt x="0" y="1901"/>
                      <a:pt x="15" y="2422"/>
                    </a:cubicBezTo>
                    <a:cubicBezTo>
                      <a:pt x="44" y="3221"/>
                      <a:pt x="184" y="4049"/>
                      <a:pt x="638" y="4643"/>
                    </a:cubicBezTo>
                    <a:cubicBezTo>
                      <a:pt x="939" y="5035"/>
                      <a:pt x="1405" y="5283"/>
                      <a:pt x="1855" y="5283"/>
                    </a:cubicBezTo>
                    <a:cubicBezTo>
                      <a:pt x="2096" y="5283"/>
                      <a:pt x="2333" y="5212"/>
                      <a:pt x="2537" y="5054"/>
                    </a:cubicBezTo>
                    <a:cubicBezTo>
                      <a:pt x="2795" y="5329"/>
                      <a:pt x="3151" y="5478"/>
                      <a:pt x="3520" y="5478"/>
                    </a:cubicBezTo>
                    <a:cubicBezTo>
                      <a:pt x="3612" y="5478"/>
                      <a:pt x="3706" y="5469"/>
                      <a:pt x="3798" y="5450"/>
                    </a:cubicBezTo>
                    <a:cubicBezTo>
                      <a:pt x="4231" y="5362"/>
                      <a:pt x="4619" y="5076"/>
                      <a:pt x="4949" y="4731"/>
                    </a:cubicBezTo>
                    <a:cubicBezTo>
                      <a:pt x="5433" y="4225"/>
                      <a:pt x="5741" y="3588"/>
                      <a:pt x="5837" y="2898"/>
                    </a:cubicBezTo>
                    <a:cubicBezTo>
                      <a:pt x="5917" y="2194"/>
                      <a:pt x="5705" y="1447"/>
                      <a:pt x="5221" y="999"/>
                    </a:cubicBezTo>
                    <a:cubicBezTo>
                      <a:pt x="4948" y="748"/>
                      <a:pt x="4575" y="599"/>
                      <a:pt x="4212" y="599"/>
                    </a:cubicBezTo>
                    <a:cubicBezTo>
                      <a:pt x="3940" y="599"/>
                      <a:pt x="3674" y="682"/>
                      <a:pt x="3461" y="867"/>
                    </a:cubicBezTo>
                    <a:cubicBezTo>
                      <a:pt x="3028" y="384"/>
                      <a:pt x="2457" y="39"/>
                      <a:pt x="1841" y="2"/>
                    </a:cubicBezTo>
                    <a:cubicBezTo>
                      <a:pt x="1815" y="1"/>
                      <a:pt x="1789" y="1"/>
                      <a:pt x="17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48"/>
              <p:cNvSpPr/>
              <p:nvPr/>
            </p:nvSpPr>
            <p:spPr>
              <a:xfrm>
                <a:off x="8350775" y="3952350"/>
                <a:ext cx="129600" cy="125350"/>
              </a:xfrm>
              <a:custGeom>
                <a:avLst/>
                <a:gdLst/>
                <a:ahLst/>
                <a:cxnLst/>
                <a:rect l="l" t="t" r="r" b="b"/>
                <a:pathLst>
                  <a:path w="5184" h="5014" extrusionOk="0">
                    <a:moveTo>
                      <a:pt x="1638" y="0"/>
                    </a:moveTo>
                    <a:cubicBezTo>
                      <a:pt x="1052" y="0"/>
                      <a:pt x="518" y="329"/>
                      <a:pt x="257" y="851"/>
                    </a:cubicBezTo>
                    <a:cubicBezTo>
                      <a:pt x="44" y="1276"/>
                      <a:pt x="0" y="1789"/>
                      <a:pt x="8" y="2273"/>
                    </a:cubicBezTo>
                    <a:cubicBezTo>
                      <a:pt x="22" y="3006"/>
                      <a:pt x="125" y="3769"/>
                      <a:pt x="521" y="4311"/>
                    </a:cubicBezTo>
                    <a:cubicBezTo>
                      <a:pt x="769" y="4657"/>
                      <a:pt x="1160" y="4875"/>
                      <a:pt x="1546" y="4875"/>
                    </a:cubicBezTo>
                    <a:cubicBezTo>
                      <a:pt x="1765" y="4875"/>
                      <a:pt x="1982" y="4805"/>
                      <a:pt x="2171" y="4649"/>
                    </a:cubicBezTo>
                    <a:cubicBezTo>
                      <a:pt x="2379" y="4885"/>
                      <a:pt x="2679" y="5014"/>
                      <a:pt x="2990" y="5014"/>
                    </a:cubicBezTo>
                    <a:cubicBezTo>
                      <a:pt x="3083" y="5014"/>
                      <a:pt x="3177" y="5002"/>
                      <a:pt x="3270" y="4979"/>
                    </a:cubicBezTo>
                    <a:cubicBezTo>
                      <a:pt x="3652" y="4883"/>
                      <a:pt x="4004" y="4612"/>
                      <a:pt x="4289" y="4289"/>
                    </a:cubicBezTo>
                    <a:cubicBezTo>
                      <a:pt x="4722" y="3813"/>
                      <a:pt x="5008" y="3219"/>
                      <a:pt x="5103" y="2581"/>
                    </a:cubicBezTo>
                    <a:cubicBezTo>
                      <a:pt x="5184" y="1936"/>
                      <a:pt x="5008" y="1247"/>
                      <a:pt x="4597" y="851"/>
                    </a:cubicBezTo>
                    <a:cubicBezTo>
                      <a:pt x="4371" y="628"/>
                      <a:pt x="4053" y="496"/>
                      <a:pt x="3739" y="496"/>
                    </a:cubicBezTo>
                    <a:cubicBezTo>
                      <a:pt x="3495" y="496"/>
                      <a:pt x="3253" y="576"/>
                      <a:pt x="3058" y="755"/>
                    </a:cubicBezTo>
                    <a:cubicBezTo>
                      <a:pt x="2684" y="323"/>
                      <a:pt x="2193" y="15"/>
                      <a:pt x="1657" y="0"/>
                    </a:cubicBezTo>
                    <a:cubicBezTo>
                      <a:pt x="1651" y="0"/>
                      <a:pt x="1644" y="0"/>
                      <a:pt x="16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48"/>
              <p:cNvSpPr/>
              <p:nvPr/>
            </p:nvSpPr>
            <p:spPr>
              <a:xfrm>
                <a:off x="8378275" y="3984825"/>
                <a:ext cx="74425" cy="63050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2522" extrusionOk="0">
                    <a:moveTo>
                      <a:pt x="673" y="0"/>
                    </a:moveTo>
                    <a:cubicBezTo>
                      <a:pt x="615" y="0"/>
                      <a:pt x="556" y="11"/>
                      <a:pt x="499" y="36"/>
                    </a:cubicBezTo>
                    <a:cubicBezTo>
                      <a:pt x="345" y="109"/>
                      <a:pt x="227" y="234"/>
                      <a:pt x="161" y="395"/>
                    </a:cubicBezTo>
                    <a:cubicBezTo>
                      <a:pt x="95" y="556"/>
                      <a:pt x="51" y="725"/>
                      <a:pt x="37" y="901"/>
                    </a:cubicBezTo>
                    <a:cubicBezTo>
                      <a:pt x="0" y="1194"/>
                      <a:pt x="22" y="1487"/>
                      <a:pt x="110" y="1766"/>
                    </a:cubicBezTo>
                    <a:cubicBezTo>
                      <a:pt x="183" y="2030"/>
                      <a:pt x="359" y="2242"/>
                      <a:pt x="594" y="2367"/>
                    </a:cubicBezTo>
                    <a:cubicBezTo>
                      <a:pt x="676" y="2402"/>
                      <a:pt x="762" y="2419"/>
                      <a:pt x="847" y="2419"/>
                    </a:cubicBezTo>
                    <a:cubicBezTo>
                      <a:pt x="1014" y="2419"/>
                      <a:pt x="1177" y="2354"/>
                      <a:pt x="1298" y="2228"/>
                    </a:cubicBezTo>
                    <a:cubicBezTo>
                      <a:pt x="1394" y="2431"/>
                      <a:pt x="1617" y="2521"/>
                      <a:pt x="1840" y="2521"/>
                    </a:cubicBezTo>
                    <a:cubicBezTo>
                      <a:pt x="1939" y="2521"/>
                      <a:pt x="2038" y="2504"/>
                      <a:pt x="2126" y="2470"/>
                    </a:cubicBezTo>
                    <a:cubicBezTo>
                      <a:pt x="2412" y="2367"/>
                      <a:pt x="2640" y="2081"/>
                      <a:pt x="2786" y="1773"/>
                    </a:cubicBezTo>
                    <a:cubicBezTo>
                      <a:pt x="2926" y="1495"/>
                      <a:pt x="2977" y="1187"/>
                      <a:pt x="2933" y="886"/>
                    </a:cubicBezTo>
                    <a:cubicBezTo>
                      <a:pt x="2882" y="593"/>
                      <a:pt x="2669" y="329"/>
                      <a:pt x="2427" y="314"/>
                    </a:cubicBezTo>
                    <a:cubicBezTo>
                      <a:pt x="2419" y="314"/>
                      <a:pt x="2411" y="314"/>
                      <a:pt x="2403" y="314"/>
                    </a:cubicBezTo>
                    <a:cubicBezTo>
                      <a:pt x="2162" y="314"/>
                      <a:pt x="1929" y="525"/>
                      <a:pt x="1730" y="703"/>
                    </a:cubicBezTo>
                    <a:cubicBezTo>
                      <a:pt x="1569" y="527"/>
                      <a:pt x="1386" y="366"/>
                      <a:pt x="1195" y="226"/>
                    </a:cubicBezTo>
                    <a:cubicBezTo>
                      <a:pt x="1039" y="109"/>
                      <a:pt x="857" y="0"/>
                      <a:pt x="6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48"/>
              <p:cNvSpPr/>
              <p:nvPr/>
            </p:nvSpPr>
            <p:spPr>
              <a:xfrm>
                <a:off x="8407775" y="4006575"/>
                <a:ext cx="5150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64" extrusionOk="0">
                    <a:moveTo>
                      <a:pt x="33" y="1"/>
                    </a:moveTo>
                    <a:cubicBezTo>
                      <a:pt x="23" y="1"/>
                      <a:pt x="12" y="7"/>
                      <a:pt x="8" y="16"/>
                    </a:cubicBezTo>
                    <a:cubicBezTo>
                      <a:pt x="1" y="31"/>
                      <a:pt x="1" y="60"/>
                      <a:pt x="15" y="67"/>
                    </a:cubicBezTo>
                    <a:lnTo>
                      <a:pt x="155" y="155"/>
                    </a:lnTo>
                    <a:cubicBezTo>
                      <a:pt x="160" y="161"/>
                      <a:pt x="167" y="163"/>
                      <a:pt x="173" y="163"/>
                    </a:cubicBezTo>
                    <a:cubicBezTo>
                      <a:pt x="184" y="163"/>
                      <a:pt x="194" y="157"/>
                      <a:pt x="198" y="148"/>
                    </a:cubicBezTo>
                    <a:cubicBezTo>
                      <a:pt x="206" y="133"/>
                      <a:pt x="206" y="104"/>
                      <a:pt x="191" y="97"/>
                    </a:cubicBezTo>
                    <a:lnTo>
                      <a:pt x="52" y="9"/>
                    </a:lnTo>
                    <a:cubicBezTo>
                      <a:pt x="46" y="3"/>
                      <a:pt x="40" y="1"/>
                      <a:pt x="33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48"/>
              <p:cNvSpPr/>
              <p:nvPr/>
            </p:nvSpPr>
            <p:spPr>
              <a:xfrm>
                <a:off x="8404475" y="4017525"/>
                <a:ext cx="4050" cy="2725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09" extrusionOk="0">
                    <a:moveTo>
                      <a:pt x="37" y="1"/>
                    </a:moveTo>
                    <a:cubicBezTo>
                      <a:pt x="23" y="1"/>
                      <a:pt x="13" y="9"/>
                      <a:pt x="8" y="25"/>
                    </a:cubicBezTo>
                    <a:cubicBezTo>
                      <a:pt x="1" y="40"/>
                      <a:pt x="8" y="62"/>
                      <a:pt x="23" y="69"/>
                    </a:cubicBezTo>
                    <a:lnTo>
                      <a:pt x="118" y="106"/>
                    </a:lnTo>
                    <a:cubicBezTo>
                      <a:pt x="122" y="108"/>
                      <a:pt x="126" y="109"/>
                      <a:pt x="130" y="109"/>
                    </a:cubicBezTo>
                    <a:cubicBezTo>
                      <a:pt x="142" y="109"/>
                      <a:pt x="155" y="101"/>
                      <a:pt x="155" y="84"/>
                    </a:cubicBezTo>
                    <a:cubicBezTo>
                      <a:pt x="162" y="69"/>
                      <a:pt x="155" y="47"/>
                      <a:pt x="140" y="40"/>
                    </a:cubicBezTo>
                    <a:lnTo>
                      <a:pt x="52" y="3"/>
                    </a:lnTo>
                    <a:cubicBezTo>
                      <a:pt x="46" y="2"/>
                      <a:pt x="41" y="1"/>
                      <a:pt x="37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48"/>
              <p:cNvSpPr/>
              <p:nvPr/>
            </p:nvSpPr>
            <p:spPr>
              <a:xfrm>
                <a:off x="8404300" y="4026950"/>
                <a:ext cx="3875" cy="185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74" extrusionOk="0">
                    <a:moveTo>
                      <a:pt x="118" y="0"/>
                    </a:moveTo>
                    <a:lnTo>
                      <a:pt x="22" y="8"/>
                    </a:lnTo>
                    <a:cubicBezTo>
                      <a:pt x="15" y="8"/>
                      <a:pt x="8" y="15"/>
                      <a:pt x="8" y="22"/>
                    </a:cubicBezTo>
                    <a:cubicBezTo>
                      <a:pt x="0" y="30"/>
                      <a:pt x="0" y="44"/>
                      <a:pt x="0" y="52"/>
                    </a:cubicBezTo>
                    <a:cubicBezTo>
                      <a:pt x="0" y="59"/>
                      <a:pt x="0" y="66"/>
                      <a:pt x="8" y="74"/>
                    </a:cubicBezTo>
                    <a:lnTo>
                      <a:pt x="30" y="74"/>
                    </a:lnTo>
                    <a:lnTo>
                      <a:pt x="125" y="66"/>
                    </a:lnTo>
                    <a:cubicBezTo>
                      <a:pt x="132" y="66"/>
                      <a:pt x="140" y="59"/>
                      <a:pt x="147" y="52"/>
                    </a:cubicBezTo>
                    <a:cubicBezTo>
                      <a:pt x="147" y="44"/>
                      <a:pt x="154" y="30"/>
                      <a:pt x="154" y="22"/>
                    </a:cubicBezTo>
                    <a:cubicBezTo>
                      <a:pt x="147" y="15"/>
                      <a:pt x="147" y="8"/>
                      <a:pt x="140" y="0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48"/>
              <p:cNvSpPr/>
              <p:nvPr/>
            </p:nvSpPr>
            <p:spPr>
              <a:xfrm>
                <a:off x="8425200" y="4013150"/>
                <a:ext cx="5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228" h="69" extrusionOk="0">
                    <a:moveTo>
                      <a:pt x="202" y="0"/>
                    </a:moveTo>
                    <a:cubicBezTo>
                      <a:pt x="198" y="0"/>
                      <a:pt x="195" y="1"/>
                      <a:pt x="191" y="2"/>
                    </a:cubicBezTo>
                    <a:lnTo>
                      <a:pt x="29" y="2"/>
                    </a:lnTo>
                    <a:cubicBezTo>
                      <a:pt x="15" y="2"/>
                      <a:pt x="0" y="24"/>
                      <a:pt x="0" y="39"/>
                    </a:cubicBezTo>
                    <a:cubicBezTo>
                      <a:pt x="0" y="54"/>
                      <a:pt x="15" y="68"/>
                      <a:pt x="37" y="68"/>
                    </a:cubicBezTo>
                    <a:lnTo>
                      <a:pt x="198" y="68"/>
                    </a:lnTo>
                    <a:cubicBezTo>
                      <a:pt x="213" y="68"/>
                      <a:pt x="227" y="46"/>
                      <a:pt x="227" y="32"/>
                    </a:cubicBezTo>
                    <a:cubicBezTo>
                      <a:pt x="227" y="14"/>
                      <a:pt x="217" y="0"/>
                      <a:pt x="202" y="0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48"/>
              <p:cNvSpPr/>
              <p:nvPr/>
            </p:nvSpPr>
            <p:spPr>
              <a:xfrm>
                <a:off x="8424450" y="4023975"/>
                <a:ext cx="4250" cy="225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0" extrusionOk="0">
                    <a:moveTo>
                      <a:pt x="34" y="0"/>
                    </a:moveTo>
                    <a:cubicBezTo>
                      <a:pt x="18" y="0"/>
                      <a:pt x="7" y="13"/>
                      <a:pt x="1" y="31"/>
                    </a:cubicBezTo>
                    <a:cubicBezTo>
                      <a:pt x="1" y="46"/>
                      <a:pt x="8" y="68"/>
                      <a:pt x="30" y="75"/>
                    </a:cubicBezTo>
                    <a:lnTo>
                      <a:pt x="125" y="90"/>
                    </a:lnTo>
                    <a:cubicBezTo>
                      <a:pt x="147" y="90"/>
                      <a:pt x="162" y="75"/>
                      <a:pt x="169" y="61"/>
                    </a:cubicBezTo>
                    <a:cubicBezTo>
                      <a:pt x="169" y="39"/>
                      <a:pt x="162" y="24"/>
                      <a:pt x="140" y="17"/>
                    </a:cubicBezTo>
                    <a:lnTo>
                      <a:pt x="45" y="2"/>
                    </a:lnTo>
                    <a:cubicBezTo>
                      <a:pt x="41" y="1"/>
                      <a:pt x="37" y="0"/>
                      <a:pt x="34" y="0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48"/>
              <p:cNvSpPr/>
              <p:nvPr/>
            </p:nvSpPr>
            <p:spPr>
              <a:xfrm>
                <a:off x="8420975" y="4031150"/>
                <a:ext cx="3325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3" extrusionOk="0">
                    <a:moveTo>
                      <a:pt x="30" y="1"/>
                    </a:moveTo>
                    <a:cubicBezTo>
                      <a:pt x="15" y="1"/>
                      <a:pt x="8" y="8"/>
                      <a:pt x="8" y="16"/>
                    </a:cubicBezTo>
                    <a:cubicBezTo>
                      <a:pt x="0" y="23"/>
                      <a:pt x="0" y="30"/>
                      <a:pt x="0" y="45"/>
                    </a:cubicBezTo>
                    <a:cubicBezTo>
                      <a:pt x="0" y="52"/>
                      <a:pt x="0" y="60"/>
                      <a:pt x="8" y="67"/>
                    </a:cubicBezTo>
                    <a:lnTo>
                      <a:pt x="81" y="118"/>
                    </a:lnTo>
                    <a:cubicBezTo>
                      <a:pt x="81" y="126"/>
                      <a:pt x="88" y="126"/>
                      <a:pt x="96" y="133"/>
                    </a:cubicBezTo>
                    <a:lnTo>
                      <a:pt x="103" y="133"/>
                    </a:lnTo>
                    <a:cubicBezTo>
                      <a:pt x="110" y="126"/>
                      <a:pt x="118" y="126"/>
                      <a:pt x="125" y="118"/>
                    </a:cubicBezTo>
                    <a:cubicBezTo>
                      <a:pt x="132" y="111"/>
                      <a:pt x="132" y="96"/>
                      <a:pt x="132" y="89"/>
                    </a:cubicBezTo>
                    <a:cubicBezTo>
                      <a:pt x="132" y="82"/>
                      <a:pt x="125" y="74"/>
                      <a:pt x="118" y="67"/>
                    </a:cubicBezTo>
                    <a:lnTo>
                      <a:pt x="52" y="8"/>
                    </a:lnTo>
                    <a:cubicBezTo>
                      <a:pt x="44" y="8"/>
                      <a:pt x="37" y="1"/>
                      <a:pt x="37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48"/>
              <p:cNvSpPr/>
              <p:nvPr/>
            </p:nvSpPr>
            <p:spPr>
              <a:xfrm>
                <a:off x="8473750" y="3677900"/>
                <a:ext cx="112775" cy="105275"/>
              </a:xfrm>
              <a:custGeom>
                <a:avLst/>
                <a:gdLst/>
                <a:ahLst/>
                <a:cxnLst/>
                <a:rect l="l" t="t" r="r" b="b"/>
                <a:pathLst>
                  <a:path w="4511" h="4211" extrusionOk="0">
                    <a:moveTo>
                      <a:pt x="2755" y="0"/>
                    </a:moveTo>
                    <a:cubicBezTo>
                      <a:pt x="2731" y="0"/>
                      <a:pt x="2708" y="1"/>
                      <a:pt x="2684" y="3"/>
                    </a:cubicBezTo>
                    <a:cubicBezTo>
                      <a:pt x="2215" y="32"/>
                      <a:pt x="1753" y="369"/>
                      <a:pt x="1731" y="846"/>
                    </a:cubicBezTo>
                    <a:cubicBezTo>
                      <a:pt x="1718" y="845"/>
                      <a:pt x="1704" y="845"/>
                      <a:pt x="1690" y="845"/>
                    </a:cubicBezTo>
                    <a:cubicBezTo>
                      <a:pt x="1235" y="845"/>
                      <a:pt x="783" y="965"/>
                      <a:pt x="470" y="1264"/>
                    </a:cubicBezTo>
                    <a:cubicBezTo>
                      <a:pt x="133" y="1579"/>
                      <a:pt x="1" y="2070"/>
                      <a:pt x="148" y="2525"/>
                    </a:cubicBezTo>
                    <a:cubicBezTo>
                      <a:pt x="265" y="2877"/>
                      <a:pt x="536" y="3163"/>
                      <a:pt x="815" y="3419"/>
                    </a:cubicBezTo>
                    <a:cubicBezTo>
                      <a:pt x="1247" y="3800"/>
                      <a:pt x="1746" y="4145"/>
                      <a:pt x="2281" y="4204"/>
                    </a:cubicBezTo>
                    <a:cubicBezTo>
                      <a:pt x="2325" y="4208"/>
                      <a:pt x="2368" y="4211"/>
                      <a:pt x="2412" y="4211"/>
                    </a:cubicBezTo>
                    <a:cubicBezTo>
                      <a:pt x="2905" y="4211"/>
                      <a:pt x="3386" y="3911"/>
                      <a:pt x="3440" y="3426"/>
                    </a:cubicBezTo>
                    <a:cubicBezTo>
                      <a:pt x="3784" y="3426"/>
                      <a:pt x="4099" y="3251"/>
                      <a:pt x="4275" y="2965"/>
                    </a:cubicBezTo>
                    <a:cubicBezTo>
                      <a:pt x="4437" y="2671"/>
                      <a:pt x="4510" y="2341"/>
                      <a:pt x="4481" y="2004"/>
                    </a:cubicBezTo>
                    <a:cubicBezTo>
                      <a:pt x="4459" y="1506"/>
                      <a:pt x="4283" y="1022"/>
                      <a:pt x="3975" y="633"/>
                    </a:cubicBezTo>
                    <a:cubicBezTo>
                      <a:pt x="3662" y="257"/>
                      <a:pt x="3196" y="0"/>
                      <a:pt x="27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48"/>
              <p:cNvSpPr/>
              <p:nvPr/>
            </p:nvSpPr>
            <p:spPr>
              <a:xfrm>
                <a:off x="8480900" y="3682525"/>
                <a:ext cx="99375" cy="96700"/>
              </a:xfrm>
              <a:custGeom>
                <a:avLst/>
                <a:gdLst/>
                <a:ahLst/>
                <a:cxnLst/>
                <a:rect l="l" t="t" r="r" b="b"/>
                <a:pathLst>
                  <a:path w="3975" h="3868" extrusionOk="0">
                    <a:moveTo>
                      <a:pt x="2337" y="0"/>
                    </a:moveTo>
                    <a:cubicBezTo>
                      <a:pt x="2326" y="0"/>
                      <a:pt x="2314" y="0"/>
                      <a:pt x="2303" y="1"/>
                    </a:cubicBezTo>
                    <a:cubicBezTo>
                      <a:pt x="1893" y="23"/>
                      <a:pt x="1497" y="323"/>
                      <a:pt x="1489" y="756"/>
                    </a:cubicBezTo>
                    <a:cubicBezTo>
                      <a:pt x="1454" y="754"/>
                      <a:pt x="1418" y="753"/>
                      <a:pt x="1382" y="753"/>
                    </a:cubicBezTo>
                    <a:cubicBezTo>
                      <a:pt x="1008" y="753"/>
                      <a:pt x="644" y="860"/>
                      <a:pt x="390" y="1108"/>
                    </a:cubicBezTo>
                    <a:cubicBezTo>
                      <a:pt x="96" y="1416"/>
                      <a:pt x="1" y="1856"/>
                      <a:pt x="140" y="2259"/>
                    </a:cubicBezTo>
                    <a:cubicBezTo>
                      <a:pt x="250" y="2582"/>
                      <a:pt x="499" y="2860"/>
                      <a:pt x="756" y="3102"/>
                    </a:cubicBezTo>
                    <a:cubicBezTo>
                      <a:pt x="1137" y="3469"/>
                      <a:pt x="1592" y="3784"/>
                      <a:pt x="2068" y="3857"/>
                    </a:cubicBezTo>
                    <a:cubicBezTo>
                      <a:pt x="2116" y="3864"/>
                      <a:pt x="2163" y="3867"/>
                      <a:pt x="2211" y="3867"/>
                    </a:cubicBezTo>
                    <a:cubicBezTo>
                      <a:pt x="2637" y="3867"/>
                      <a:pt x="3033" y="3603"/>
                      <a:pt x="3066" y="3161"/>
                    </a:cubicBezTo>
                    <a:cubicBezTo>
                      <a:pt x="3079" y="3161"/>
                      <a:pt x="3092" y="3162"/>
                      <a:pt x="3105" y="3162"/>
                    </a:cubicBezTo>
                    <a:cubicBezTo>
                      <a:pt x="3390" y="3162"/>
                      <a:pt x="3651" y="3010"/>
                      <a:pt x="3791" y="2758"/>
                    </a:cubicBezTo>
                    <a:cubicBezTo>
                      <a:pt x="3923" y="2486"/>
                      <a:pt x="3975" y="2186"/>
                      <a:pt x="3938" y="1885"/>
                    </a:cubicBezTo>
                    <a:cubicBezTo>
                      <a:pt x="3909" y="1416"/>
                      <a:pt x="3740" y="976"/>
                      <a:pt x="3454" y="609"/>
                    </a:cubicBezTo>
                    <a:cubicBezTo>
                      <a:pt x="3169" y="253"/>
                      <a:pt x="2745" y="0"/>
                      <a:pt x="2337" y="0"/>
                    </a:cubicBezTo>
                    <a:close/>
                  </a:path>
                </a:pathLst>
              </a:custGeom>
              <a:solidFill>
                <a:srgbClr val="FFFA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48"/>
              <p:cNvSpPr/>
              <p:nvPr/>
            </p:nvSpPr>
            <p:spPr>
              <a:xfrm>
                <a:off x="8506575" y="3704175"/>
                <a:ext cx="55000" cy="52300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2092" extrusionOk="0">
                    <a:moveTo>
                      <a:pt x="1378" y="0"/>
                    </a:moveTo>
                    <a:cubicBezTo>
                      <a:pt x="1288" y="0"/>
                      <a:pt x="1205" y="26"/>
                      <a:pt x="1144" y="81"/>
                    </a:cubicBezTo>
                    <a:cubicBezTo>
                      <a:pt x="1012" y="198"/>
                      <a:pt x="997" y="433"/>
                      <a:pt x="997" y="631"/>
                    </a:cubicBezTo>
                    <a:cubicBezTo>
                      <a:pt x="822" y="631"/>
                      <a:pt x="653" y="645"/>
                      <a:pt x="484" y="675"/>
                    </a:cubicBezTo>
                    <a:cubicBezTo>
                      <a:pt x="301" y="704"/>
                      <a:pt x="103" y="762"/>
                      <a:pt x="37" y="938"/>
                    </a:cubicBezTo>
                    <a:cubicBezTo>
                      <a:pt x="0" y="1056"/>
                      <a:pt x="8" y="1180"/>
                      <a:pt x="52" y="1290"/>
                    </a:cubicBezTo>
                    <a:cubicBezTo>
                      <a:pt x="103" y="1408"/>
                      <a:pt x="169" y="1518"/>
                      <a:pt x="257" y="1613"/>
                    </a:cubicBezTo>
                    <a:cubicBezTo>
                      <a:pt x="389" y="1782"/>
                      <a:pt x="550" y="1914"/>
                      <a:pt x="741" y="2009"/>
                    </a:cubicBezTo>
                    <a:cubicBezTo>
                      <a:pt x="843" y="2062"/>
                      <a:pt x="959" y="2091"/>
                      <a:pt x="1075" y="2091"/>
                    </a:cubicBezTo>
                    <a:cubicBezTo>
                      <a:pt x="1150" y="2091"/>
                      <a:pt x="1226" y="2079"/>
                      <a:pt x="1298" y="2053"/>
                    </a:cubicBezTo>
                    <a:cubicBezTo>
                      <a:pt x="1467" y="1980"/>
                      <a:pt x="1577" y="1804"/>
                      <a:pt x="1569" y="1620"/>
                    </a:cubicBezTo>
                    <a:lnTo>
                      <a:pt x="1569" y="1620"/>
                    </a:lnTo>
                    <a:cubicBezTo>
                      <a:pt x="1607" y="1634"/>
                      <a:pt x="1645" y="1640"/>
                      <a:pt x="1682" y="1640"/>
                    </a:cubicBezTo>
                    <a:cubicBezTo>
                      <a:pt x="1870" y="1640"/>
                      <a:pt x="2045" y="1484"/>
                      <a:pt x="2112" y="1312"/>
                    </a:cubicBezTo>
                    <a:cubicBezTo>
                      <a:pt x="2200" y="1114"/>
                      <a:pt x="2171" y="858"/>
                      <a:pt x="2083" y="623"/>
                    </a:cubicBezTo>
                    <a:cubicBezTo>
                      <a:pt x="2009" y="411"/>
                      <a:pt x="1870" y="227"/>
                      <a:pt x="1694" y="103"/>
                    </a:cubicBezTo>
                    <a:cubicBezTo>
                      <a:pt x="1595" y="36"/>
                      <a:pt x="1482" y="0"/>
                      <a:pt x="13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48"/>
              <p:cNvSpPr/>
              <p:nvPr/>
            </p:nvSpPr>
            <p:spPr>
              <a:xfrm>
                <a:off x="8527100" y="3727950"/>
                <a:ext cx="4250" cy="195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78" extrusionOk="0">
                    <a:moveTo>
                      <a:pt x="140" y="0"/>
                    </a:moveTo>
                    <a:cubicBezTo>
                      <a:pt x="138" y="0"/>
                      <a:pt x="135" y="1"/>
                      <a:pt x="132" y="2"/>
                    </a:cubicBezTo>
                    <a:lnTo>
                      <a:pt x="15" y="31"/>
                    </a:lnTo>
                    <a:cubicBezTo>
                      <a:pt x="8" y="31"/>
                      <a:pt x="1" y="46"/>
                      <a:pt x="1" y="53"/>
                    </a:cubicBezTo>
                    <a:cubicBezTo>
                      <a:pt x="1" y="65"/>
                      <a:pt x="10" y="77"/>
                      <a:pt x="22" y="77"/>
                    </a:cubicBezTo>
                    <a:cubicBezTo>
                      <a:pt x="24" y="77"/>
                      <a:pt x="27" y="77"/>
                      <a:pt x="30" y="75"/>
                    </a:cubicBezTo>
                    <a:lnTo>
                      <a:pt x="147" y="53"/>
                    </a:lnTo>
                    <a:cubicBezTo>
                      <a:pt x="162" y="46"/>
                      <a:pt x="169" y="31"/>
                      <a:pt x="162" y="24"/>
                    </a:cubicBezTo>
                    <a:cubicBezTo>
                      <a:pt x="162" y="12"/>
                      <a:pt x="152" y="0"/>
                      <a:pt x="140" y="0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48"/>
              <p:cNvSpPr/>
              <p:nvPr/>
            </p:nvSpPr>
            <p:spPr>
              <a:xfrm>
                <a:off x="8530950" y="3735075"/>
                <a:ext cx="3150" cy="2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80" extrusionOk="0">
                    <a:moveTo>
                      <a:pt x="93" y="0"/>
                    </a:moveTo>
                    <a:cubicBezTo>
                      <a:pt x="89" y="0"/>
                      <a:pt x="85" y="1"/>
                      <a:pt x="81" y="3"/>
                    </a:cubicBezTo>
                    <a:lnTo>
                      <a:pt x="15" y="32"/>
                    </a:lnTo>
                    <a:cubicBezTo>
                      <a:pt x="0" y="40"/>
                      <a:pt x="0" y="54"/>
                      <a:pt x="8" y="62"/>
                    </a:cubicBezTo>
                    <a:cubicBezTo>
                      <a:pt x="13" y="72"/>
                      <a:pt x="22" y="79"/>
                      <a:pt x="30" y="79"/>
                    </a:cubicBezTo>
                    <a:cubicBezTo>
                      <a:pt x="33" y="79"/>
                      <a:pt x="35" y="78"/>
                      <a:pt x="37" y="76"/>
                    </a:cubicBezTo>
                    <a:lnTo>
                      <a:pt x="110" y="47"/>
                    </a:lnTo>
                    <a:cubicBezTo>
                      <a:pt x="118" y="40"/>
                      <a:pt x="125" y="25"/>
                      <a:pt x="118" y="18"/>
                    </a:cubicBezTo>
                    <a:cubicBezTo>
                      <a:pt x="112" y="7"/>
                      <a:pt x="103" y="0"/>
                      <a:pt x="93" y="0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48"/>
              <p:cNvSpPr/>
              <p:nvPr/>
            </p:nvSpPr>
            <p:spPr>
              <a:xfrm>
                <a:off x="8535900" y="3739350"/>
                <a:ext cx="2225" cy="2600"/>
              </a:xfrm>
              <a:custGeom>
                <a:avLst/>
                <a:gdLst/>
                <a:ahLst/>
                <a:cxnLst/>
                <a:rect l="l" t="t" r="r" b="b"/>
                <a:pathLst>
                  <a:path w="89" h="104" extrusionOk="0">
                    <a:moveTo>
                      <a:pt x="52" y="1"/>
                    </a:moveTo>
                    <a:cubicBezTo>
                      <a:pt x="52" y="8"/>
                      <a:pt x="44" y="8"/>
                      <a:pt x="44" y="8"/>
                    </a:cubicBezTo>
                    <a:lnTo>
                      <a:pt x="0" y="59"/>
                    </a:lnTo>
                    <a:cubicBezTo>
                      <a:pt x="0" y="67"/>
                      <a:pt x="0" y="74"/>
                      <a:pt x="0" y="81"/>
                    </a:cubicBezTo>
                    <a:cubicBezTo>
                      <a:pt x="8" y="81"/>
                      <a:pt x="8" y="89"/>
                      <a:pt x="15" y="96"/>
                    </a:cubicBezTo>
                    <a:cubicBezTo>
                      <a:pt x="22" y="96"/>
                      <a:pt x="22" y="103"/>
                      <a:pt x="30" y="103"/>
                    </a:cubicBezTo>
                    <a:lnTo>
                      <a:pt x="37" y="103"/>
                    </a:lnTo>
                    <a:cubicBezTo>
                      <a:pt x="44" y="96"/>
                      <a:pt x="44" y="96"/>
                      <a:pt x="44" y="96"/>
                    </a:cubicBezTo>
                    <a:lnTo>
                      <a:pt x="88" y="45"/>
                    </a:lnTo>
                    <a:cubicBezTo>
                      <a:pt x="88" y="37"/>
                      <a:pt x="88" y="30"/>
                      <a:pt x="88" y="23"/>
                    </a:cubicBezTo>
                    <a:cubicBezTo>
                      <a:pt x="88" y="15"/>
                      <a:pt x="81" y="15"/>
                      <a:pt x="74" y="8"/>
                    </a:cubicBezTo>
                    <a:cubicBezTo>
                      <a:pt x="74" y="1"/>
                      <a:pt x="66" y="1"/>
                      <a:pt x="59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48"/>
              <p:cNvSpPr/>
              <p:nvPr/>
            </p:nvSpPr>
            <p:spPr>
              <a:xfrm>
                <a:off x="8539025" y="3720750"/>
                <a:ext cx="35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135" extrusionOk="0">
                    <a:moveTo>
                      <a:pt x="109" y="1"/>
                    </a:moveTo>
                    <a:cubicBezTo>
                      <a:pt x="103" y="1"/>
                      <a:pt x="95" y="4"/>
                      <a:pt x="88" y="12"/>
                    </a:cubicBezTo>
                    <a:lnTo>
                      <a:pt x="7" y="92"/>
                    </a:lnTo>
                    <a:cubicBezTo>
                      <a:pt x="0" y="99"/>
                      <a:pt x="7" y="121"/>
                      <a:pt x="15" y="129"/>
                    </a:cubicBezTo>
                    <a:cubicBezTo>
                      <a:pt x="18" y="132"/>
                      <a:pt x="24" y="134"/>
                      <a:pt x="30" y="134"/>
                    </a:cubicBezTo>
                    <a:cubicBezTo>
                      <a:pt x="37" y="134"/>
                      <a:pt x="44" y="132"/>
                      <a:pt x="51" y="129"/>
                    </a:cubicBezTo>
                    <a:lnTo>
                      <a:pt x="132" y="41"/>
                    </a:lnTo>
                    <a:cubicBezTo>
                      <a:pt x="139" y="34"/>
                      <a:pt x="132" y="19"/>
                      <a:pt x="125" y="12"/>
                    </a:cubicBezTo>
                    <a:cubicBezTo>
                      <a:pt x="121" y="4"/>
                      <a:pt x="116" y="1"/>
                      <a:pt x="109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48"/>
              <p:cNvSpPr/>
              <p:nvPr/>
            </p:nvSpPr>
            <p:spPr>
              <a:xfrm>
                <a:off x="8544325" y="3727500"/>
                <a:ext cx="2775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94" extrusionOk="0">
                    <a:moveTo>
                      <a:pt x="84" y="1"/>
                    </a:moveTo>
                    <a:cubicBezTo>
                      <a:pt x="79" y="1"/>
                      <a:pt x="73" y="2"/>
                      <a:pt x="67" y="5"/>
                    </a:cubicBezTo>
                    <a:lnTo>
                      <a:pt x="8" y="49"/>
                    </a:lnTo>
                    <a:cubicBezTo>
                      <a:pt x="1" y="57"/>
                      <a:pt x="1" y="71"/>
                      <a:pt x="8" y="79"/>
                    </a:cubicBezTo>
                    <a:cubicBezTo>
                      <a:pt x="15" y="93"/>
                      <a:pt x="30" y="93"/>
                      <a:pt x="45" y="93"/>
                    </a:cubicBezTo>
                    <a:lnTo>
                      <a:pt x="103" y="49"/>
                    </a:lnTo>
                    <a:cubicBezTo>
                      <a:pt x="111" y="35"/>
                      <a:pt x="111" y="20"/>
                      <a:pt x="103" y="13"/>
                    </a:cubicBezTo>
                    <a:cubicBezTo>
                      <a:pt x="99" y="4"/>
                      <a:pt x="92" y="1"/>
                      <a:pt x="84" y="1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48"/>
              <p:cNvSpPr/>
              <p:nvPr/>
            </p:nvSpPr>
            <p:spPr>
              <a:xfrm>
                <a:off x="8546350" y="3734050"/>
                <a:ext cx="2575" cy="147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59" extrusionOk="0">
                    <a:moveTo>
                      <a:pt x="74" y="0"/>
                    </a:moveTo>
                    <a:lnTo>
                      <a:pt x="15" y="15"/>
                    </a:lnTo>
                    <a:cubicBezTo>
                      <a:pt x="11" y="11"/>
                      <a:pt x="8" y="9"/>
                      <a:pt x="5" y="9"/>
                    </a:cubicBezTo>
                    <a:cubicBezTo>
                      <a:pt x="2" y="9"/>
                      <a:pt x="0" y="11"/>
                      <a:pt x="0" y="15"/>
                    </a:cubicBezTo>
                    <a:cubicBezTo>
                      <a:pt x="0" y="15"/>
                      <a:pt x="0" y="22"/>
                      <a:pt x="0" y="29"/>
                    </a:cubicBezTo>
                    <a:cubicBezTo>
                      <a:pt x="0" y="37"/>
                      <a:pt x="0" y="44"/>
                      <a:pt x="8" y="51"/>
                    </a:cubicBezTo>
                    <a:cubicBezTo>
                      <a:pt x="15" y="59"/>
                      <a:pt x="15" y="59"/>
                      <a:pt x="22" y="59"/>
                    </a:cubicBezTo>
                    <a:lnTo>
                      <a:pt x="88" y="51"/>
                    </a:lnTo>
                    <a:lnTo>
                      <a:pt x="96" y="51"/>
                    </a:lnTo>
                    <a:lnTo>
                      <a:pt x="103" y="44"/>
                    </a:lnTo>
                    <a:cubicBezTo>
                      <a:pt x="103" y="37"/>
                      <a:pt x="103" y="29"/>
                      <a:pt x="103" y="29"/>
                    </a:cubicBezTo>
                    <a:cubicBezTo>
                      <a:pt x="103" y="22"/>
                      <a:pt x="96" y="15"/>
                      <a:pt x="96" y="7"/>
                    </a:cubicBezTo>
                    <a:cubicBezTo>
                      <a:pt x="88" y="7"/>
                      <a:pt x="81" y="0"/>
                      <a:pt x="74" y="0"/>
                    </a:cubicBezTo>
                    <a:close/>
                  </a:path>
                </a:pathLst>
              </a:custGeom>
              <a:solidFill>
                <a:srgbClr val="3A29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48"/>
              <p:cNvSpPr/>
              <p:nvPr/>
            </p:nvSpPr>
            <p:spPr>
              <a:xfrm>
                <a:off x="8490450" y="4058075"/>
                <a:ext cx="17250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536" extrusionOk="0">
                    <a:moveTo>
                      <a:pt x="345" y="0"/>
                    </a:moveTo>
                    <a:cubicBezTo>
                      <a:pt x="0" y="0"/>
                      <a:pt x="0" y="535"/>
                      <a:pt x="345" y="535"/>
                    </a:cubicBezTo>
                    <a:cubicBezTo>
                      <a:pt x="689" y="535"/>
                      <a:pt x="689" y="0"/>
                      <a:pt x="34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48"/>
              <p:cNvSpPr/>
              <p:nvPr/>
            </p:nvSpPr>
            <p:spPr>
              <a:xfrm>
                <a:off x="8480725" y="4078400"/>
                <a:ext cx="772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29" extrusionOk="0">
                    <a:moveTo>
                      <a:pt x="155" y="1"/>
                    </a:moveTo>
                    <a:cubicBezTo>
                      <a:pt x="1" y="1"/>
                      <a:pt x="1" y="228"/>
                      <a:pt x="155" y="228"/>
                    </a:cubicBezTo>
                    <a:cubicBezTo>
                      <a:pt x="309" y="228"/>
                      <a:pt x="309" y="1"/>
                      <a:pt x="1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48"/>
              <p:cNvSpPr/>
              <p:nvPr/>
            </p:nvSpPr>
            <p:spPr>
              <a:xfrm>
                <a:off x="8339050" y="4080250"/>
                <a:ext cx="196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609" extrusionOk="0">
                    <a:moveTo>
                      <a:pt x="396" y="0"/>
                    </a:moveTo>
                    <a:cubicBezTo>
                      <a:pt x="0" y="0"/>
                      <a:pt x="0" y="609"/>
                      <a:pt x="396" y="609"/>
                    </a:cubicBezTo>
                    <a:cubicBezTo>
                      <a:pt x="785" y="609"/>
                      <a:pt x="785" y="0"/>
                      <a:pt x="3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48"/>
              <p:cNvSpPr/>
              <p:nvPr/>
            </p:nvSpPr>
            <p:spPr>
              <a:xfrm>
                <a:off x="8358650" y="4094350"/>
                <a:ext cx="29725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918" extrusionOk="0">
                    <a:moveTo>
                      <a:pt x="595" y="1"/>
                    </a:moveTo>
                    <a:cubicBezTo>
                      <a:pt x="1" y="1"/>
                      <a:pt x="1" y="917"/>
                      <a:pt x="595" y="917"/>
                    </a:cubicBezTo>
                    <a:cubicBezTo>
                      <a:pt x="1181" y="917"/>
                      <a:pt x="1188" y="1"/>
                      <a:pt x="59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48"/>
              <p:cNvSpPr/>
              <p:nvPr/>
            </p:nvSpPr>
            <p:spPr>
              <a:xfrm>
                <a:off x="8314850" y="3957800"/>
                <a:ext cx="24575" cy="19100"/>
              </a:xfrm>
              <a:custGeom>
                <a:avLst/>
                <a:gdLst/>
                <a:ahLst/>
                <a:cxnLst/>
                <a:rect l="l" t="t" r="r" b="b"/>
                <a:pathLst>
                  <a:path w="983" h="764" extrusionOk="0">
                    <a:moveTo>
                      <a:pt x="492" y="1"/>
                    </a:moveTo>
                    <a:cubicBezTo>
                      <a:pt x="8" y="1"/>
                      <a:pt x="0" y="763"/>
                      <a:pt x="492" y="763"/>
                    </a:cubicBezTo>
                    <a:cubicBezTo>
                      <a:pt x="983" y="763"/>
                      <a:pt x="983" y="1"/>
                      <a:pt x="4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48"/>
              <p:cNvSpPr/>
              <p:nvPr/>
            </p:nvSpPr>
            <p:spPr>
              <a:xfrm>
                <a:off x="8288625" y="3947350"/>
                <a:ext cx="123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93" h="382" extrusionOk="0">
                    <a:moveTo>
                      <a:pt x="243" y="1"/>
                    </a:moveTo>
                    <a:cubicBezTo>
                      <a:pt x="1" y="1"/>
                      <a:pt x="1" y="382"/>
                      <a:pt x="243" y="382"/>
                    </a:cubicBezTo>
                    <a:cubicBezTo>
                      <a:pt x="492" y="382"/>
                      <a:pt x="492" y="1"/>
                      <a:pt x="2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48"/>
              <p:cNvSpPr/>
              <p:nvPr/>
            </p:nvSpPr>
            <p:spPr>
              <a:xfrm>
                <a:off x="8315200" y="3812675"/>
                <a:ext cx="123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93" h="382" extrusionOk="0">
                    <a:moveTo>
                      <a:pt x="250" y="0"/>
                    </a:moveTo>
                    <a:cubicBezTo>
                      <a:pt x="1" y="0"/>
                      <a:pt x="1" y="382"/>
                      <a:pt x="250" y="382"/>
                    </a:cubicBezTo>
                    <a:cubicBezTo>
                      <a:pt x="492" y="382"/>
                      <a:pt x="492" y="0"/>
                      <a:pt x="250" y="0"/>
                    </a:cubicBezTo>
                    <a:close/>
                  </a:path>
                </a:pathLst>
              </a:custGeom>
              <a:solidFill>
                <a:srgbClr val="C130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48"/>
              <p:cNvSpPr/>
              <p:nvPr/>
            </p:nvSpPr>
            <p:spPr>
              <a:xfrm>
                <a:off x="8331350" y="3819650"/>
                <a:ext cx="222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888" h="682" extrusionOk="0">
                    <a:moveTo>
                      <a:pt x="447" y="0"/>
                    </a:moveTo>
                    <a:cubicBezTo>
                      <a:pt x="0" y="0"/>
                      <a:pt x="0" y="682"/>
                      <a:pt x="447" y="682"/>
                    </a:cubicBezTo>
                    <a:cubicBezTo>
                      <a:pt x="887" y="682"/>
                      <a:pt x="887" y="0"/>
                      <a:pt x="447" y="0"/>
                    </a:cubicBezTo>
                    <a:close/>
                  </a:path>
                </a:pathLst>
              </a:custGeom>
              <a:solidFill>
                <a:srgbClr val="C130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48"/>
              <p:cNvSpPr/>
              <p:nvPr/>
            </p:nvSpPr>
            <p:spPr>
              <a:xfrm>
                <a:off x="8319800" y="3767575"/>
                <a:ext cx="2220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888" h="690" extrusionOk="0">
                    <a:moveTo>
                      <a:pt x="440" y="1"/>
                    </a:moveTo>
                    <a:cubicBezTo>
                      <a:pt x="0" y="1"/>
                      <a:pt x="0" y="690"/>
                      <a:pt x="440" y="690"/>
                    </a:cubicBezTo>
                    <a:cubicBezTo>
                      <a:pt x="887" y="690"/>
                      <a:pt x="880" y="1"/>
                      <a:pt x="440" y="1"/>
                    </a:cubicBezTo>
                    <a:close/>
                  </a:path>
                </a:pathLst>
              </a:custGeom>
              <a:solidFill>
                <a:srgbClr val="C130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48"/>
              <p:cNvSpPr/>
              <p:nvPr/>
            </p:nvSpPr>
            <p:spPr>
              <a:xfrm>
                <a:off x="8337025" y="3793050"/>
                <a:ext cx="1230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83" extrusionOk="0">
                    <a:moveTo>
                      <a:pt x="242" y="1"/>
                    </a:moveTo>
                    <a:cubicBezTo>
                      <a:pt x="0" y="1"/>
                      <a:pt x="0" y="382"/>
                      <a:pt x="242" y="382"/>
                    </a:cubicBezTo>
                    <a:cubicBezTo>
                      <a:pt x="492" y="382"/>
                      <a:pt x="492" y="1"/>
                      <a:pt x="242" y="1"/>
                    </a:cubicBezTo>
                    <a:close/>
                  </a:path>
                </a:pathLst>
              </a:custGeom>
              <a:solidFill>
                <a:srgbClr val="C130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48"/>
              <p:cNvSpPr/>
              <p:nvPr/>
            </p:nvSpPr>
            <p:spPr>
              <a:xfrm>
                <a:off x="8425750" y="3679375"/>
                <a:ext cx="123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82" extrusionOk="0">
                    <a:moveTo>
                      <a:pt x="249" y="1"/>
                    </a:moveTo>
                    <a:cubicBezTo>
                      <a:pt x="0" y="1"/>
                      <a:pt x="0" y="382"/>
                      <a:pt x="249" y="382"/>
                    </a:cubicBezTo>
                    <a:cubicBezTo>
                      <a:pt x="491" y="382"/>
                      <a:pt x="491" y="1"/>
                      <a:pt x="2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48"/>
              <p:cNvSpPr/>
              <p:nvPr/>
            </p:nvSpPr>
            <p:spPr>
              <a:xfrm>
                <a:off x="8356625" y="3673325"/>
                <a:ext cx="22025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881" h="690" extrusionOk="0">
                    <a:moveTo>
                      <a:pt x="441" y="1"/>
                    </a:moveTo>
                    <a:cubicBezTo>
                      <a:pt x="1" y="1"/>
                      <a:pt x="1" y="690"/>
                      <a:pt x="441" y="690"/>
                    </a:cubicBezTo>
                    <a:cubicBezTo>
                      <a:pt x="881" y="690"/>
                      <a:pt x="881" y="1"/>
                      <a:pt x="4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48"/>
              <p:cNvSpPr/>
              <p:nvPr/>
            </p:nvSpPr>
            <p:spPr>
              <a:xfrm>
                <a:off x="8384675" y="3679050"/>
                <a:ext cx="123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82" extrusionOk="0">
                    <a:moveTo>
                      <a:pt x="243" y="1"/>
                    </a:moveTo>
                    <a:cubicBezTo>
                      <a:pt x="1" y="1"/>
                      <a:pt x="1" y="382"/>
                      <a:pt x="243" y="382"/>
                    </a:cubicBezTo>
                    <a:cubicBezTo>
                      <a:pt x="492" y="382"/>
                      <a:pt x="492" y="1"/>
                      <a:pt x="243" y="1"/>
                    </a:cubicBezTo>
                    <a:close/>
                  </a:path>
                </a:pathLst>
              </a:custGeom>
              <a:solidFill>
                <a:srgbClr val="C130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48"/>
              <p:cNvSpPr/>
              <p:nvPr/>
            </p:nvSpPr>
            <p:spPr>
              <a:xfrm>
                <a:off x="8344900" y="3693350"/>
                <a:ext cx="123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82" extrusionOk="0">
                    <a:moveTo>
                      <a:pt x="243" y="0"/>
                    </a:moveTo>
                    <a:cubicBezTo>
                      <a:pt x="1" y="0"/>
                      <a:pt x="1" y="382"/>
                      <a:pt x="243" y="382"/>
                    </a:cubicBezTo>
                    <a:cubicBezTo>
                      <a:pt x="492" y="382"/>
                      <a:pt x="492" y="0"/>
                      <a:pt x="243" y="0"/>
                    </a:cubicBezTo>
                    <a:close/>
                  </a:path>
                </a:pathLst>
              </a:custGeom>
              <a:solidFill>
                <a:srgbClr val="C130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48"/>
              <p:cNvSpPr/>
              <p:nvPr/>
            </p:nvSpPr>
            <p:spPr>
              <a:xfrm>
                <a:off x="8626625" y="3697350"/>
                <a:ext cx="123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82" extrusionOk="0">
                    <a:moveTo>
                      <a:pt x="243" y="0"/>
                    </a:moveTo>
                    <a:cubicBezTo>
                      <a:pt x="1" y="0"/>
                      <a:pt x="1" y="381"/>
                      <a:pt x="243" y="381"/>
                    </a:cubicBezTo>
                    <a:cubicBezTo>
                      <a:pt x="492" y="381"/>
                      <a:pt x="492" y="0"/>
                      <a:pt x="2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48"/>
              <p:cNvSpPr/>
              <p:nvPr/>
            </p:nvSpPr>
            <p:spPr>
              <a:xfrm>
                <a:off x="8597850" y="3711625"/>
                <a:ext cx="2202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881" h="691" extrusionOk="0">
                    <a:moveTo>
                      <a:pt x="440" y="1"/>
                    </a:moveTo>
                    <a:cubicBezTo>
                      <a:pt x="1" y="1"/>
                      <a:pt x="1" y="690"/>
                      <a:pt x="440" y="690"/>
                    </a:cubicBezTo>
                    <a:cubicBezTo>
                      <a:pt x="880" y="690"/>
                      <a:pt x="880" y="1"/>
                      <a:pt x="4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48"/>
              <p:cNvSpPr/>
              <p:nvPr/>
            </p:nvSpPr>
            <p:spPr>
              <a:xfrm>
                <a:off x="8595825" y="3681750"/>
                <a:ext cx="17275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37" extrusionOk="0">
                    <a:moveTo>
                      <a:pt x="346" y="1"/>
                    </a:moveTo>
                    <a:cubicBezTo>
                      <a:pt x="8" y="1"/>
                      <a:pt x="1" y="536"/>
                      <a:pt x="346" y="536"/>
                    </a:cubicBezTo>
                    <a:cubicBezTo>
                      <a:pt x="690" y="536"/>
                      <a:pt x="690" y="1"/>
                      <a:pt x="3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48"/>
              <p:cNvSpPr/>
              <p:nvPr/>
            </p:nvSpPr>
            <p:spPr>
              <a:xfrm>
                <a:off x="8576775" y="3674250"/>
                <a:ext cx="123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82" extrusionOk="0">
                    <a:moveTo>
                      <a:pt x="242" y="0"/>
                    </a:moveTo>
                    <a:cubicBezTo>
                      <a:pt x="0" y="0"/>
                      <a:pt x="0" y="382"/>
                      <a:pt x="242" y="382"/>
                    </a:cubicBezTo>
                    <a:cubicBezTo>
                      <a:pt x="492" y="382"/>
                      <a:pt x="492" y="0"/>
                      <a:pt x="2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48"/>
              <p:cNvSpPr/>
              <p:nvPr/>
            </p:nvSpPr>
            <p:spPr>
              <a:xfrm>
                <a:off x="8685100" y="3931400"/>
                <a:ext cx="1230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383" extrusionOk="0">
                    <a:moveTo>
                      <a:pt x="242" y="1"/>
                    </a:moveTo>
                    <a:cubicBezTo>
                      <a:pt x="1" y="1"/>
                      <a:pt x="1" y="382"/>
                      <a:pt x="242" y="382"/>
                    </a:cubicBezTo>
                    <a:cubicBezTo>
                      <a:pt x="492" y="382"/>
                      <a:pt x="492" y="1"/>
                      <a:pt x="2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48"/>
              <p:cNvSpPr/>
              <p:nvPr/>
            </p:nvSpPr>
            <p:spPr>
              <a:xfrm>
                <a:off x="8677025" y="3972650"/>
                <a:ext cx="19650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9" extrusionOk="0">
                    <a:moveTo>
                      <a:pt x="397" y="0"/>
                    </a:moveTo>
                    <a:cubicBezTo>
                      <a:pt x="1" y="0"/>
                      <a:pt x="1" y="609"/>
                      <a:pt x="397" y="609"/>
                    </a:cubicBezTo>
                    <a:cubicBezTo>
                      <a:pt x="785" y="609"/>
                      <a:pt x="785" y="0"/>
                      <a:pt x="39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48"/>
              <p:cNvSpPr/>
              <p:nvPr/>
            </p:nvSpPr>
            <p:spPr>
              <a:xfrm>
                <a:off x="8656875" y="4060075"/>
                <a:ext cx="9375" cy="77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309" extrusionOk="0">
                    <a:moveTo>
                      <a:pt x="191" y="1"/>
                    </a:moveTo>
                    <a:cubicBezTo>
                      <a:pt x="0" y="15"/>
                      <a:pt x="0" y="294"/>
                      <a:pt x="191" y="309"/>
                    </a:cubicBezTo>
                    <a:cubicBezTo>
                      <a:pt x="374" y="294"/>
                      <a:pt x="374" y="15"/>
                      <a:pt x="1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48"/>
              <p:cNvSpPr/>
              <p:nvPr/>
            </p:nvSpPr>
            <p:spPr>
              <a:xfrm>
                <a:off x="8697025" y="4037175"/>
                <a:ext cx="17250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690" h="529" extrusionOk="0">
                    <a:moveTo>
                      <a:pt x="345" y="0"/>
                    </a:moveTo>
                    <a:cubicBezTo>
                      <a:pt x="0" y="0"/>
                      <a:pt x="0" y="528"/>
                      <a:pt x="345" y="528"/>
                    </a:cubicBezTo>
                    <a:cubicBezTo>
                      <a:pt x="689" y="528"/>
                      <a:pt x="689" y="0"/>
                      <a:pt x="34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48"/>
              <p:cNvSpPr/>
              <p:nvPr/>
            </p:nvSpPr>
            <p:spPr>
              <a:xfrm>
                <a:off x="8510975" y="4104650"/>
                <a:ext cx="9375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375" h="302" extrusionOk="0">
                    <a:moveTo>
                      <a:pt x="191" y="1"/>
                    </a:moveTo>
                    <a:cubicBezTo>
                      <a:pt x="0" y="8"/>
                      <a:pt x="0" y="287"/>
                      <a:pt x="191" y="302"/>
                    </a:cubicBezTo>
                    <a:cubicBezTo>
                      <a:pt x="374" y="287"/>
                      <a:pt x="374" y="8"/>
                      <a:pt x="1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48"/>
              <p:cNvSpPr/>
              <p:nvPr/>
            </p:nvSpPr>
            <p:spPr>
              <a:xfrm>
                <a:off x="8670800" y="3878800"/>
                <a:ext cx="9375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375" h="302" extrusionOk="0">
                    <a:moveTo>
                      <a:pt x="191" y="1"/>
                    </a:moveTo>
                    <a:cubicBezTo>
                      <a:pt x="1" y="15"/>
                      <a:pt x="1" y="286"/>
                      <a:pt x="191" y="301"/>
                    </a:cubicBezTo>
                    <a:cubicBezTo>
                      <a:pt x="375" y="286"/>
                      <a:pt x="375" y="15"/>
                      <a:pt x="1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48"/>
              <p:cNvSpPr/>
              <p:nvPr/>
            </p:nvSpPr>
            <p:spPr>
              <a:xfrm>
                <a:off x="8656325" y="3839750"/>
                <a:ext cx="19625" cy="15250"/>
              </a:xfrm>
              <a:custGeom>
                <a:avLst/>
                <a:gdLst/>
                <a:ahLst/>
                <a:cxnLst/>
                <a:rect l="l" t="t" r="r" b="b"/>
                <a:pathLst>
                  <a:path w="785" h="610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85" y="609"/>
                      <a:pt x="785" y="1"/>
                      <a:pt x="3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48"/>
              <p:cNvSpPr/>
              <p:nvPr/>
            </p:nvSpPr>
            <p:spPr>
              <a:xfrm>
                <a:off x="8511150" y="3796900"/>
                <a:ext cx="46775" cy="361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446" extrusionOk="0">
                    <a:moveTo>
                      <a:pt x="932" y="1"/>
                    </a:moveTo>
                    <a:cubicBezTo>
                      <a:pt x="1" y="1"/>
                      <a:pt x="1" y="1445"/>
                      <a:pt x="932" y="1445"/>
                    </a:cubicBezTo>
                    <a:cubicBezTo>
                      <a:pt x="1863" y="1445"/>
                      <a:pt x="1870" y="1"/>
                      <a:pt x="9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8"/>
              <p:cNvSpPr/>
              <p:nvPr/>
            </p:nvSpPr>
            <p:spPr>
              <a:xfrm>
                <a:off x="8475225" y="3791050"/>
                <a:ext cx="22200" cy="17075"/>
              </a:xfrm>
              <a:custGeom>
                <a:avLst/>
                <a:gdLst/>
                <a:ahLst/>
                <a:cxnLst/>
                <a:rect l="l" t="t" r="r" b="b"/>
                <a:pathLst>
                  <a:path w="888" h="683" extrusionOk="0">
                    <a:moveTo>
                      <a:pt x="448" y="0"/>
                    </a:moveTo>
                    <a:cubicBezTo>
                      <a:pt x="1" y="0"/>
                      <a:pt x="1" y="682"/>
                      <a:pt x="448" y="682"/>
                    </a:cubicBezTo>
                    <a:cubicBezTo>
                      <a:pt x="888" y="682"/>
                      <a:pt x="888" y="0"/>
                      <a:pt x="4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8"/>
              <p:cNvSpPr/>
              <p:nvPr/>
            </p:nvSpPr>
            <p:spPr>
              <a:xfrm>
                <a:off x="8446275" y="3801500"/>
                <a:ext cx="146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63" extrusionOk="0">
                    <a:moveTo>
                      <a:pt x="293" y="0"/>
                    </a:moveTo>
                    <a:cubicBezTo>
                      <a:pt x="0" y="0"/>
                      <a:pt x="0" y="462"/>
                      <a:pt x="293" y="462"/>
                    </a:cubicBezTo>
                    <a:cubicBezTo>
                      <a:pt x="587" y="462"/>
                      <a:pt x="587" y="0"/>
                      <a:pt x="2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48"/>
              <p:cNvSpPr/>
              <p:nvPr/>
            </p:nvSpPr>
            <p:spPr>
              <a:xfrm>
                <a:off x="8387800" y="3911275"/>
                <a:ext cx="29525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918" extrusionOk="0">
                    <a:moveTo>
                      <a:pt x="594" y="1"/>
                    </a:moveTo>
                    <a:cubicBezTo>
                      <a:pt x="0" y="1"/>
                      <a:pt x="0" y="917"/>
                      <a:pt x="594" y="917"/>
                    </a:cubicBezTo>
                    <a:cubicBezTo>
                      <a:pt x="1181" y="917"/>
                      <a:pt x="1181" y="1"/>
                      <a:pt x="5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48"/>
              <p:cNvSpPr/>
              <p:nvPr/>
            </p:nvSpPr>
            <p:spPr>
              <a:xfrm>
                <a:off x="8425000" y="3933475"/>
                <a:ext cx="14875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55" extrusionOk="0">
                    <a:moveTo>
                      <a:pt x="294" y="0"/>
                    </a:moveTo>
                    <a:cubicBezTo>
                      <a:pt x="1" y="0"/>
                      <a:pt x="1" y="455"/>
                      <a:pt x="294" y="455"/>
                    </a:cubicBezTo>
                    <a:cubicBezTo>
                      <a:pt x="595" y="455"/>
                      <a:pt x="595" y="0"/>
                      <a:pt x="2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48"/>
              <p:cNvSpPr/>
              <p:nvPr/>
            </p:nvSpPr>
            <p:spPr>
              <a:xfrm>
                <a:off x="8487325" y="3956550"/>
                <a:ext cx="26975" cy="2112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845" extrusionOk="0">
                    <a:moveTo>
                      <a:pt x="536" y="1"/>
                    </a:moveTo>
                    <a:cubicBezTo>
                      <a:pt x="1" y="1"/>
                      <a:pt x="1" y="844"/>
                      <a:pt x="536" y="844"/>
                    </a:cubicBezTo>
                    <a:cubicBezTo>
                      <a:pt x="1078" y="844"/>
                      <a:pt x="1078" y="1"/>
                      <a:pt x="5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48"/>
              <p:cNvSpPr/>
              <p:nvPr/>
            </p:nvSpPr>
            <p:spPr>
              <a:xfrm>
                <a:off x="8578600" y="4028775"/>
                <a:ext cx="27150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844" extrusionOk="0">
                    <a:moveTo>
                      <a:pt x="543" y="1"/>
                    </a:moveTo>
                    <a:cubicBezTo>
                      <a:pt x="1" y="1"/>
                      <a:pt x="1" y="844"/>
                      <a:pt x="543" y="844"/>
                    </a:cubicBezTo>
                    <a:cubicBezTo>
                      <a:pt x="1086" y="844"/>
                      <a:pt x="1086" y="1"/>
                      <a:pt x="5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48"/>
              <p:cNvSpPr/>
              <p:nvPr/>
            </p:nvSpPr>
            <p:spPr>
              <a:xfrm>
                <a:off x="8555875" y="4025850"/>
                <a:ext cx="148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63" extrusionOk="0">
                    <a:moveTo>
                      <a:pt x="301" y="0"/>
                    </a:moveTo>
                    <a:cubicBezTo>
                      <a:pt x="8" y="0"/>
                      <a:pt x="1" y="462"/>
                      <a:pt x="301" y="462"/>
                    </a:cubicBezTo>
                    <a:cubicBezTo>
                      <a:pt x="594" y="462"/>
                      <a:pt x="594" y="0"/>
                      <a:pt x="3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48"/>
              <p:cNvSpPr/>
              <p:nvPr/>
            </p:nvSpPr>
            <p:spPr>
              <a:xfrm>
                <a:off x="8605725" y="3950875"/>
                <a:ext cx="1727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29" extrusionOk="0">
                    <a:moveTo>
                      <a:pt x="345" y="1"/>
                    </a:moveTo>
                    <a:cubicBezTo>
                      <a:pt x="1" y="1"/>
                      <a:pt x="1" y="528"/>
                      <a:pt x="345" y="528"/>
                    </a:cubicBezTo>
                    <a:cubicBezTo>
                      <a:pt x="690" y="528"/>
                      <a:pt x="690" y="1"/>
                      <a:pt x="3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48"/>
              <p:cNvSpPr/>
              <p:nvPr/>
            </p:nvSpPr>
            <p:spPr>
              <a:xfrm>
                <a:off x="8470100" y="3765025"/>
                <a:ext cx="9375" cy="77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309" extrusionOk="0">
                    <a:moveTo>
                      <a:pt x="191" y="0"/>
                    </a:moveTo>
                    <a:cubicBezTo>
                      <a:pt x="0" y="15"/>
                      <a:pt x="0" y="293"/>
                      <a:pt x="191" y="308"/>
                    </a:cubicBezTo>
                    <a:cubicBezTo>
                      <a:pt x="374" y="293"/>
                      <a:pt x="374" y="15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48"/>
              <p:cNvSpPr/>
              <p:nvPr/>
            </p:nvSpPr>
            <p:spPr>
              <a:xfrm>
                <a:off x="8452875" y="3692800"/>
                <a:ext cx="245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763" extrusionOk="0">
                    <a:moveTo>
                      <a:pt x="491" y="0"/>
                    </a:moveTo>
                    <a:cubicBezTo>
                      <a:pt x="0" y="0"/>
                      <a:pt x="0" y="763"/>
                      <a:pt x="491" y="763"/>
                    </a:cubicBezTo>
                    <a:cubicBezTo>
                      <a:pt x="983" y="763"/>
                      <a:pt x="983" y="0"/>
                      <a:pt x="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48"/>
              <p:cNvSpPr/>
              <p:nvPr/>
            </p:nvSpPr>
            <p:spPr>
              <a:xfrm>
                <a:off x="8497225" y="4022900"/>
                <a:ext cx="148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63" extrusionOk="0">
                    <a:moveTo>
                      <a:pt x="294" y="1"/>
                    </a:moveTo>
                    <a:cubicBezTo>
                      <a:pt x="0" y="1"/>
                      <a:pt x="0" y="463"/>
                      <a:pt x="294" y="463"/>
                    </a:cubicBezTo>
                    <a:cubicBezTo>
                      <a:pt x="587" y="463"/>
                      <a:pt x="594" y="1"/>
                      <a:pt x="294" y="1"/>
                    </a:cubicBezTo>
                    <a:close/>
                  </a:path>
                </a:pathLst>
              </a:custGeom>
              <a:solidFill>
                <a:srgbClr val="D35A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48"/>
              <p:cNvSpPr/>
              <p:nvPr/>
            </p:nvSpPr>
            <p:spPr>
              <a:xfrm>
                <a:off x="8527275" y="3281275"/>
                <a:ext cx="93700" cy="358575"/>
              </a:xfrm>
              <a:custGeom>
                <a:avLst/>
                <a:gdLst/>
                <a:ahLst/>
                <a:cxnLst/>
                <a:rect l="l" t="t" r="r" b="b"/>
                <a:pathLst>
                  <a:path w="3748" h="14343" extrusionOk="0">
                    <a:moveTo>
                      <a:pt x="1917" y="0"/>
                    </a:moveTo>
                    <a:cubicBezTo>
                      <a:pt x="1088" y="0"/>
                      <a:pt x="359" y="579"/>
                      <a:pt x="191" y="1409"/>
                    </a:cubicBezTo>
                    <a:cubicBezTo>
                      <a:pt x="1" y="2318"/>
                      <a:pt x="551" y="3220"/>
                      <a:pt x="1445" y="3469"/>
                    </a:cubicBezTo>
                    <a:lnTo>
                      <a:pt x="60" y="14328"/>
                    </a:lnTo>
                    <a:cubicBezTo>
                      <a:pt x="228" y="14328"/>
                      <a:pt x="404" y="14335"/>
                      <a:pt x="573" y="14343"/>
                    </a:cubicBezTo>
                    <a:lnTo>
                      <a:pt x="1944" y="3535"/>
                    </a:lnTo>
                    <a:cubicBezTo>
                      <a:pt x="2875" y="3521"/>
                      <a:pt x="3637" y="2795"/>
                      <a:pt x="3689" y="1871"/>
                    </a:cubicBezTo>
                    <a:cubicBezTo>
                      <a:pt x="3747" y="940"/>
                      <a:pt x="3073" y="134"/>
                      <a:pt x="2149" y="9"/>
                    </a:cubicBezTo>
                    <a:lnTo>
                      <a:pt x="2149" y="9"/>
                    </a:lnTo>
                    <a:lnTo>
                      <a:pt x="2156" y="16"/>
                    </a:lnTo>
                    <a:cubicBezTo>
                      <a:pt x="2076" y="5"/>
                      <a:pt x="1996" y="0"/>
                      <a:pt x="19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48"/>
              <p:cNvSpPr/>
              <p:nvPr/>
            </p:nvSpPr>
            <p:spPr>
              <a:xfrm>
                <a:off x="8459825" y="3662925"/>
                <a:ext cx="78675" cy="391025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15641" extrusionOk="0">
                    <a:moveTo>
                      <a:pt x="3146" y="0"/>
                    </a:moveTo>
                    <a:cubicBezTo>
                      <a:pt x="2977" y="15"/>
                      <a:pt x="2809" y="22"/>
                      <a:pt x="2626" y="30"/>
                    </a:cubicBezTo>
                    <a:lnTo>
                      <a:pt x="829" y="13733"/>
                    </a:lnTo>
                    <a:cubicBezTo>
                      <a:pt x="353" y="13799"/>
                      <a:pt x="1" y="14209"/>
                      <a:pt x="1" y="14686"/>
                    </a:cubicBezTo>
                    <a:cubicBezTo>
                      <a:pt x="8" y="15170"/>
                      <a:pt x="360" y="15573"/>
                      <a:pt x="837" y="15632"/>
                    </a:cubicBezTo>
                    <a:cubicBezTo>
                      <a:pt x="881" y="15638"/>
                      <a:pt x="924" y="15641"/>
                      <a:pt x="968" y="15641"/>
                    </a:cubicBezTo>
                    <a:cubicBezTo>
                      <a:pt x="1394" y="15641"/>
                      <a:pt x="1779" y="15354"/>
                      <a:pt x="1892" y="14935"/>
                    </a:cubicBezTo>
                    <a:cubicBezTo>
                      <a:pt x="2017" y="14473"/>
                      <a:pt x="1782" y="13989"/>
                      <a:pt x="1342" y="13799"/>
                    </a:cubicBezTo>
                    <a:lnTo>
                      <a:pt x="31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48"/>
              <p:cNvSpPr/>
              <p:nvPr/>
            </p:nvSpPr>
            <p:spPr>
              <a:xfrm>
                <a:off x="8572750" y="3294325"/>
                <a:ext cx="39600" cy="6015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406" extrusionOk="0">
                    <a:moveTo>
                      <a:pt x="594" y="0"/>
                    </a:moveTo>
                    <a:cubicBezTo>
                      <a:pt x="1452" y="741"/>
                      <a:pt x="1100" y="2141"/>
                      <a:pt x="0" y="2398"/>
                    </a:cubicBezTo>
                    <a:cubicBezTo>
                      <a:pt x="52" y="2403"/>
                      <a:pt x="106" y="2406"/>
                      <a:pt x="159" y="2406"/>
                    </a:cubicBezTo>
                    <a:cubicBezTo>
                      <a:pt x="536" y="2406"/>
                      <a:pt x="938" y="2271"/>
                      <a:pt x="1188" y="2002"/>
                    </a:cubicBezTo>
                    <a:cubicBezTo>
                      <a:pt x="1474" y="1679"/>
                      <a:pt x="1584" y="1239"/>
                      <a:pt x="1474" y="821"/>
                    </a:cubicBezTo>
                    <a:cubicBezTo>
                      <a:pt x="1357" y="418"/>
                      <a:pt x="1012" y="66"/>
                      <a:pt x="5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48"/>
              <p:cNvSpPr/>
              <p:nvPr/>
            </p:nvSpPr>
            <p:spPr>
              <a:xfrm>
                <a:off x="8395300" y="3479225"/>
                <a:ext cx="23137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9255" h="1132" extrusionOk="0">
                    <a:moveTo>
                      <a:pt x="327" y="1"/>
                    </a:moveTo>
                    <a:cubicBezTo>
                      <a:pt x="87" y="1"/>
                      <a:pt x="1" y="381"/>
                      <a:pt x="265" y="449"/>
                    </a:cubicBezTo>
                    <a:cubicBezTo>
                      <a:pt x="2010" y="903"/>
                      <a:pt x="3800" y="1131"/>
                      <a:pt x="5593" y="1131"/>
                    </a:cubicBezTo>
                    <a:cubicBezTo>
                      <a:pt x="6722" y="1131"/>
                      <a:pt x="7853" y="1041"/>
                      <a:pt x="8975" y="860"/>
                    </a:cubicBezTo>
                    <a:cubicBezTo>
                      <a:pt x="9254" y="818"/>
                      <a:pt x="9155" y="417"/>
                      <a:pt x="8897" y="417"/>
                    </a:cubicBezTo>
                    <a:cubicBezTo>
                      <a:pt x="8885" y="417"/>
                      <a:pt x="8871" y="418"/>
                      <a:pt x="8858" y="420"/>
                    </a:cubicBezTo>
                    <a:cubicBezTo>
                      <a:pt x="7775" y="594"/>
                      <a:pt x="6683" y="681"/>
                      <a:pt x="5593" y="681"/>
                    </a:cubicBezTo>
                    <a:cubicBezTo>
                      <a:pt x="3842" y="681"/>
                      <a:pt x="2093" y="457"/>
                      <a:pt x="390" y="9"/>
                    </a:cubicBezTo>
                    <a:cubicBezTo>
                      <a:pt x="368" y="4"/>
                      <a:pt x="347" y="1"/>
                      <a:pt x="3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48"/>
              <p:cNvSpPr/>
              <p:nvPr/>
            </p:nvSpPr>
            <p:spPr>
              <a:xfrm>
                <a:off x="8343725" y="3465175"/>
                <a:ext cx="374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731" extrusionOk="0">
                    <a:moveTo>
                      <a:pt x="316" y="1"/>
                    </a:moveTo>
                    <a:cubicBezTo>
                      <a:pt x="79" y="1"/>
                      <a:pt x="0" y="358"/>
                      <a:pt x="253" y="447"/>
                    </a:cubicBezTo>
                    <a:cubicBezTo>
                      <a:pt x="524" y="564"/>
                      <a:pt x="810" y="652"/>
                      <a:pt x="1104" y="725"/>
                    </a:cubicBezTo>
                    <a:cubicBezTo>
                      <a:pt x="1121" y="729"/>
                      <a:pt x="1138" y="730"/>
                      <a:pt x="1154" y="730"/>
                    </a:cubicBezTo>
                    <a:cubicBezTo>
                      <a:pt x="1403" y="730"/>
                      <a:pt x="1496" y="333"/>
                      <a:pt x="1221" y="278"/>
                    </a:cubicBezTo>
                    <a:cubicBezTo>
                      <a:pt x="935" y="212"/>
                      <a:pt x="649" y="124"/>
                      <a:pt x="370" y="7"/>
                    </a:cubicBezTo>
                    <a:cubicBezTo>
                      <a:pt x="352" y="3"/>
                      <a:pt x="334" y="1"/>
                      <a:pt x="3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48"/>
              <p:cNvSpPr/>
              <p:nvPr/>
            </p:nvSpPr>
            <p:spPr>
              <a:xfrm>
                <a:off x="8629375" y="3533900"/>
                <a:ext cx="226225" cy="432100"/>
              </a:xfrm>
              <a:custGeom>
                <a:avLst/>
                <a:gdLst/>
                <a:ahLst/>
                <a:cxnLst/>
                <a:rect l="l" t="t" r="r" b="b"/>
                <a:pathLst>
                  <a:path w="9049" h="17284" extrusionOk="0">
                    <a:moveTo>
                      <a:pt x="3838" y="1"/>
                    </a:moveTo>
                    <a:cubicBezTo>
                      <a:pt x="3482" y="1"/>
                      <a:pt x="3128" y="50"/>
                      <a:pt x="2787" y="146"/>
                    </a:cubicBezTo>
                    <a:cubicBezTo>
                      <a:pt x="1313" y="550"/>
                      <a:pt x="111" y="1906"/>
                      <a:pt x="37" y="3431"/>
                    </a:cubicBezTo>
                    <a:cubicBezTo>
                      <a:pt x="1" y="3937"/>
                      <a:pt x="125" y="4450"/>
                      <a:pt x="389" y="4883"/>
                    </a:cubicBezTo>
                    <a:cubicBezTo>
                      <a:pt x="668" y="5308"/>
                      <a:pt x="1144" y="5623"/>
                      <a:pt x="1643" y="5653"/>
                    </a:cubicBezTo>
                    <a:cubicBezTo>
                      <a:pt x="1714" y="5658"/>
                      <a:pt x="1787" y="5661"/>
                      <a:pt x="1860" y="5661"/>
                    </a:cubicBezTo>
                    <a:cubicBezTo>
                      <a:pt x="2295" y="5661"/>
                      <a:pt x="2754" y="5556"/>
                      <a:pt x="2992" y="5198"/>
                    </a:cubicBezTo>
                    <a:cubicBezTo>
                      <a:pt x="3263" y="4765"/>
                      <a:pt x="3205" y="4201"/>
                      <a:pt x="2860" y="3820"/>
                    </a:cubicBezTo>
                    <a:cubicBezTo>
                      <a:pt x="2664" y="3615"/>
                      <a:pt x="2384" y="3512"/>
                      <a:pt x="2100" y="3512"/>
                    </a:cubicBezTo>
                    <a:cubicBezTo>
                      <a:pt x="1895" y="3512"/>
                      <a:pt x="1689" y="3566"/>
                      <a:pt x="1511" y="3673"/>
                    </a:cubicBezTo>
                    <a:cubicBezTo>
                      <a:pt x="1983" y="2929"/>
                      <a:pt x="2864" y="2513"/>
                      <a:pt x="3744" y="2513"/>
                    </a:cubicBezTo>
                    <a:cubicBezTo>
                      <a:pt x="3957" y="2513"/>
                      <a:pt x="4170" y="2538"/>
                      <a:pt x="4378" y="2588"/>
                    </a:cubicBezTo>
                    <a:cubicBezTo>
                      <a:pt x="5433" y="2837"/>
                      <a:pt x="6306" y="3688"/>
                      <a:pt x="6702" y="4699"/>
                    </a:cubicBezTo>
                    <a:cubicBezTo>
                      <a:pt x="7098" y="5719"/>
                      <a:pt x="7061" y="6870"/>
                      <a:pt x="6731" y="7911"/>
                    </a:cubicBezTo>
                    <a:cubicBezTo>
                      <a:pt x="6387" y="8974"/>
                      <a:pt x="5903" y="9993"/>
                      <a:pt x="5294" y="10931"/>
                    </a:cubicBezTo>
                    <a:cubicBezTo>
                      <a:pt x="4700" y="11863"/>
                      <a:pt x="3989" y="12691"/>
                      <a:pt x="3703" y="13754"/>
                    </a:cubicBezTo>
                    <a:cubicBezTo>
                      <a:pt x="3417" y="14817"/>
                      <a:pt x="3469" y="16027"/>
                      <a:pt x="4106" y="16922"/>
                    </a:cubicBezTo>
                    <a:cubicBezTo>
                      <a:pt x="4235" y="17102"/>
                      <a:pt x="4447" y="17283"/>
                      <a:pt x="4650" y="17283"/>
                    </a:cubicBezTo>
                    <a:cubicBezTo>
                      <a:pt x="4702" y="17283"/>
                      <a:pt x="4753" y="17271"/>
                      <a:pt x="4803" y="17244"/>
                    </a:cubicBezTo>
                    <a:cubicBezTo>
                      <a:pt x="4884" y="17200"/>
                      <a:pt x="4942" y="17127"/>
                      <a:pt x="4964" y="17046"/>
                    </a:cubicBezTo>
                    <a:cubicBezTo>
                      <a:pt x="5001" y="16936"/>
                      <a:pt x="5008" y="16819"/>
                      <a:pt x="4986" y="16709"/>
                    </a:cubicBezTo>
                    <a:cubicBezTo>
                      <a:pt x="4942" y="16518"/>
                      <a:pt x="4825" y="16342"/>
                      <a:pt x="4759" y="16152"/>
                    </a:cubicBezTo>
                    <a:cubicBezTo>
                      <a:pt x="4590" y="15712"/>
                      <a:pt x="4671" y="15213"/>
                      <a:pt x="4869" y="14781"/>
                    </a:cubicBezTo>
                    <a:cubicBezTo>
                      <a:pt x="5060" y="14355"/>
                      <a:pt x="5360" y="13981"/>
                      <a:pt x="5646" y="13615"/>
                    </a:cubicBezTo>
                    <a:cubicBezTo>
                      <a:pt x="6585" y="12405"/>
                      <a:pt x="7457" y="11144"/>
                      <a:pt x="8073" y="9751"/>
                    </a:cubicBezTo>
                    <a:cubicBezTo>
                      <a:pt x="8696" y="8358"/>
                      <a:pt x="9048" y="6818"/>
                      <a:pt x="8923" y="5301"/>
                    </a:cubicBezTo>
                    <a:cubicBezTo>
                      <a:pt x="8791" y="3776"/>
                      <a:pt x="8154" y="2273"/>
                      <a:pt x="7024" y="1253"/>
                    </a:cubicBezTo>
                    <a:cubicBezTo>
                      <a:pt x="6255" y="550"/>
                      <a:pt x="5272" y="117"/>
                      <a:pt x="4238" y="22"/>
                    </a:cubicBezTo>
                    <a:cubicBezTo>
                      <a:pt x="4105" y="8"/>
                      <a:pt x="3971" y="1"/>
                      <a:pt x="38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48"/>
              <p:cNvSpPr/>
              <p:nvPr/>
            </p:nvSpPr>
            <p:spPr>
              <a:xfrm>
                <a:off x="8661000" y="3543475"/>
                <a:ext cx="83525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3341" h="1369" extrusionOk="0">
                    <a:moveTo>
                      <a:pt x="2532" y="0"/>
                    </a:moveTo>
                    <a:cubicBezTo>
                      <a:pt x="1653" y="0"/>
                      <a:pt x="794" y="345"/>
                      <a:pt x="165" y="980"/>
                    </a:cubicBezTo>
                    <a:cubicBezTo>
                      <a:pt x="1" y="1139"/>
                      <a:pt x="157" y="1369"/>
                      <a:pt x="335" y="1369"/>
                    </a:cubicBezTo>
                    <a:cubicBezTo>
                      <a:pt x="386" y="1369"/>
                      <a:pt x="440" y="1349"/>
                      <a:pt x="488" y="1303"/>
                    </a:cubicBezTo>
                    <a:cubicBezTo>
                      <a:pt x="1027" y="752"/>
                      <a:pt x="1765" y="451"/>
                      <a:pt x="2525" y="451"/>
                    </a:cubicBezTo>
                    <a:cubicBezTo>
                      <a:pt x="2665" y="451"/>
                      <a:pt x="2805" y="461"/>
                      <a:pt x="2944" y="482"/>
                    </a:cubicBezTo>
                    <a:cubicBezTo>
                      <a:pt x="2958" y="484"/>
                      <a:pt x="2971" y="485"/>
                      <a:pt x="2984" y="485"/>
                    </a:cubicBezTo>
                    <a:cubicBezTo>
                      <a:pt x="3241" y="485"/>
                      <a:pt x="3341" y="84"/>
                      <a:pt x="3061" y="42"/>
                    </a:cubicBezTo>
                    <a:cubicBezTo>
                      <a:pt x="2885" y="14"/>
                      <a:pt x="2708" y="0"/>
                      <a:pt x="25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48"/>
              <p:cNvSpPr/>
              <p:nvPr/>
            </p:nvSpPr>
            <p:spPr>
              <a:xfrm>
                <a:off x="8754675" y="3552050"/>
                <a:ext cx="41425" cy="26650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066" extrusionOk="0">
                    <a:moveTo>
                      <a:pt x="368" y="0"/>
                    </a:moveTo>
                    <a:cubicBezTo>
                      <a:pt x="150" y="0"/>
                      <a:pt x="0" y="315"/>
                      <a:pt x="231" y="418"/>
                    </a:cubicBezTo>
                    <a:cubicBezTo>
                      <a:pt x="575" y="557"/>
                      <a:pt x="891" y="762"/>
                      <a:pt x="1162" y="1004"/>
                    </a:cubicBezTo>
                    <a:cubicBezTo>
                      <a:pt x="1210" y="1048"/>
                      <a:pt x="1264" y="1066"/>
                      <a:pt x="1315" y="1066"/>
                    </a:cubicBezTo>
                    <a:cubicBezTo>
                      <a:pt x="1498" y="1066"/>
                      <a:pt x="1656" y="836"/>
                      <a:pt x="1485" y="681"/>
                    </a:cubicBezTo>
                    <a:cubicBezTo>
                      <a:pt x="1184" y="410"/>
                      <a:pt x="839" y="183"/>
                      <a:pt x="465" y="22"/>
                    </a:cubicBezTo>
                    <a:cubicBezTo>
                      <a:pt x="432" y="7"/>
                      <a:pt x="399" y="0"/>
                      <a:pt x="3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48"/>
              <p:cNvSpPr/>
              <p:nvPr/>
            </p:nvSpPr>
            <p:spPr>
              <a:xfrm>
                <a:off x="8758925" y="3739225"/>
                <a:ext cx="56000" cy="9262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3705" extrusionOk="0">
                    <a:moveTo>
                      <a:pt x="1965" y="0"/>
                    </a:moveTo>
                    <a:cubicBezTo>
                      <a:pt x="1873" y="0"/>
                      <a:pt x="1782" y="48"/>
                      <a:pt x="1747" y="160"/>
                    </a:cubicBezTo>
                    <a:cubicBezTo>
                      <a:pt x="1366" y="1303"/>
                      <a:pt x="816" y="2389"/>
                      <a:pt x="120" y="3371"/>
                    </a:cubicBezTo>
                    <a:cubicBezTo>
                      <a:pt x="1" y="3541"/>
                      <a:pt x="162" y="3704"/>
                      <a:pt x="326" y="3704"/>
                    </a:cubicBezTo>
                    <a:cubicBezTo>
                      <a:pt x="395" y="3704"/>
                      <a:pt x="465" y="3675"/>
                      <a:pt x="515" y="3606"/>
                    </a:cubicBezTo>
                    <a:cubicBezTo>
                      <a:pt x="1234" y="2579"/>
                      <a:pt x="1791" y="1465"/>
                      <a:pt x="2187" y="277"/>
                    </a:cubicBezTo>
                    <a:cubicBezTo>
                      <a:pt x="2240" y="110"/>
                      <a:pt x="2102" y="0"/>
                      <a:pt x="1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48"/>
              <p:cNvSpPr/>
              <p:nvPr/>
            </p:nvSpPr>
            <p:spPr>
              <a:xfrm>
                <a:off x="8735150" y="3534425"/>
                <a:ext cx="120250" cy="425650"/>
              </a:xfrm>
              <a:custGeom>
                <a:avLst/>
                <a:gdLst/>
                <a:ahLst/>
                <a:cxnLst/>
                <a:rect l="l" t="t" r="r" b="b"/>
                <a:pathLst>
                  <a:path w="4810" h="1702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53" y="287"/>
                      <a:pt x="1818" y="822"/>
                      <a:pt x="2486" y="1562"/>
                    </a:cubicBezTo>
                    <a:cubicBezTo>
                      <a:pt x="3622" y="2823"/>
                      <a:pt x="4150" y="4568"/>
                      <a:pt x="4091" y="6269"/>
                    </a:cubicBezTo>
                    <a:cubicBezTo>
                      <a:pt x="4025" y="7963"/>
                      <a:pt x="3409" y="9613"/>
                      <a:pt x="2493" y="11042"/>
                    </a:cubicBezTo>
                    <a:cubicBezTo>
                      <a:pt x="1635" y="12377"/>
                      <a:pt x="491" y="13623"/>
                      <a:pt x="198" y="15178"/>
                    </a:cubicBezTo>
                    <a:cubicBezTo>
                      <a:pt x="117" y="15544"/>
                      <a:pt x="125" y="15925"/>
                      <a:pt x="220" y="16292"/>
                    </a:cubicBezTo>
                    <a:cubicBezTo>
                      <a:pt x="308" y="16585"/>
                      <a:pt x="484" y="16842"/>
                      <a:pt x="733" y="17025"/>
                    </a:cubicBezTo>
                    <a:cubicBezTo>
                      <a:pt x="770" y="16915"/>
                      <a:pt x="777" y="16798"/>
                      <a:pt x="755" y="16688"/>
                    </a:cubicBezTo>
                    <a:cubicBezTo>
                      <a:pt x="711" y="16497"/>
                      <a:pt x="594" y="16321"/>
                      <a:pt x="528" y="16131"/>
                    </a:cubicBezTo>
                    <a:cubicBezTo>
                      <a:pt x="359" y="15691"/>
                      <a:pt x="440" y="15192"/>
                      <a:pt x="638" y="14760"/>
                    </a:cubicBezTo>
                    <a:cubicBezTo>
                      <a:pt x="829" y="14334"/>
                      <a:pt x="1129" y="13960"/>
                      <a:pt x="1415" y="13594"/>
                    </a:cubicBezTo>
                    <a:cubicBezTo>
                      <a:pt x="2354" y="12384"/>
                      <a:pt x="3226" y="11123"/>
                      <a:pt x="3842" y="9730"/>
                    </a:cubicBezTo>
                    <a:cubicBezTo>
                      <a:pt x="4465" y="8337"/>
                      <a:pt x="4810" y="6805"/>
                      <a:pt x="4685" y="5287"/>
                    </a:cubicBezTo>
                    <a:cubicBezTo>
                      <a:pt x="4560" y="3762"/>
                      <a:pt x="3923" y="2259"/>
                      <a:pt x="2793" y="1232"/>
                    </a:cubicBezTo>
                    <a:cubicBezTo>
                      <a:pt x="2016" y="536"/>
                      <a:pt x="1041" y="103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48"/>
              <p:cNvSpPr/>
              <p:nvPr/>
            </p:nvSpPr>
            <p:spPr>
              <a:xfrm>
                <a:off x="8310825" y="3496875"/>
                <a:ext cx="65275" cy="93275"/>
              </a:xfrm>
              <a:custGeom>
                <a:avLst/>
                <a:gdLst/>
                <a:ahLst/>
                <a:cxnLst/>
                <a:rect l="l" t="t" r="r" b="b"/>
                <a:pathLst>
                  <a:path w="2611" h="3731" extrusionOk="0">
                    <a:moveTo>
                      <a:pt x="884" y="1"/>
                    </a:moveTo>
                    <a:cubicBezTo>
                      <a:pt x="819" y="1"/>
                      <a:pt x="751" y="10"/>
                      <a:pt x="682" y="29"/>
                    </a:cubicBezTo>
                    <a:cubicBezTo>
                      <a:pt x="315" y="132"/>
                      <a:pt x="0" y="579"/>
                      <a:pt x="147" y="968"/>
                    </a:cubicBezTo>
                    <a:lnTo>
                      <a:pt x="990" y="3167"/>
                    </a:lnTo>
                    <a:cubicBezTo>
                      <a:pt x="1113" y="3492"/>
                      <a:pt x="1390" y="3730"/>
                      <a:pt x="1726" y="3730"/>
                    </a:cubicBezTo>
                    <a:cubicBezTo>
                      <a:pt x="1791" y="3730"/>
                      <a:pt x="1859" y="3721"/>
                      <a:pt x="1928" y="3702"/>
                    </a:cubicBezTo>
                    <a:cubicBezTo>
                      <a:pt x="2295" y="3600"/>
                      <a:pt x="2610" y="3152"/>
                      <a:pt x="2464" y="2764"/>
                    </a:cubicBezTo>
                    <a:lnTo>
                      <a:pt x="1620" y="564"/>
                    </a:lnTo>
                    <a:cubicBezTo>
                      <a:pt x="1498" y="239"/>
                      <a:pt x="1221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48"/>
              <p:cNvSpPr/>
              <p:nvPr/>
            </p:nvSpPr>
            <p:spPr>
              <a:xfrm>
                <a:off x="8223750" y="3618825"/>
                <a:ext cx="154325" cy="427750"/>
              </a:xfrm>
              <a:custGeom>
                <a:avLst/>
                <a:gdLst/>
                <a:ahLst/>
                <a:cxnLst/>
                <a:rect l="l" t="t" r="r" b="b"/>
                <a:pathLst>
                  <a:path w="6173" h="17110" extrusionOk="0">
                    <a:moveTo>
                      <a:pt x="5229" y="0"/>
                    </a:moveTo>
                    <a:cubicBezTo>
                      <a:pt x="4934" y="0"/>
                      <a:pt x="4643" y="154"/>
                      <a:pt x="4524" y="511"/>
                    </a:cubicBezTo>
                    <a:cubicBezTo>
                      <a:pt x="2809" y="5650"/>
                      <a:pt x="1335" y="10856"/>
                      <a:pt x="96" y="16127"/>
                    </a:cubicBezTo>
                    <a:cubicBezTo>
                      <a:pt x="0" y="16531"/>
                      <a:pt x="184" y="16956"/>
                      <a:pt x="602" y="17080"/>
                    </a:cubicBezTo>
                    <a:cubicBezTo>
                      <a:pt x="668" y="17100"/>
                      <a:pt x="737" y="17109"/>
                      <a:pt x="808" y="17109"/>
                    </a:cubicBezTo>
                    <a:cubicBezTo>
                      <a:pt x="1135" y="17109"/>
                      <a:pt x="1476" y="16906"/>
                      <a:pt x="1555" y="16575"/>
                    </a:cubicBezTo>
                    <a:cubicBezTo>
                      <a:pt x="2794" y="11303"/>
                      <a:pt x="4268" y="6097"/>
                      <a:pt x="5983" y="958"/>
                    </a:cubicBezTo>
                    <a:cubicBezTo>
                      <a:pt x="6172" y="387"/>
                      <a:pt x="5696" y="0"/>
                      <a:pt x="52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48"/>
              <p:cNvSpPr/>
              <p:nvPr/>
            </p:nvSpPr>
            <p:spPr>
              <a:xfrm>
                <a:off x="8274225" y="3639350"/>
                <a:ext cx="130200" cy="426150"/>
              </a:xfrm>
              <a:custGeom>
                <a:avLst/>
                <a:gdLst/>
                <a:ahLst/>
                <a:cxnLst/>
                <a:rect l="l" t="t" r="r" b="b"/>
                <a:pathLst>
                  <a:path w="5208" h="17046" extrusionOk="0">
                    <a:moveTo>
                      <a:pt x="4917" y="1"/>
                    </a:moveTo>
                    <a:cubicBezTo>
                      <a:pt x="4820" y="1"/>
                      <a:pt x="4725" y="53"/>
                      <a:pt x="4690" y="173"/>
                    </a:cubicBezTo>
                    <a:cubicBezTo>
                      <a:pt x="3143" y="5694"/>
                      <a:pt x="1596" y="11223"/>
                      <a:pt x="49" y="16743"/>
                    </a:cubicBezTo>
                    <a:cubicBezTo>
                      <a:pt x="0" y="16925"/>
                      <a:pt x="153" y="17045"/>
                      <a:pt x="299" y="17045"/>
                    </a:cubicBezTo>
                    <a:cubicBezTo>
                      <a:pt x="394" y="17045"/>
                      <a:pt x="486" y="16994"/>
                      <a:pt x="518" y="16875"/>
                    </a:cubicBezTo>
                    <a:cubicBezTo>
                      <a:pt x="2065" y="11347"/>
                      <a:pt x="3612" y="5826"/>
                      <a:pt x="5159" y="298"/>
                    </a:cubicBezTo>
                    <a:cubicBezTo>
                      <a:pt x="5208" y="118"/>
                      <a:pt x="5061" y="1"/>
                      <a:pt x="49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48"/>
              <p:cNvSpPr/>
              <p:nvPr/>
            </p:nvSpPr>
            <p:spPr>
              <a:xfrm>
                <a:off x="8344775" y="3594675"/>
                <a:ext cx="265150" cy="19200"/>
              </a:xfrm>
              <a:custGeom>
                <a:avLst/>
                <a:gdLst/>
                <a:ahLst/>
                <a:cxnLst/>
                <a:rect l="l" t="t" r="r" b="b"/>
                <a:pathLst>
                  <a:path w="10606" h="768" extrusionOk="0">
                    <a:moveTo>
                      <a:pt x="10399" y="1"/>
                    </a:moveTo>
                    <a:cubicBezTo>
                      <a:pt x="10391" y="1"/>
                      <a:pt x="10382" y="1"/>
                      <a:pt x="10373" y="3"/>
                    </a:cubicBezTo>
                    <a:cubicBezTo>
                      <a:pt x="8644" y="333"/>
                      <a:pt x="6889" y="499"/>
                      <a:pt x="5133" y="499"/>
                    </a:cubicBezTo>
                    <a:cubicBezTo>
                      <a:pt x="4237" y="499"/>
                      <a:pt x="3341" y="456"/>
                      <a:pt x="2447" y="369"/>
                    </a:cubicBezTo>
                    <a:cubicBezTo>
                      <a:pt x="1699" y="304"/>
                      <a:pt x="966" y="201"/>
                      <a:pt x="233" y="69"/>
                    </a:cubicBezTo>
                    <a:cubicBezTo>
                      <a:pt x="224" y="67"/>
                      <a:pt x="215" y="67"/>
                      <a:pt x="207" y="67"/>
                    </a:cubicBezTo>
                    <a:cubicBezTo>
                      <a:pt x="57" y="67"/>
                      <a:pt x="0" y="298"/>
                      <a:pt x="160" y="326"/>
                    </a:cubicBezTo>
                    <a:cubicBezTo>
                      <a:pt x="1811" y="621"/>
                      <a:pt x="3479" y="767"/>
                      <a:pt x="5149" y="767"/>
                    </a:cubicBezTo>
                    <a:cubicBezTo>
                      <a:pt x="6170" y="767"/>
                      <a:pt x="7192" y="713"/>
                      <a:pt x="8210" y="604"/>
                    </a:cubicBezTo>
                    <a:cubicBezTo>
                      <a:pt x="8958" y="516"/>
                      <a:pt x="9706" y="406"/>
                      <a:pt x="10446" y="267"/>
                    </a:cubicBezTo>
                    <a:cubicBezTo>
                      <a:pt x="10606" y="232"/>
                      <a:pt x="10549" y="1"/>
                      <a:pt x="103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Graphic 2" descr="Document with solid fill">
            <a:extLst>
              <a:ext uri="{FF2B5EF4-FFF2-40B4-BE49-F238E27FC236}">
                <a16:creationId xmlns:a16="http://schemas.microsoft.com/office/drawing/2014/main" id="{BC606FEA-DD3A-A997-57FE-C1EBB1B1E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1074" y="1639740"/>
            <a:ext cx="536457" cy="536457"/>
          </a:xfrm>
          <a:prstGeom prst="rect">
            <a:avLst/>
          </a:prstGeom>
        </p:spPr>
      </p:pic>
      <p:pic>
        <p:nvPicPr>
          <p:cNvPr id="7" name="Graphic 6" descr="Signal with solid fill">
            <a:extLst>
              <a:ext uri="{FF2B5EF4-FFF2-40B4-BE49-F238E27FC236}">
                <a16:creationId xmlns:a16="http://schemas.microsoft.com/office/drawing/2014/main" id="{F87FC72E-4F75-4058-7370-5AD7F93BE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7663" y="1698078"/>
            <a:ext cx="510333" cy="5103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24BB5-275E-B935-CBAE-51E5335B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87F28-29E1-DFBF-9D32-A33D83DB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9750" y="2434991"/>
            <a:ext cx="3579071" cy="548302"/>
          </a:xfrm>
        </p:spPr>
        <p:txBody>
          <a:bodyPr/>
          <a:lstStyle/>
          <a:p>
            <a:r>
              <a:rPr lang="en-US" dirty="0"/>
              <a:t>Sales and operations</a:t>
            </a:r>
            <a:endParaRPr lang="en-I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02C2348-4E8D-9522-CC0B-2BC93F40DE8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628435" y="3183142"/>
            <a:ext cx="2852700" cy="917700"/>
          </a:xfrm>
        </p:spPr>
        <p:txBody>
          <a:bodyPr/>
          <a:lstStyle/>
          <a:p>
            <a:pPr algn="l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Outlet performance</a:t>
            </a:r>
          </a:p>
          <a:p>
            <a:pPr algn="l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Demand patterns</a:t>
            </a:r>
          </a:p>
          <a:p>
            <a:pPr algn="l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Revenue growth</a:t>
            </a:r>
          </a:p>
          <a:p>
            <a:pPr algn="l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Staff efficiency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22F34C-6F71-2767-8A94-31866A07330D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868382" y="2577748"/>
            <a:ext cx="2852700" cy="357000"/>
          </a:xfrm>
        </p:spPr>
        <p:txBody>
          <a:bodyPr/>
          <a:lstStyle/>
          <a:p>
            <a:r>
              <a:rPr lang="en-US" dirty="0"/>
              <a:t>Products and customers</a:t>
            </a: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A1D1F1D-8292-F40E-5F6D-182ADB63E16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68382" y="3183142"/>
            <a:ext cx="2852700" cy="917700"/>
          </a:xfrm>
        </p:spPr>
        <p:txBody>
          <a:bodyPr/>
          <a:lstStyle/>
          <a:p>
            <a:pPr algn="l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Customer behavior</a:t>
            </a:r>
          </a:p>
          <a:p>
            <a:pPr algn="l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Menu trends</a:t>
            </a:r>
            <a:endParaRPr lang="en-IN" dirty="0"/>
          </a:p>
        </p:txBody>
      </p:sp>
      <p:sp>
        <p:nvSpPr>
          <p:cNvPr id="7" name="Google Shape;1899;p48">
            <a:extLst>
              <a:ext uri="{FF2B5EF4-FFF2-40B4-BE49-F238E27FC236}">
                <a16:creationId xmlns:a16="http://schemas.microsoft.com/office/drawing/2014/main" id="{1679FA7E-45C4-A1A5-AB7B-AD2C6E905B65}"/>
              </a:ext>
            </a:extLst>
          </p:cNvPr>
          <p:cNvSpPr/>
          <p:nvPr/>
        </p:nvSpPr>
        <p:spPr>
          <a:xfrm rot="1800033">
            <a:off x="2096364" y="1502263"/>
            <a:ext cx="1505878" cy="890026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899;p48">
            <a:extLst>
              <a:ext uri="{FF2B5EF4-FFF2-40B4-BE49-F238E27FC236}">
                <a16:creationId xmlns:a16="http://schemas.microsoft.com/office/drawing/2014/main" id="{B3597499-A33C-9D5D-DD3F-FE26A2D6B356}"/>
              </a:ext>
            </a:extLst>
          </p:cNvPr>
          <p:cNvSpPr/>
          <p:nvPr/>
        </p:nvSpPr>
        <p:spPr>
          <a:xfrm rot="1800033">
            <a:off x="5716419" y="1479474"/>
            <a:ext cx="1505878" cy="890026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D1918E5F-29E9-EEA4-D142-329A9ACF4C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1420" y="1659409"/>
            <a:ext cx="575733" cy="575733"/>
          </a:xfrm>
          <a:prstGeom prst="rect">
            <a:avLst/>
          </a:prstGeom>
        </p:spPr>
      </p:pic>
      <p:pic>
        <p:nvPicPr>
          <p:cNvPr id="10" name="Graphic 9" descr="Target Audience with solid fill">
            <a:extLst>
              <a:ext uri="{FF2B5EF4-FFF2-40B4-BE49-F238E27FC236}">
                <a16:creationId xmlns:a16="http://schemas.microsoft.com/office/drawing/2014/main" id="{C007E836-D809-419A-7067-FF156DDEDF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1857" y="1611463"/>
            <a:ext cx="635001" cy="63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8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9" name="Google Shape;3019;p60"/>
          <p:cNvCxnSpPr/>
          <p:nvPr/>
        </p:nvCxnSpPr>
        <p:spPr>
          <a:xfrm>
            <a:off x="1885000" y="3068875"/>
            <a:ext cx="5528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0" name="Google Shape;3020;p60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Dataset Summary</a:t>
            </a:r>
            <a:endParaRPr dirty="0"/>
          </a:p>
        </p:txBody>
      </p:sp>
      <p:sp>
        <p:nvSpPr>
          <p:cNvPr id="3021" name="Google Shape;3021;p60"/>
          <p:cNvSpPr txBox="1"/>
          <p:nvPr/>
        </p:nvSpPr>
        <p:spPr>
          <a:xfrm>
            <a:off x="2610913" y="1487613"/>
            <a:ext cx="2238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rPr>
              <a:t>items</a:t>
            </a:r>
            <a:endParaRPr sz="2300" dirty="0">
              <a:solidFill>
                <a:schemeClr val="dk1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3022" name="Google Shape;3022;p60"/>
          <p:cNvSpPr txBox="1"/>
          <p:nvPr/>
        </p:nvSpPr>
        <p:spPr>
          <a:xfrm>
            <a:off x="2483908" y="1800638"/>
            <a:ext cx="262995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Menu hierarchy</a:t>
            </a:r>
            <a:r>
              <a:rPr lang="es" sz="1600" dirty="0">
                <a:latin typeface="Inter"/>
                <a:ea typeface="Inter"/>
                <a:cs typeface="Inter"/>
                <a:sym typeface="Inter"/>
              </a:rPr>
              <a:t>(category, sub-category,pricing and cost.</a:t>
            </a:r>
          </a:p>
        </p:txBody>
      </p:sp>
      <p:sp>
        <p:nvSpPr>
          <p:cNvPr id="3023" name="Google Shape;3023;p60"/>
          <p:cNvSpPr txBox="1"/>
          <p:nvPr/>
        </p:nvSpPr>
        <p:spPr>
          <a:xfrm>
            <a:off x="6253688" y="1487613"/>
            <a:ext cx="2238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rPr>
              <a:t>Outlets</a:t>
            </a:r>
            <a:endParaRPr sz="2300" dirty="0">
              <a:solidFill>
                <a:schemeClr val="dk1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3024" name="Google Shape;3024;p60"/>
          <p:cNvSpPr txBox="1"/>
          <p:nvPr/>
        </p:nvSpPr>
        <p:spPr>
          <a:xfrm>
            <a:off x="6294250" y="1866110"/>
            <a:ext cx="223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Location details and operational age.</a:t>
            </a:r>
            <a:endParaRPr sz="1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5" name="Google Shape;3025;p60"/>
          <p:cNvSpPr txBox="1"/>
          <p:nvPr/>
        </p:nvSpPr>
        <p:spPr>
          <a:xfrm>
            <a:off x="789525" y="3722838"/>
            <a:ext cx="2238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rPr>
              <a:t>Customers</a:t>
            </a:r>
            <a:endParaRPr sz="2300" dirty="0">
              <a:solidFill>
                <a:schemeClr val="dk1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3026" name="Google Shape;3026;p60"/>
          <p:cNvSpPr txBox="1"/>
          <p:nvPr/>
        </p:nvSpPr>
        <p:spPr>
          <a:xfrm>
            <a:off x="628641" y="4047635"/>
            <a:ext cx="25600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Demographics, frequency and ratings.</a:t>
            </a:r>
            <a:endParaRPr sz="1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7" name="Google Shape;3027;p60"/>
          <p:cNvSpPr txBox="1"/>
          <p:nvPr/>
        </p:nvSpPr>
        <p:spPr>
          <a:xfrm>
            <a:off x="4432313" y="3722838"/>
            <a:ext cx="2238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rPr>
              <a:t>Sales</a:t>
            </a:r>
            <a:endParaRPr sz="2300" dirty="0">
              <a:solidFill>
                <a:schemeClr val="dk1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3028" name="Google Shape;3028;p60"/>
          <p:cNvSpPr txBox="1"/>
          <p:nvPr/>
        </p:nvSpPr>
        <p:spPr>
          <a:xfrm>
            <a:off x="4200441" y="4030685"/>
            <a:ext cx="2786634" cy="88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latin typeface="Inter"/>
                <a:ea typeface="Inter"/>
                <a:cs typeface="Inter"/>
                <a:sym typeface="Inter"/>
              </a:rPr>
              <a:t>Transactional-level data, quantities and order totals.</a:t>
            </a:r>
            <a:endParaRPr sz="1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9" name="Google Shape;3029;p60"/>
          <p:cNvSpPr/>
          <p:nvPr/>
        </p:nvSpPr>
        <p:spPr>
          <a:xfrm rot="-406173">
            <a:off x="1270166" y="2695028"/>
            <a:ext cx="1277018" cy="754757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30" name="Google Shape;3030;p60"/>
          <p:cNvSpPr/>
          <p:nvPr/>
        </p:nvSpPr>
        <p:spPr>
          <a:xfrm rot="2247928">
            <a:off x="3091554" y="2695027"/>
            <a:ext cx="1277018" cy="754757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1" name="Google Shape;3031;p60"/>
          <p:cNvSpPr/>
          <p:nvPr/>
        </p:nvSpPr>
        <p:spPr>
          <a:xfrm rot="9475201">
            <a:off x="4912946" y="2695024"/>
            <a:ext cx="1277033" cy="754766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2" name="Google Shape;3032;p60"/>
          <p:cNvSpPr/>
          <p:nvPr/>
        </p:nvSpPr>
        <p:spPr>
          <a:xfrm rot="175897">
            <a:off x="6734329" y="2695028"/>
            <a:ext cx="1277018" cy="754757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rgbClr val="E39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raphic 1" descr="User with solid fill">
            <a:extLst>
              <a:ext uri="{FF2B5EF4-FFF2-40B4-BE49-F238E27FC236}">
                <a16:creationId xmlns:a16="http://schemas.microsoft.com/office/drawing/2014/main" id="{264DAA00-6220-698A-53A7-92BB486AF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5257" y="2856857"/>
            <a:ext cx="439486" cy="439486"/>
          </a:xfrm>
          <a:prstGeom prst="rect">
            <a:avLst/>
          </a:prstGeom>
        </p:spPr>
      </p:pic>
      <p:pic>
        <p:nvPicPr>
          <p:cNvPr id="3" name="Graphic 2" descr="Fork and knife with solid fill">
            <a:extLst>
              <a:ext uri="{FF2B5EF4-FFF2-40B4-BE49-F238E27FC236}">
                <a16:creationId xmlns:a16="http://schemas.microsoft.com/office/drawing/2014/main" id="{115A2C40-D8FA-1C25-A571-7FC1C2E2A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0469" y="2856857"/>
            <a:ext cx="397695" cy="397695"/>
          </a:xfrm>
          <a:prstGeom prst="rect">
            <a:avLst/>
          </a:prstGeom>
        </p:spPr>
      </p:pic>
      <p:pic>
        <p:nvPicPr>
          <p:cNvPr id="4" name="Graphic 3" descr="Clipboard Checked with solid fill">
            <a:extLst>
              <a:ext uri="{FF2B5EF4-FFF2-40B4-BE49-F238E27FC236}">
                <a16:creationId xmlns:a16="http://schemas.microsoft.com/office/drawing/2014/main" id="{BEB41F72-F6D5-C812-3E54-E430C1D59A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0290" y="2769407"/>
            <a:ext cx="526936" cy="526936"/>
          </a:xfrm>
          <a:prstGeom prst="rect">
            <a:avLst/>
          </a:prstGeom>
        </p:spPr>
      </p:pic>
      <p:pic>
        <p:nvPicPr>
          <p:cNvPr id="5" name="Graphic 4" descr="Kiosk with solid fill">
            <a:extLst>
              <a:ext uri="{FF2B5EF4-FFF2-40B4-BE49-F238E27FC236}">
                <a16:creationId xmlns:a16="http://schemas.microsoft.com/office/drawing/2014/main" id="{24C612F5-D32E-3C39-6196-75A684D1A6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5195" y="2822847"/>
            <a:ext cx="473496" cy="4734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49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Data Warehouse</a:t>
            </a:r>
            <a:endParaRPr dirty="0"/>
          </a:p>
        </p:txBody>
      </p:sp>
      <p:sp>
        <p:nvSpPr>
          <p:cNvPr id="2047" name="Google Shape;2047;p49"/>
          <p:cNvSpPr txBox="1"/>
          <p:nvPr/>
        </p:nvSpPr>
        <p:spPr>
          <a:xfrm>
            <a:off x="-54852" y="374375"/>
            <a:ext cx="20775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C2608"/>
                </a:solidFill>
                <a:latin typeface="Bowlby One SC"/>
                <a:ea typeface="Bowlby One SC"/>
                <a:cs typeface="Bowlby One SC"/>
                <a:sym typeface="Bowlby One SC"/>
              </a:rPr>
              <a:t>DimMenu</a:t>
            </a:r>
            <a:endParaRPr sz="2000" dirty="0">
              <a:solidFill>
                <a:srgbClr val="4C2608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049" name="Google Shape;2049;p49"/>
          <p:cNvSpPr txBox="1"/>
          <p:nvPr/>
        </p:nvSpPr>
        <p:spPr>
          <a:xfrm>
            <a:off x="7189999" y="3027649"/>
            <a:ext cx="2317602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C2608"/>
                </a:solidFill>
                <a:latin typeface="Bowlby One SC"/>
                <a:ea typeface="Bowlby One SC"/>
                <a:cs typeface="Bowlby One SC"/>
                <a:sym typeface="Bowlby One SC"/>
              </a:rPr>
              <a:t>DimOutlets</a:t>
            </a:r>
            <a:endParaRPr sz="2000" dirty="0">
              <a:solidFill>
                <a:srgbClr val="4C2608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051" name="Google Shape;2051;p49"/>
          <p:cNvSpPr txBox="1"/>
          <p:nvPr/>
        </p:nvSpPr>
        <p:spPr>
          <a:xfrm>
            <a:off x="6215645" y="1038125"/>
            <a:ext cx="2698602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C2608"/>
                </a:solidFill>
                <a:latin typeface="Bowlby One SC"/>
                <a:ea typeface="Bowlby One SC"/>
                <a:cs typeface="Bowlby One SC"/>
                <a:sym typeface="Bowlby One SC"/>
              </a:rPr>
              <a:t>DimCustomers</a:t>
            </a:r>
            <a:endParaRPr sz="2000" dirty="0">
              <a:solidFill>
                <a:srgbClr val="4C2608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053" name="Google Shape;2053;p49"/>
          <p:cNvSpPr txBox="1"/>
          <p:nvPr/>
        </p:nvSpPr>
        <p:spPr>
          <a:xfrm>
            <a:off x="522400" y="3000652"/>
            <a:ext cx="20775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C2608"/>
                </a:solidFill>
                <a:latin typeface="Bowlby One SC"/>
                <a:ea typeface="Bowlby One SC"/>
                <a:cs typeface="Bowlby One SC"/>
                <a:sym typeface="Bowlby One SC"/>
              </a:rPr>
              <a:t>DimStaff</a:t>
            </a:r>
            <a:endParaRPr sz="2000" dirty="0">
              <a:solidFill>
                <a:srgbClr val="4C2608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2055" name="Google Shape;2055;p49"/>
          <p:cNvSpPr/>
          <p:nvPr/>
        </p:nvSpPr>
        <p:spPr>
          <a:xfrm>
            <a:off x="5054376" y="2081782"/>
            <a:ext cx="198900" cy="19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6" name="Google Shape;2056;p49"/>
          <p:cNvSpPr/>
          <p:nvPr/>
        </p:nvSpPr>
        <p:spPr>
          <a:xfrm>
            <a:off x="3890726" y="3229845"/>
            <a:ext cx="198900" cy="19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7" name="Google Shape;2057;p49"/>
          <p:cNvSpPr/>
          <p:nvPr/>
        </p:nvSpPr>
        <p:spPr>
          <a:xfrm>
            <a:off x="5054376" y="2663919"/>
            <a:ext cx="198900" cy="19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8" name="Google Shape;2058;p49"/>
          <p:cNvSpPr/>
          <p:nvPr/>
        </p:nvSpPr>
        <p:spPr>
          <a:xfrm>
            <a:off x="3876360" y="2372850"/>
            <a:ext cx="198900" cy="19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59" name="Google Shape;2059;p49"/>
          <p:cNvCxnSpPr>
            <a:stCxn id="2047" idx="3"/>
            <a:endCxn id="2058" idx="4"/>
          </p:cNvCxnSpPr>
          <p:nvPr/>
        </p:nvCxnSpPr>
        <p:spPr>
          <a:xfrm>
            <a:off x="2022648" y="552875"/>
            <a:ext cx="1953162" cy="2018875"/>
          </a:xfrm>
          <a:prstGeom prst="curvedConnector4">
            <a:avLst>
              <a:gd name="adj1" fmla="val 28446"/>
              <a:gd name="adj2" fmla="val 111323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060" name="Google Shape;2060;p49"/>
          <p:cNvCxnSpPr>
            <a:cxnSpLocks/>
            <a:stCxn id="2049" idx="1"/>
            <a:endCxn id="2057" idx="4"/>
          </p:cNvCxnSpPr>
          <p:nvPr/>
        </p:nvCxnSpPr>
        <p:spPr>
          <a:xfrm rot="10800000">
            <a:off x="5153827" y="2862819"/>
            <a:ext cx="2036173" cy="34333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061" name="Google Shape;2061;p49"/>
          <p:cNvCxnSpPr>
            <a:cxnSpLocks/>
            <a:stCxn id="2051" idx="1"/>
            <a:endCxn id="2055" idx="6"/>
          </p:cNvCxnSpPr>
          <p:nvPr/>
        </p:nvCxnSpPr>
        <p:spPr>
          <a:xfrm rot="10800000" flipV="1">
            <a:off x="5253277" y="1127374"/>
            <a:ext cx="962369" cy="1053857"/>
          </a:xfrm>
          <a:prstGeom prst="curvedConnector3">
            <a:avLst>
              <a:gd name="adj1" fmla="val 2856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062" name="Google Shape;2062;p49"/>
          <p:cNvCxnSpPr>
            <a:cxnSpLocks/>
            <a:stCxn id="2053" idx="3"/>
            <a:endCxn id="2056" idx="0"/>
          </p:cNvCxnSpPr>
          <p:nvPr/>
        </p:nvCxnSpPr>
        <p:spPr>
          <a:xfrm>
            <a:off x="2599900" y="3179152"/>
            <a:ext cx="1390276" cy="50693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" name="Google Shape;2047;p49">
            <a:extLst>
              <a:ext uri="{FF2B5EF4-FFF2-40B4-BE49-F238E27FC236}">
                <a16:creationId xmlns:a16="http://schemas.microsoft.com/office/drawing/2014/main" id="{8B79D30A-5322-5EA8-9E58-BF492EDDBE72}"/>
              </a:ext>
            </a:extLst>
          </p:cNvPr>
          <p:cNvSpPr txBox="1"/>
          <p:nvPr/>
        </p:nvSpPr>
        <p:spPr>
          <a:xfrm>
            <a:off x="3162527" y="1432401"/>
            <a:ext cx="20775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C2608"/>
                </a:solidFill>
                <a:latin typeface="Bowlby One SC"/>
                <a:ea typeface="Bowlby One SC"/>
                <a:cs typeface="Bowlby One SC"/>
                <a:sym typeface="Bowlby One SC"/>
              </a:rPr>
              <a:t>FaCtSales</a:t>
            </a:r>
            <a:endParaRPr sz="2000" dirty="0">
              <a:solidFill>
                <a:srgbClr val="4C2608"/>
              </a:solidFill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A73C82-1759-EE58-7CB9-C241E5DD0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30148"/>
              </p:ext>
            </p:extLst>
          </p:nvPr>
        </p:nvGraphicFramePr>
        <p:xfrm>
          <a:off x="3935205" y="2042997"/>
          <a:ext cx="1259227" cy="2468880"/>
        </p:xfrm>
        <a:graphic>
          <a:graphicData uri="http://schemas.openxmlformats.org/drawingml/2006/table">
            <a:tbl>
              <a:tblPr firstRow="1" bandRow="1">
                <a:tableStyleId>{036B1946-06BE-42C8-892C-63C24F7EA7FE}</a:tableStyleId>
              </a:tblPr>
              <a:tblGrid>
                <a:gridCol w="1259227">
                  <a:extLst>
                    <a:ext uri="{9D8B030D-6E8A-4147-A177-3AD203B41FA5}">
                      <a16:colId xmlns:a16="http://schemas.microsoft.com/office/drawing/2014/main" val="1700341495"/>
                    </a:ext>
                  </a:extLst>
                </a:gridCol>
              </a:tblGrid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cust_id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71840"/>
                  </a:ext>
                </a:extLst>
              </a:tr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Item_id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044451"/>
                  </a:ext>
                </a:extLst>
              </a:tr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outlet_id</a:t>
                      </a:r>
                      <a:endParaRPr lang="en-US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743322"/>
                  </a:ext>
                </a:extLst>
              </a:tr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sale_date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447707"/>
                  </a:ext>
                </a:extLst>
              </a:tr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staff_id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12570"/>
                  </a:ext>
                </a:extLst>
              </a:tr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count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010467"/>
                  </a:ext>
                </a:extLst>
              </a:tr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cost_amount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401868"/>
                  </a:ext>
                </a:extLst>
              </a:tr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gross_amount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30804"/>
                  </a:ext>
                </a:extLst>
              </a:tr>
              <a:tr h="2613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price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51021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BDA367-AED7-C12E-7AA4-BCF84125D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931825"/>
              </p:ext>
            </p:extLst>
          </p:nvPr>
        </p:nvGraphicFramePr>
        <p:xfrm>
          <a:off x="712816" y="698104"/>
          <a:ext cx="1259227" cy="2032835"/>
        </p:xfrm>
        <a:graphic>
          <a:graphicData uri="http://schemas.openxmlformats.org/drawingml/2006/table">
            <a:tbl>
              <a:tblPr firstRow="1" bandRow="1">
                <a:tableStyleId>{036B1946-06BE-42C8-892C-63C24F7EA7FE}</a:tableStyleId>
              </a:tblPr>
              <a:tblGrid>
                <a:gridCol w="1259227">
                  <a:extLst>
                    <a:ext uri="{9D8B030D-6E8A-4147-A177-3AD203B41FA5}">
                      <a16:colId xmlns:a16="http://schemas.microsoft.com/office/drawing/2014/main" val="1700341495"/>
                    </a:ext>
                  </a:extLst>
                </a:gridCol>
              </a:tblGrid>
              <a:tr h="290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Item_id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71840"/>
                  </a:ext>
                </a:extLst>
              </a:tr>
              <a:tr h="290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category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044451"/>
                  </a:ext>
                </a:extLst>
              </a:tr>
              <a:tr h="290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743322"/>
                  </a:ext>
                </a:extLst>
              </a:tr>
              <a:tr h="290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Item_name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447707"/>
                  </a:ext>
                </a:extLst>
              </a:tr>
              <a:tr h="290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price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12570"/>
                  </a:ext>
                </a:extLst>
              </a:tr>
              <a:tr h="290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profit_margin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010467"/>
                  </a:ext>
                </a:extLst>
              </a:tr>
              <a:tr h="2904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sub_category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40186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8E6EB7-8587-9018-B78A-948DEEC0F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844449"/>
              </p:ext>
            </p:extLst>
          </p:nvPr>
        </p:nvGraphicFramePr>
        <p:xfrm>
          <a:off x="7416470" y="3352993"/>
          <a:ext cx="1362003" cy="1660560"/>
        </p:xfrm>
        <a:graphic>
          <a:graphicData uri="http://schemas.openxmlformats.org/drawingml/2006/table">
            <a:tbl>
              <a:tblPr firstRow="1" bandRow="1">
                <a:tableStyleId>{036B1946-06BE-42C8-892C-63C24F7EA7FE}</a:tableStyleId>
              </a:tblPr>
              <a:tblGrid>
                <a:gridCol w="1362003">
                  <a:extLst>
                    <a:ext uri="{9D8B030D-6E8A-4147-A177-3AD203B41FA5}">
                      <a16:colId xmlns:a16="http://schemas.microsoft.com/office/drawing/2014/main" val="1700341495"/>
                    </a:ext>
                  </a:extLst>
                </a:gridCol>
              </a:tblGrid>
              <a:tr h="2279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outlet_id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71840"/>
                  </a:ext>
                </a:extLst>
              </a:tr>
              <a:tr h="2279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area_code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044451"/>
                  </a:ext>
                </a:extLst>
              </a:tr>
              <a:tr h="2279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743322"/>
                  </a:ext>
                </a:extLst>
              </a:tr>
              <a:tr h="2889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Location_name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447707"/>
                  </a:ext>
                </a:extLst>
              </a:tr>
              <a:tr h="2279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sales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12570"/>
                  </a:ext>
                </a:extLst>
              </a:tr>
              <a:tr h="2279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state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01046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89092A-D2C6-CE52-12B2-B57DB4CC4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413137"/>
              </p:ext>
            </p:extLst>
          </p:nvPr>
        </p:nvGraphicFramePr>
        <p:xfrm>
          <a:off x="1046208" y="3384649"/>
          <a:ext cx="1481293" cy="1493900"/>
        </p:xfrm>
        <a:graphic>
          <a:graphicData uri="http://schemas.openxmlformats.org/drawingml/2006/table">
            <a:tbl>
              <a:tblPr firstRow="1" bandRow="1">
                <a:tableStyleId>{036B1946-06BE-42C8-892C-63C24F7EA7FE}</a:tableStyleId>
              </a:tblPr>
              <a:tblGrid>
                <a:gridCol w="1481293">
                  <a:extLst>
                    <a:ext uri="{9D8B030D-6E8A-4147-A177-3AD203B41FA5}">
                      <a16:colId xmlns:a16="http://schemas.microsoft.com/office/drawing/2014/main" val="1700341495"/>
                    </a:ext>
                  </a:extLst>
                </a:gridCol>
              </a:tblGrid>
              <a:tr h="2987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staff_id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71840"/>
                  </a:ext>
                </a:extLst>
              </a:tr>
              <a:tr h="2987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contribution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044451"/>
                  </a:ext>
                </a:extLst>
              </a:tr>
              <a:tr h="2987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743322"/>
                  </a:ext>
                </a:extLst>
              </a:tr>
              <a:tr h="2987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Outlet_id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447707"/>
                  </a:ext>
                </a:extLst>
              </a:tr>
              <a:tr h="2987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role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125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776F24B-88A3-835B-2F38-7B8F1FEF8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578897"/>
              </p:ext>
            </p:extLst>
          </p:nvPr>
        </p:nvGraphicFramePr>
        <p:xfrm>
          <a:off x="6701179" y="1265005"/>
          <a:ext cx="1267880" cy="1645920"/>
        </p:xfrm>
        <a:graphic>
          <a:graphicData uri="http://schemas.openxmlformats.org/drawingml/2006/table">
            <a:tbl>
              <a:tblPr firstRow="1" bandRow="1">
                <a:tableStyleId>{036B1946-06BE-42C8-892C-63C24F7EA7FE}</a:tableStyleId>
              </a:tblPr>
              <a:tblGrid>
                <a:gridCol w="1267880">
                  <a:extLst>
                    <a:ext uri="{9D8B030D-6E8A-4147-A177-3AD203B41FA5}">
                      <a16:colId xmlns:a16="http://schemas.microsoft.com/office/drawing/2014/main" val="1700341495"/>
                    </a:ext>
                  </a:extLst>
                </a:gridCol>
              </a:tblGrid>
              <a:tr h="2688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Cust_id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71840"/>
                  </a:ext>
                </a:extLst>
              </a:tr>
              <a:tr h="2688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age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044451"/>
                  </a:ext>
                </a:extLst>
              </a:tr>
              <a:tr h="2688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Age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743322"/>
                  </a:ext>
                </a:extLst>
              </a:tr>
              <a:tr h="2688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contact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447707"/>
                  </a:ext>
                </a:extLst>
              </a:tr>
              <a:tr h="2688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Name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12570"/>
                  </a:ext>
                </a:extLst>
              </a:tr>
              <a:tr h="2688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Rating</a:t>
                      </a:r>
                      <a:endParaRPr lang="en-IN" sz="120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0104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A5A22C-9E4A-6C23-0A83-1BF12CCF9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06" y="268443"/>
            <a:ext cx="7074569" cy="446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4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41"/>
          <p:cNvSpPr/>
          <p:nvPr/>
        </p:nvSpPr>
        <p:spPr>
          <a:xfrm rot="1800009">
            <a:off x="715198" y="1899625"/>
            <a:ext cx="2274316" cy="134419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1"/>
          <p:cNvSpPr txBox="1">
            <a:spLocks noGrp="1"/>
          </p:cNvSpPr>
          <p:nvPr>
            <p:ph type="title"/>
          </p:nvPr>
        </p:nvSpPr>
        <p:spPr>
          <a:xfrm>
            <a:off x="2818188" y="2018938"/>
            <a:ext cx="55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Dashboard</a:t>
            </a:r>
            <a:endParaRPr dirty="0"/>
          </a:p>
        </p:txBody>
      </p:sp>
      <p:sp>
        <p:nvSpPr>
          <p:cNvPr id="1503" name="Google Shape;1503;p41"/>
          <p:cNvSpPr txBox="1">
            <a:spLocks noGrp="1"/>
          </p:cNvSpPr>
          <p:nvPr>
            <p:ph type="title" idx="2"/>
          </p:nvPr>
        </p:nvSpPr>
        <p:spPr>
          <a:xfrm>
            <a:off x="786313" y="2176850"/>
            <a:ext cx="2132100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hart&#10;&#10;AI-generated content may be incorrect.">
            <a:extLst>
              <a:ext uri="{FF2B5EF4-FFF2-40B4-BE49-F238E27FC236}">
                <a16:creationId xmlns:a16="http://schemas.microsoft.com/office/drawing/2014/main" id="{6216D065-01FB-F132-80BA-6E88804F9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07"/>
            <a:ext cx="9144000" cy="510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81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>
          <a:extLst>
            <a:ext uri="{FF2B5EF4-FFF2-40B4-BE49-F238E27FC236}">
              <a16:creationId xmlns:a16="http://schemas.microsoft.com/office/drawing/2014/main" id="{732633F1-91A5-083A-F7F3-F81D2D8B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41">
            <a:extLst>
              <a:ext uri="{FF2B5EF4-FFF2-40B4-BE49-F238E27FC236}">
                <a16:creationId xmlns:a16="http://schemas.microsoft.com/office/drawing/2014/main" id="{9EC61629-87F3-3FB8-0F7C-D549CEF859C1}"/>
              </a:ext>
            </a:extLst>
          </p:cNvPr>
          <p:cNvSpPr/>
          <p:nvPr/>
        </p:nvSpPr>
        <p:spPr>
          <a:xfrm rot="1800009">
            <a:off x="715198" y="1899625"/>
            <a:ext cx="2274316" cy="134419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1">
            <a:extLst>
              <a:ext uri="{FF2B5EF4-FFF2-40B4-BE49-F238E27FC236}">
                <a16:creationId xmlns:a16="http://schemas.microsoft.com/office/drawing/2014/main" id="{32231ADD-5040-EA5D-4E04-D625F564B4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8188" y="2018938"/>
            <a:ext cx="55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Sales</a:t>
            </a:r>
            <a:endParaRPr dirty="0"/>
          </a:p>
        </p:txBody>
      </p:sp>
      <p:sp>
        <p:nvSpPr>
          <p:cNvPr id="1503" name="Google Shape;1503;p41">
            <a:extLst>
              <a:ext uri="{FF2B5EF4-FFF2-40B4-BE49-F238E27FC236}">
                <a16:creationId xmlns:a16="http://schemas.microsoft.com/office/drawing/2014/main" id="{ADF5E033-9159-AB4A-4C28-4D1C39BC347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86313" y="2176850"/>
            <a:ext cx="2132100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6033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CD1F2-BEB2-A4BC-C8BB-EC5A730C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3CAE8D-7371-0241-9C7D-441E29D7F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40"/>
            <a:ext cx="9144000" cy="504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45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>
          <a:extLst>
            <a:ext uri="{FF2B5EF4-FFF2-40B4-BE49-F238E27FC236}">
              <a16:creationId xmlns:a16="http://schemas.microsoft.com/office/drawing/2014/main" id="{41B0F994-0405-E120-8BD3-9D51F97D1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41">
            <a:extLst>
              <a:ext uri="{FF2B5EF4-FFF2-40B4-BE49-F238E27FC236}">
                <a16:creationId xmlns:a16="http://schemas.microsoft.com/office/drawing/2014/main" id="{1C45A1C2-37F1-C46B-7952-CFBA39B23B01}"/>
              </a:ext>
            </a:extLst>
          </p:cNvPr>
          <p:cNvSpPr/>
          <p:nvPr/>
        </p:nvSpPr>
        <p:spPr>
          <a:xfrm rot="1800009">
            <a:off x="715198" y="1899625"/>
            <a:ext cx="2274316" cy="134419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1">
            <a:extLst>
              <a:ext uri="{FF2B5EF4-FFF2-40B4-BE49-F238E27FC236}">
                <a16:creationId xmlns:a16="http://schemas.microsoft.com/office/drawing/2014/main" id="{60C43A1E-2B90-B501-7E79-10B87B62CB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8188" y="2018938"/>
            <a:ext cx="55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orders</a:t>
            </a:r>
            <a:endParaRPr dirty="0"/>
          </a:p>
        </p:txBody>
      </p:sp>
      <p:sp>
        <p:nvSpPr>
          <p:cNvPr id="1503" name="Google Shape;1503;p41">
            <a:extLst>
              <a:ext uri="{FF2B5EF4-FFF2-40B4-BE49-F238E27FC236}">
                <a16:creationId xmlns:a16="http://schemas.microsoft.com/office/drawing/2014/main" id="{F2908D21-98CC-5981-2A6E-D60DDD52BC7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86313" y="2176850"/>
            <a:ext cx="2132100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03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66E9F-F44C-0A28-215B-8A900F851F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72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AA90C-FA5F-842D-BEDF-CED5AE2F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rt&#10;&#10;AI-generated content may be incorrect.">
            <a:extLst>
              <a:ext uri="{FF2B5EF4-FFF2-40B4-BE49-F238E27FC236}">
                <a16:creationId xmlns:a16="http://schemas.microsoft.com/office/drawing/2014/main" id="{A00D9606-9684-072E-B5F4-4B7494F5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56"/>
            <a:ext cx="9144000" cy="503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54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>
          <a:extLst>
            <a:ext uri="{FF2B5EF4-FFF2-40B4-BE49-F238E27FC236}">
              <a16:creationId xmlns:a16="http://schemas.microsoft.com/office/drawing/2014/main" id="{D828F500-B44B-C95A-7618-D70BA9F58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41">
            <a:extLst>
              <a:ext uri="{FF2B5EF4-FFF2-40B4-BE49-F238E27FC236}">
                <a16:creationId xmlns:a16="http://schemas.microsoft.com/office/drawing/2014/main" id="{5FFA4FFC-D1EC-E229-EAED-74FB7BAFDCA6}"/>
              </a:ext>
            </a:extLst>
          </p:cNvPr>
          <p:cNvSpPr/>
          <p:nvPr/>
        </p:nvSpPr>
        <p:spPr>
          <a:xfrm rot="1800009">
            <a:off x="715198" y="1899625"/>
            <a:ext cx="2274316" cy="134419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1">
            <a:extLst>
              <a:ext uri="{FF2B5EF4-FFF2-40B4-BE49-F238E27FC236}">
                <a16:creationId xmlns:a16="http://schemas.microsoft.com/office/drawing/2014/main" id="{BDE9FBC3-4CE1-7AF3-284F-26AB61E67F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8188" y="2018938"/>
            <a:ext cx="55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customers</a:t>
            </a:r>
            <a:endParaRPr dirty="0"/>
          </a:p>
        </p:txBody>
      </p:sp>
      <p:sp>
        <p:nvSpPr>
          <p:cNvPr id="1503" name="Google Shape;1503;p41">
            <a:extLst>
              <a:ext uri="{FF2B5EF4-FFF2-40B4-BE49-F238E27FC236}">
                <a16:creationId xmlns:a16="http://schemas.microsoft.com/office/drawing/2014/main" id="{9F569D9E-30E3-3D51-E9FE-5B73BB66EE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86313" y="2176850"/>
            <a:ext cx="2132100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04</a:t>
            </a:r>
            <a:endParaRPr dirty="0"/>
          </a:p>
        </p:txBody>
      </p:sp>
      <p:sp>
        <p:nvSpPr>
          <p:cNvPr id="1504" name="Google Shape;1504;p41">
            <a:extLst>
              <a:ext uri="{FF2B5EF4-FFF2-40B4-BE49-F238E27FC236}">
                <a16:creationId xmlns:a16="http://schemas.microsoft.com/office/drawing/2014/main" id="{2E67DF78-029A-2F59-8598-FD69FF3515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18188" y="2861263"/>
            <a:ext cx="5539500" cy="2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6375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D61C6-81BE-9A32-A87D-DC1AE7F5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B61AEF-9A2E-6072-51F1-364F10CD6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51"/>
            <a:ext cx="9144000" cy="50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29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>
          <a:extLst>
            <a:ext uri="{FF2B5EF4-FFF2-40B4-BE49-F238E27FC236}">
              <a16:creationId xmlns:a16="http://schemas.microsoft.com/office/drawing/2014/main" id="{393315C5-61FA-D54B-23B6-4AEF7B9A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41">
            <a:extLst>
              <a:ext uri="{FF2B5EF4-FFF2-40B4-BE49-F238E27FC236}">
                <a16:creationId xmlns:a16="http://schemas.microsoft.com/office/drawing/2014/main" id="{C7C8BFAF-70DD-BD92-609F-12E93C82691A}"/>
              </a:ext>
            </a:extLst>
          </p:cNvPr>
          <p:cNvSpPr/>
          <p:nvPr/>
        </p:nvSpPr>
        <p:spPr>
          <a:xfrm rot="1800009">
            <a:off x="715198" y="1899625"/>
            <a:ext cx="2274316" cy="134419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1">
            <a:extLst>
              <a:ext uri="{FF2B5EF4-FFF2-40B4-BE49-F238E27FC236}">
                <a16:creationId xmlns:a16="http://schemas.microsoft.com/office/drawing/2014/main" id="{380B59A9-983D-9F1C-8AA8-775459DE0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8188" y="2018938"/>
            <a:ext cx="5539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Menu</a:t>
            </a:r>
            <a:endParaRPr dirty="0"/>
          </a:p>
        </p:txBody>
      </p:sp>
      <p:sp>
        <p:nvSpPr>
          <p:cNvPr id="1503" name="Google Shape;1503;p41">
            <a:extLst>
              <a:ext uri="{FF2B5EF4-FFF2-40B4-BE49-F238E27FC236}">
                <a16:creationId xmlns:a16="http://schemas.microsoft.com/office/drawing/2014/main" id="{4B931AD4-C1E3-DAC5-ABF5-74C74558801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86313" y="2176850"/>
            <a:ext cx="2132100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05</a:t>
            </a:r>
            <a:endParaRPr dirty="0"/>
          </a:p>
        </p:txBody>
      </p:sp>
      <p:sp>
        <p:nvSpPr>
          <p:cNvPr id="1504" name="Google Shape;1504;p41">
            <a:extLst>
              <a:ext uri="{FF2B5EF4-FFF2-40B4-BE49-F238E27FC236}">
                <a16:creationId xmlns:a16="http://schemas.microsoft.com/office/drawing/2014/main" id="{DE85003F-1E56-0AD9-843F-1514E2F56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18188" y="2861263"/>
            <a:ext cx="5539500" cy="2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5205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1C166-3E81-C88D-E960-1C6F02CB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BBA0AA-9B18-169F-31B1-0CA209723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797"/>
            <a:ext cx="9144000" cy="498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7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5" name="Google Shape;1365;p38"/>
          <p:cNvGrpSpPr/>
          <p:nvPr/>
        </p:nvGrpSpPr>
        <p:grpSpPr>
          <a:xfrm>
            <a:off x="7609514" y="-281570"/>
            <a:ext cx="1508423" cy="1733623"/>
            <a:chOff x="7609514" y="-281570"/>
            <a:chExt cx="1508423" cy="1733623"/>
          </a:xfrm>
        </p:grpSpPr>
        <p:sp>
          <p:nvSpPr>
            <p:cNvPr id="1366" name="Google Shape;1366;p38"/>
            <p:cNvSpPr/>
            <p:nvPr/>
          </p:nvSpPr>
          <p:spPr>
            <a:xfrm rot="1949859" flipH="1">
              <a:off x="7960419" y="-185549"/>
              <a:ext cx="806613" cy="1541520"/>
            </a:xfrm>
            <a:custGeom>
              <a:avLst/>
              <a:gdLst/>
              <a:ahLst/>
              <a:cxnLst/>
              <a:rect l="l" t="t" r="r" b="b"/>
              <a:pathLst>
                <a:path w="16193" h="30946" extrusionOk="0">
                  <a:moveTo>
                    <a:pt x="5763" y="0"/>
                  </a:moveTo>
                  <a:cubicBezTo>
                    <a:pt x="5441" y="2031"/>
                    <a:pt x="4869" y="4033"/>
                    <a:pt x="4788" y="6086"/>
                  </a:cubicBezTo>
                  <a:cubicBezTo>
                    <a:pt x="4707" y="8058"/>
                    <a:pt x="5155" y="10155"/>
                    <a:pt x="6489" y="11585"/>
                  </a:cubicBezTo>
                  <a:cubicBezTo>
                    <a:pt x="6548" y="11922"/>
                    <a:pt x="6606" y="12252"/>
                    <a:pt x="6672" y="12582"/>
                  </a:cubicBezTo>
                  <a:cubicBezTo>
                    <a:pt x="6775" y="13095"/>
                    <a:pt x="6885" y="13601"/>
                    <a:pt x="7010" y="14099"/>
                  </a:cubicBezTo>
                  <a:cubicBezTo>
                    <a:pt x="6313" y="12516"/>
                    <a:pt x="5367" y="11057"/>
                    <a:pt x="4194" y="9781"/>
                  </a:cubicBezTo>
                  <a:cubicBezTo>
                    <a:pt x="2852" y="8315"/>
                    <a:pt x="1518" y="6878"/>
                    <a:pt x="0" y="5602"/>
                  </a:cubicBezTo>
                  <a:lnTo>
                    <a:pt x="0" y="5602"/>
                  </a:lnTo>
                  <a:cubicBezTo>
                    <a:pt x="895" y="7449"/>
                    <a:pt x="1569" y="9407"/>
                    <a:pt x="2662" y="11152"/>
                  </a:cubicBezTo>
                  <a:cubicBezTo>
                    <a:pt x="3732" y="12860"/>
                    <a:pt x="5294" y="14393"/>
                    <a:pt x="7193" y="14840"/>
                  </a:cubicBezTo>
                  <a:cubicBezTo>
                    <a:pt x="7420" y="15720"/>
                    <a:pt x="7684" y="16592"/>
                    <a:pt x="7977" y="17450"/>
                  </a:cubicBezTo>
                  <a:cubicBezTo>
                    <a:pt x="8139" y="17934"/>
                    <a:pt x="8315" y="18410"/>
                    <a:pt x="8498" y="18887"/>
                  </a:cubicBezTo>
                  <a:cubicBezTo>
                    <a:pt x="7625" y="17479"/>
                    <a:pt x="6533" y="16211"/>
                    <a:pt x="5265" y="15140"/>
                  </a:cubicBezTo>
                  <a:cubicBezTo>
                    <a:pt x="3747" y="13857"/>
                    <a:pt x="2244" y="12604"/>
                    <a:pt x="580" y="11526"/>
                  </a:cubicBezTo>
                  <a:lnTo>
                    <a:pt x="580" y="11526"/>
                  </a:lnTo>
                  <a:cubicBezTo>
                    <a:pt x="1694" y="13249"/>
                    <a:pt x="2618" y="15104"/>
                    <a:pt x="3923" y="16695"/>
                  </a:cubicBezTo>
                  <a:cubicBezTo>
                    <a:pt x="5191" y="18249"/>
                    <a:pt x="6929" y="19562"/>
                    <a:pt x="8850" y="19774"/>
                  </a:cubicBezTo>
                  <a:cubicBezTo>
                    <a:pt x="9172" y="20559"/>
                    <a:pt x="9524" y="21336"/>
                    <a:pt x="9906" y="22106"/>
                  </a:cubicBezTo>
                  <a:cubicBezTo>
                    <a:pt x="10126" y="22546"/>
                    <a:pt x="10353" y="22986"/>
                    <a:pt x="10587" y="23425"/>
                  </a:cubicBezTo>
                  <a:cubicBezTo>
                    <a:pt x="9781" y="22436"/>
                    <a:pt x="8850" y="21548"/>
                    <a:pt x="7831" y="20779"/>
                  </a:cubicBezTo>
                  <a:cubicBezTo>
                    <a:pt x="6240" y="19584"/>
                    <a:pt x="4656" y="18418"/>
                    <a:pt x="2933" y="17443"/>
                  </a:cubicBezTo>
                  <a:lnTo>
                    <a:pt x="2933" y="17443"/>
                  </a:lnTo>
                  <a:cubicBezTo>
                    <a:pt x="4150" y="19100"/>
                    <a:pt x="5177" y="20896"/>
                    <a:pt x="6577" y="22406"/>
                  </a:cubicBezTo>
                  <a:cubicBezTo>
                    <a:pt x="7919" y="23865"/>
                    <a:pt x="9700" y="25068"/>
                    <a:pt x="11607" y="25185"/>
                  </a:cubicBezTo>
                  <a:cubicBezTo>
                    <a:pt x="11870" y="25618"/>
                    <a:pt x="12149" y="26043"/>
                    <a:pt x="12428" y="26468"/>
                  </a:cubicBezTo>
                  <a:cubicBezTo>
                    <a:pt x="12692" y="26857"/>
                    <a:pt x="12963" y="27245"/>
                    <a:pt x="13242" y="27627"/>
                  </a:cubicBezTo>
                  <a:cubicBezTo>
                    <a:pt x="12090" y="26549"/>
                    <a:pt x="10785" y="25647"/>
                    <a:pt x="9370" y="24958"/>
                  </a:cubicBezTo>
                  <a:cubicBezTo>
                    <a:pt x="7581" y="24085"/>
                    <a:pt x="5807" y="23242"/>
                    <a:pt x="3930" y="22612"/>
                  </a:cubicBezTo>
                  <a:lnTo>
                    <a:pt x="3930" y="22612"/>
                  </a:lnTo>
                  <a:cubicBezTo>
                    <a:pt x="5441" y="24005"/>
                    <a:pt x="6790" y="25574"/>
                    <a:pt x="8447" y="26798"/>
                  </a:cubicBezTo>
                  <a:cubicBezTo>
                    <a:pt x="9850" y="27841"/>
                    <a:pt x="11565" y="28619"/>
                    <a:pt x="13253" y="28619"/>
                  </a:cubicBezTo>
                  <a:cubicBezTo>
                    <a:pt x="13487" y="28619"/>
                    <a:pt x="13721" y="28604"/>
                    <a:pt x="13953" y="28572"/>
                  </a:cubicBezTo>
                  <a:cubicBezTo>
                    <a:pt x="14451" y="29210"/>
                    <a:pt x="14972" y="29841"/>
                    <a:pt x="15514" y="30449"/>
                  </a:cubicBezTo>
                  <a:cubicBezTo>
                    <a:pt x="15646" y="30596"/>
                    <a:pt x="15786" y="30750"/>
                    <a:pt x="15925" y="30904"/>
                  </a:cubicBezTo>
                  <a:cubicBezTo>
                    <a:pt x="15951" y="30933"/>
                    <a:pt x="15981" y="30945"/>
                    <a:pt x="16010" y="30945"/>
                  </a:cubicBezTo>
                  <a:cubicBezTo>
                    <a:pt x="16105" y="30945"/>
                    <a:pt x="16192" y="30816"/>
                    <a:pt x="16108" y="30721"/>
                  </a:cubicBezTo>
                  <a:cubicBezTo>
                    <a:pt x="14972" y="29489"/>
                    <a:pt x="13916" y="28184"/>
                    <a:pt x="12956" y="26813"/>
                  </a:cubicBezTo>
                  <a:cubicBezTo>
                    <a:pt x="12941" y="26783"/>
                    <a:pt x="12919" y="26761"/>
                    <a:pt x="12904" y="26732"/>
                  </a:cubicBezTo>
                  <a:cubicBezTo>
                    <a:pt x="13997" y="25273"/>
                    <a:pt x="14173" y="23308"/>
                    <a:pt x="13879" y="21526"/>
                  </a:cubicBezTo>
                  <a:cubicBezTo>
                    <a:pt x="13579" y="19664"/>
                    <a:pt x="12824" y="17912"/>
                    <a:pt x="12296" y="16101"/>
                  </a:cubicBezTo>
                  <a:cubicBezTo>
                    <a:pt x="11973" y="17897"/>
                    <a:pt x="11892" y="19701"/>
                    <a:pt x="11827" y="21526"/>
                  </a:cubicBezTo>
                  <a:cubicBezTo>
                    <a:pt x="11768" y="23059"/>
                    <a:pt x="11980" y="24598"/>
                    <a:pt x="12457" y="26058"/>
                  </a:cubicBezTo>
                  <a:cubicBezTo>
                    <a:pt x="11702" y="24921"/>
                    <a:pt x="11020" y="23748"/>
                    <a:pt x="10397" y="22538"/>
                  </a:cubicBezTo>
                  <a:cubicBezTo>
                    <a:pt x="10287" y="22326"/>
                    <a:pt x="10184" y="22113"/>
                    <a:pt x="10074" y="21900"/>
                  </a:cubicBezTo>
                  <a:cubicBezTo>
                    <a:pt x="11343" y="20566"/>
                    <a:pt x="11739" y="18616"/>
                    <a:pt x="11643" y="16790"/>
                  </a:cubicBezTo>
                  <a:cubicBezTo>
                    <a:pt x="11533" y="14913"/>
                    <a:pt x="10976" y="13088"/>
                    <a:pt x="10639" y="11225"/>
                  </a:cubicBezTo>
                  <a:cubicBezTo>
                    <a:pt x="10133" y="12985"/>
                    <a:pt x="9862" y="14767"/>
                    <a:pt x="9598" y="16570"/>
                  </a:cubicBezTo>
                  <a:cubicBezTo>
                    <a:pt x="9370" y="18110"/>
                    <a:pt x="9422" y="19679"/>
                    <a:pt x="9744" y="21204"/>
                  </a:cubicBezTo>
                  <a:cubicBezTo>
                    <a:pt x="9253" y="20141"/>
                    <a:pt x="8806" y="19056"/>
                    <a:pt x="8410" y="17949"/>
                  </a:cubicBezTo>
                  <a:cubicBezTo>
                    <a:pt x="8161" y="17245"/>
                    <a:pt x="7933" y="16541"/>
                    <a:pt x="7721" y="15822"/>
                  </a:cubicBezTo>
                  <a:cubicBezTo>
                    <a:pt x="9106" y="14459"/>
                    <a:pt x="9649" y="12332"/>
                    <a:pt x="9664" y="10316"/>
                  </a:cubicBezTo>
                  <a:cubicBezTo>
                    <a:pt x="9686" y="8263"/>
                    <a:pt x="9246" y="6240"/>
                    <a:pt x="9040" y="4194"/>
                  </a:cubicBezTo>
                  <a:cubicBezTo>
                    <a:pt x="8410" y="6071"/>
                    <a:pt x="8021" y="7999"/>
                    <a:pt x="7640" y="9950"/>
                  </a:cubicBezTo>
                  <a:cubicBezTo>
                    <a:pt x="7325" y="11585"/>
                    <a:pt x="7266" y="13256"/>
                    <a:pt x="7471" y="14913"/>
                  </a:cubicBezTo>
                  <a:cubicBezTo>
                    <a:pt x="7317" y="14327"/>
                    <a:pt x="7178" y="13747"/>
                    <a:pt x="7046" y="13154"/>
                  </a:cubicBezTo>
                  <a:cubicBezTo>
                    <a:pt x="6929" y="12611"/>
                    <a:pt x="6826" y="12061"/>
                    <a:pt x="6738" y="11511"/>
                  </a:cubicBezTo>
                  <a:cubicBezTo>
                    <a:pt x="7186" y="9642"/>
                    <a:pt x="7259" y="7706"/>
                    <a:pt x="6966" y="5814"/>
                  </a:cubicBezTo>
                  <a:cubicBezTo>
                    <a:pt x="6658" y="3850"/>
                    <a:pt x="6335" y="1907"/>
                    <a:pt x="5763" y="0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dist="47625" dir="2220000" algn="bl" rotWithShape="0">
                <a:srgbClr val="000000">
                  <a:alpha val="2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8"/>
            <p:cNvSpPr/>
            <p:nvPr/>
          </p:nvSpPr>
          <p:spPr>
            <a:xfrm rot="1949859" flipH="1">
              <a:off x="8287974" y="476225"/>
              <a:ext cx="420069" cy="411258"/>
            </a:xfrm>
            <a:custGeom>
              <a:avLst/>
              <a:gdLst/>
              <a:ahLst/>
              <a:cxnLst/>
              <a:rect l="l" t="t" r="r" b="b"/>
              <a:pathLst>
                <a:path w="8433" h="8256" extrusionOk="0">
                  <a:moveTo>
                    <a:pt x="1" y="0"/>
                  </a:moveTo>
                  <a:cubicBezTo>
                    <a:pt x="1115" y="1723"/>
                    <a:pt x="2039" y="3578"/>
                    <a:pt x="3344" y="5169"/>
                  </a:cubicBezTo>
                  <a:cubicBezTo>
                    <a:pt x="4649" y="6760"/>
                    <a:pt x="6446" y="8102"/>
                    <a:pt x="8432" y="8256"/>
                  </a:cubicBezTo>
                  <a:cubicBezTo>
                    <a:pt x="7494" y="6482"/>
                    <a:pt x="6226" y="4905"/>
                    <a:pt x="4693" y="3615"/>
                  </a:cubicBezTo>
                  <a:cubicBezTo>
                    <a:pt x="3176" y="2324"/>
                    <a:pt x="1665" y="107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157163" dist="85725" dir="30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8" name="Google Shape;1368;p38"/>
            <p:cNvGrpSpPr/>
            <p:nvPr/>
          </p:nvGrpSpPr>
          <p:grpSpPr>
            <a:xfrm rot="1949859" flipH="1">
              <a:off x="7961254" y="-184506"/>
              <a:ext cx="805866" cy="1540673"/>
              <a:chOff x="2772725" y="4645425"/>
              <a:chExt cx="404450" cy="773225"/>
            </a:xfrm>
          </p:grpSpPr>
          <p:sp>
            <p:nvSpPr>
              <p:cNvPr id="1369" name="Google Shape;1369;p38"/>
              <p:cNvSpPr/>
              <p:nvPr/>
            </p:nvSpPr>
            <p:spPr>
              <a:xfrm>
                <a:off x="2923750" y="4831975"/>
                <a:ext cx="253425" cy="586675"/>
              </a:xfrm>
              <a:custGeom>
                <a:avLst/>
                <a:gdLst/>
                <a:ahLst/>
                <a:cxnLst/>
                <a:rect l="l" t="t" r="r" b="b"/>
                <a:pathLst>
                  <a:path w="10137" h="23467" extrusionOk="0">
                    <a:moveTo>
                      <a:pt x="124" y="1"/>
                    </a:moveTo>
                    <a:cubicBezTo>
                      <a:pt x="61" y="1"/>
                      <a:pt x="0" y="43"/>
                      <a:pt x="8" y="127"/>
                    </a:cubicBezTo>
                    <a:cubicBezTo>
                      <a:pt x="103" y="1799"/>
                      <a:pt x="316" y="3471"/>
                      <a:pt x="638" y="5113"/>
                    </a:cubicBezTo>
                    <a:cubicBezTo>
                      <a:pt x="961" y="6763"/>
                      <a:pt x="1393" y="8390"/>
                      <a:pt x="1936" y="9981"/>
                    </a:cubicBezTo>
                    <a:cubicBezTo>
                      <a:pt x="2479" y="11572"/>
                      <a:pt x="3116" y="13127"/>
                      <a:pt x="3864" y="14630"/>
                    </a:cubicBezTo>
                    <a:cubicBezTo>
                      <a:pt x="4605" y="16140"/>
                      <a:pt x="5448" y="17592"/>
                      <a:pt x="6379" y="18992"/>
                    </a:cubicBezTo>
                    <a:cubicBezTo>
                      <a:pt x="7318" y="20385"/>
                      <a:pt x="8344" y="21712"/>
                      <a:pt x="9458" y="22966"/>
                    </a:cubicBezTo>
                    <a:cubicBezTo>
                      <a:pt x="9598" y="23120"/>
                      <a:pt x="9730" y="23274"/>
                      <a:pt x="9869" y="23428"/>
                    </a:cubicBezTo>
                    <a:cubicBezTo>
                      <a:pt x="9894" y="23455"/>
                      <a:pt x="9924" y="23466"/>
                      <a:pt x="9953" y="23466"/>
                    </a:cubicBezTo>
                    <a:cubicBezTo>
                      <a:pt x="10048" y="23466"/>
                      <a:pt x="10137" y="23340"/>
                      <a:pt x="10052" y="23245"/>
                    </a:cubicBezTo>
                    <a:cubicBezTo>
                      <a:pt x="8923" y="22013"/>
                      <a:pt x="7882" y="20708"/>
                      <a:pt x="6929" y="19337"/>
                    </a:cubicBezTo>
                    <a:cubicBezTo>
                      <a:pt x="4077" y="15224"/>
                      <a:pt x="2068" y="10583"/>
                      <a:pt x="1020" y="5692"/>
                    </a:cubicBezTo>
                    <a:cubicBezTo>
                      <a:pt x="668" y="4057"/>
                      <a:pt x="426" y="2400"/>
                      <a:pt x="301" y="743"/>
                    </a:cubicBezTo>
                    <a:cubicBezTo>
                      <a:pt x="286" y="538"/>
                      <a:pt x="272" y="333"/>
                      <a:pt x="257" y="127"/>
                    </a:cubicBezTo>
                    <a:cubicBezTo>
                      <a:pt x="253" y="43"/>
                      <a:pt x="187" y="1"/>
                      <a:pt x="1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8"/>
              <p:cNvSpPr/>
              <p:nvPr/>
            </p:nvSpPr>
            <p:spPr>
              <a:xfrm>
                <a:off x="2890400" y="4645425"/>
                <a:ext cx="64350" cy="294225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1769" extrusionOk="0">
                    <a:moveTo>
                      <a:pt x="1063" y="1"/>
                    </a:moveTo>
                    <a:cubicBezTo>
                      <a:pt x="741" y="2032"/>
                      <a:pt x="169" y="4033"/>
                      <a:pt x="81" y="6086"/>
                    </a:cubicBezTo>
                    <a:cubicBezTo>
                      <a:pt x="0" y="8139"/>
                      <a:pt x="491" y="10339"/>
                      <a:pt x="1972" y="11769"/>
                    </a:cubicBezTo>
                    <a:cubicBezTo>
                      <a:pt x="2478" y="9826"/>
                      <a:pt x="2573" y="7795"/>
                      <a:pt x="2258" y="5815"/>
                    </a:cubicBezTo>
                    <a:cubicBezTo>
                      <a:pt x="1958" y="3850"/>
                      <a:pt x="1635" y="1907"/>
                      <a:pt x="106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8"/>
              <p:cNvSpPr/>
              <p:nvPr/>
            </p:nvSpPr>
            <p:spPr>
              <a:xfrm>
                <a:off x="2916975" y="4645425"/>
                <a:ext cx="37775" cy="294225"/>
              </a:xfrm>
              <a:custGeom>
                <a:avLst/>
                <a:gdLst/>
                <a:ahLst/>
                <a:cxnLst/>
                <a:rect l="l" t="t" r="r" b="b"/>
                <a:pathLst>
                  <a:path w="1511" h="11769" extrusionOk="0">
                    <a:moveTo>
                      <a:pt x="0" y="1"/>
                    </a:moveTo>
                    <a:cubicBezTo>
                      <a:pt x="37" y="206"/>
                      <a:pt x="1283" y="7846"/>
                      <a:pt x="909" y="11769"/>
                    </a:cubicBezTo>
                    <a:cubicBezTo>
                      <a:pt x="1415" y="9826"/>
                      <a:pt x="1510" y="7795"/>
                      <a:pt x="1195" y="5815"/>
                    </a:cubicBezTo>
                    <a:cubicBezTo>
                      <a:pt x="895" y="3850"/>
                      <a:pt x="572" y="1907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8"/>
              <p:cNvSpPr/>
              <p:nvPr/>
            </p:nvSpPr>
            <p:spPr>
              <a:xfrm>
                <a:off x="2772725" y="4785100"/>
                <a:ext cx="182750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7310" h="926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95" y="1856"/>
                      <a:pt x="1569" y="3813"/>
                      <a:pt x="2661" y="5558"/>
                    </a:cubicBezTo>
                    <a:cubicBezTo>
                      <a:pt x="3747" y="7303"/>
                      <a:pt x="5360" y="8865"/>
                      <a:pt x="7310" y="9268"/>
                    </a:cubicBezTo>
                    <a:cubicBezTo>
                      <a:pt x="6613" y="7391"/>
                      <a:pt x="5550" y="5661"/>
                      <a:pt x="4194" y="4187"/>
                    </a:cubicBezTo>
                    <a:cubicBezTo>
                      <a:pt x="2852" y="2714"/>
                      <a:pt x="1518" y="1277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8"/>
              <p:cNvSpPr/>
              <p:nvPr/>
            </p:nvSpPr>
            <p:spPr>
              <a:xfrm>
                <a:off x="2772900" y="4785300"/>
                <a:ext cx="182575" cy="231525"/>
              </a:xfrm>
              <a:custGeom>
                <a:avLst/>
                <a:gdLst/>
                <a:ahLst/>
                <a:cxnLst/>
                <a:rect l="l" t="t" r="r" b="b"/>
                <a:pathLst>
                  <a:path w="7303" h="9261" extrusionOk="0">
                    <a:moveTo>
                      <a:pt x="0" y="0"/>
                    </a:moveTo>
                    <a:cubicBezTo>
                      <a:pt x="140" y="154"/>
                      <a:pt x="5397" y="5814"/>
                      <a:pt x="7303" y="9260"/>
                    </a:cubicBezTo>
                    <a:cubicBezTo>
                      <a:pt x="6606" y="7383"/>
                      <a:pt x="5551" y="5653"/>
                      <a:pt x="4187" y="4179"/>
                    </a:cubicBezTo>
                    <a:cubicBezTo>
                      <a:pt x="2852" y="2713"/>
                      <a:pt x="1511" y="1276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8"/>
              <p:cNvSpPr/>
              <p:nvPr/>
            </p:nvSpPr>
            <p:spPr>
              <a:xfrm>
                <a:off x="2787000" y="4933400"/>
                <a:ext cx="210825" cy="206400"/>
              </a:xfrm>
              <a:custGeom>
                <a:avLst/>
                <a:gdLst/>
                <a:ahLst/>
                <a:cxnLst/>
                <a:rect l="l" t="t" r="r" b="b"/>
                <a:pathLst>
                  <a:path w="8433" h="8256" extrusionOk="0">
                    <a:moveTo>
                      <a:pt x="1" y="0"/>
                    </a:moveTo>
                    <a:cubicBezTo>
                      <a:pt x="162" y="132"/>
                      <a:pt x="6101" y="5081"/>
                      <a:pt x="8432" y="8256"/>
                    </a:cubicBezTo>
                    <a:cubicBezTo>
                      <a:pt x="7494" y="6482"/>
                      <a:pt x="6226" y="4905"/>
                      <a:pt x="4693" y="3615"/>
                    </a:cubicBezTo>
                    <a:cubicBezTo>
                      <a:pt x="3176" y="2332"/>
                      <a:pt x="1673" y="1071"/>
                      <a:pt x="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38"/>
              <p:cNvSpPr/>
              <p:nvPr/>
            </p:nvSpPr>
            <p:spPr>
              <a:xfrm>
                <a:off x="2845850" y="5081125"/>
                <a:ext cx="222550" cy="193950"/>
              </a:xfrm>
              <a:custGeom>
                <a:avLst/>
                <a:gdLst/>
                <a:ahLst/>
                <a:cxnLst/>
                <a:rect l="l" t="t" r="r" b="b"/>
                <a:pathLst>
                  <a:path w="8902" h="775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217" y="1658"/>
                      <a:pt x="2244" y="3454"/>
                      <a:pt x="3644" y="4964"/>
                    </a:cubicBezTo>
                    <a:cubicBezTo>
                      <a:pt x="5037" y="6482"/>
                      <a:pt x="6907" y="7721"/>
                      <a:pt x="8901" y="7758"/>
                    </a:cubicBezTo>
                    <a:cubicBezTo>
                      <a:pt x="7867" y="6035"/>
                      <a:pt x="6504" y="4532"/>
                      <a:pt x="4891" y="3337"/>
                    </a:cubicBezTo>
                    <a:cubicBezTo>
                      <a:pt x="3307" y="2142"/>
                      <a:pt x="1723" y="976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38"/>
              <p:cNvSpPr/>
              <p:nvPr/>
            </p:nvSpPr>
            <p:spPr>
              <a:xfrm>
                <a:off x="2845850" y="5081300"/>
                <a:ext cx="222550" cy="193775"/>
              </a:xfrm>
              <a:custGeom>
                <a:avLst/>
                <a:gdLst/>
                <a:ahLst/>
                <a:cxnLst/>
                <a:rect l="l" t="t" r="r" b="b"/>
                <a:pathLst>
                  <a:path w="8902" h="775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9" y="126"/>
                      <a:pt x="6386" y="4715"/>
                      <a:pt x="8901" y="7751"/>
                    </a:cubicBezTo>
                    <a:cubicBezTo>
                      <a:pt x="7867" y="6028"/>
                      <a:pt x="6504" y="4532"/>
                      <a:pt x="4898" y="3330"/>
                    </a:cubicBezTo>
                    <a:cubicBezTo>
                      <a:pt x="3307" y="2135"/>
                      <a:pt x="1731" y="969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38"/>
              <p:cNvSpPr/>
              <p:nvPr/>
            </p:nvSpPr>
            <p:spPr>
              <a:xfrm>
                <a:off x="2870775" y="5210175"/>
                <a:ext cx="25500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10200" h="6013" extrusionOk="0">
                    <a:moveTo>
                      <a:pt x="1" y="0"/>
                    </a:moveTo>
                    <a:cubicBezTo>
                      <a:pt x="1504" y="1401"/>
                      <a:pt x="2853" y="2970"/>
                      <a:pt x="4510" y="4194"/>
                    </a:cubicBezTo>
                    <a:cubicBezTo>
                      <a:pt x="5921" y="5231"/>
                      <a:pt x="7636" y="6012"/>
                      <a:pt x="9324" y="6012"/>
                    </a:cubicBezTo>
                    <a:cubicBezTo>
                      <a:pt x="9617" y="6012"/>
                      <a:pt x="9909" y="5989"/>
                      <a:pt x="10199" y="5939"/>
                    </a:cubicBezTo>
                    <a:cubicBezTo>
                      <a:pt x="8857" y="4443"/>
                      <a:pt x="7237" y="3226"/>
                      <a:pt x="5433" y="2354"/>
                    </a:cubicBezTo>
                    <a:cubicBezTo>
                      <a:pt x="3644" y="1481"/>
                      <a:pt x="1877" y="631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38"/>
              <p:cNvSpPr/>
              <p:nvPr/>
            </p:nvSpPr>
            <p:spPr>
              <a:xfrm>
                <a:off x="2870775" y="5210350"/>
                <a:ext cx="255000" cy="148300"/>
              </a:xfrm>
              <a:custGeom>
                <a:avLst/>
                <a:gdLst/>
                <a:ahLst/>
                <a:cxnLst/>
                <a:rect l="l" t="t" r="r" b="b"/>
                <a:pathLst>
                  <a:path w="10200" h="5932" extrusionOk="0">
                    <a:moveTo>
                      <a:pt x="1" y="1"/>
                    </a:moveTo>
                    <a:cubicBezTo>
                      <a:pt x="191" y="89"/>
                      <a:pt x="7156" y="3425"/>
                      <a:pt x="10199" y="5932"/>
                    </a:cubicBezTo>
                    <a:cubicBezTo>
                      <a:pt x="8857" y="4436"/>
                      <a:pt x="7244" y="3219"/>
                      <a:pt x="5433" y="2347"/>
                    </a:cubicBezTo>
                    <a:cubicBezTo>
                      <a:pt x="3652" y="1474"/>
                      <a:pt x="1877" y="63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8"/>
              <p:cNvSpPr/>
              <p:nvPr/>
            </p:nvSpPr>
            <p:spPr>
              <a:xfrm>
                <a:off x="2954175" y="4750100"/>
                <a:ext cx="60700" cy="292925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11717" extrusionOk="0">
                    <a:moveTo>
                      <a:pt x="1782" y="0"/>
                    </a:moveTo>
                    <a:cubicBezTo>
                      <a:pt x="1159" y="1877"/>
                      <a:pt x="770" y="3798"/>
                      <a:pt x="389" y="5756"/>
                    </a:cubicBezTo>
                    <a:cubicBezTo>
                      <a:pt x="0" y="7721"/>
                      <a:pt x="0" y="9744"/>
                      <a:pt x="382" y="11717"/>
                    </a:cubicBezTo>
                    <a:cubicBezTo>
                      <a:pt x="1833" y="10353"/>
                      <a:pt x="2398" y="8183"/>
                      <a:pt x="2413" y="6122"/>
                    </a:cubicBezTo>
                    <a:cubicBezTo>
                      <a:pt x="2427" y="4070"/>
                      <a:pt x="1995" y="2039"/>
                      <a:pt x="17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8"/>
              <p:cNvSpPr/>
              <p:nvPr/>
            </p:nvSpPr>
            <p:spPr>
              <a:xfrm>
                <a:off x="2954175" y="4750100"/>
                <a:ext cx="44575" cy="292925"/>
              </a:xfrm>
              <a:custGeom>
                <a:avLst/>
                <a:gdLst/>
                <a:ahLst/>
                <a:cxnLst/>
                <a:rect l="l" t="t" r="r" b="b"/>
                <a:pathLst>
                  <a:path w="1783" h="11717" extrusionOk="0">
                    <a:moveTo>
                      <a:pt x="1782" y="0"/>
                    </a:moveTo>
                    <a:lnTo>
                      <a:pt x="1782" y="0"/>
                    </a:lnTo>
                    <a:cubicBezTo>
                      <a:pt x="1159" y="1885"/>
                      <a:pt x="770" y="3806"/>
                      <a:pt x="389" y="5756"/>
                    </a:cubicBezTo>
                    <a:cubicBezTo>
                      <a:pt x="0" y="7728"/>
                      <a:pt x="0" y="9752"/>
                      <a:pt x="382" y="11717"/>
                    </a:cubicBezTo>
                    <a:cubicBezTo>
                      <a:pt x="213" y="7779"/>
                      <a:pt x="1745" y="206"/>
                      <a:pt x="17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38"/>
              <p:cNvSpPr/>
              <p:nvPr/>
            </p:nvSpPr>
            <p:spPr>
              <a:xfrm>
                <a:off x="3006050" y="4925875"/>
                <a:ext cx="60500" cy="269850"/>
              </a:xfrm>
              <a:custGeom>
                <a:avLst/>
                <a:gdLst/>
                <a:ahLst/>
                <a:cxnLst/>
                <a:rect l="l" t="t" r="r" b="b"/>
                <a:pathLst>
                  <a:path w="2420" h="10794" extrusionOk="0">
                    <a:moveTo>
                      <a:pt x="1313" y="1"/>
                    </a:moveTo>
                    <a:cubicBezTo>
                      <a:pt x="807" y="1753"/>
                      <a:pt x="536" y="3535"/>
                      <a:pt x="272" y="5338"/>
                    </a:cubicBezTo>
                    <a:cubicBezTo>
                      <a:pt x="0" y="7164"/>
                      <a:pt x="125" y="9019"/>
                      <a:pt x="624" y="10793"/>
                    </a:cubicBezTo>
                    <a:cubicBezTo>
                      <a:pt x="1987" y="9466"/>
                      <a:pt x="2420" y="7442"/>
                      <a:pt x="2317" y="5565"/>
                    </a:cubicBezTo>
                    <a:cubicBezTo>
                      <a:pt x="2207" y="3681"/>
                      <a:pt x="1650" y="1856"/>
                      <a:pt x="13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38"/>
              <p:cNvSpPr/>
              <p:nvPr/>
            </p:nvSpPr>
            <p:spPr>
              <a:xfrm>
                <a:off x="3006050" y="4925875"/>
                <a:ext cx="32825" cy="269850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0794" extrusionOk="0">
                    <a:moveTo>
                      <a:pt x="1313" y="1"/>
                    </a:moveTo>
                    <a:lnTo>
                      <a:pt x="1313" y="1"/>
                    </a:lnTo>
                    <a:cubicBezTo>
                      <a:pt x="807" y="1760"/>
                      <a:pt x="528" y="3542"/>
                      <a:pt x="272" y="5346"/>
                    </a:cubicBezTo>
                    <a:cubicBezTo>
                      <a:pt x="0" y="7164"/>
                      <a:pt x="125" y="9026"/>
                      <a:pt x="624" y="10793"/>
                    </a:cubicBezTo>
                    <a:cubicBezTo>
                      <a:pt x="220" y="7208"/>
                      <a:pt x="1283" y="191"/>
                      <a:pt x="13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8"/>
              <p:cNvSpPr/>
              <p:nvPr/>
            </p:nvSpPr>
            <p:spPr>
              <a:xfrm>
                <a:off x="3066725" y="5047575"/>
                <a:ext cx="60875" cy="270200"/>
              </a:xfrm>
              <a:custGeom>
                <a:avLst/>
                <a:gdLst/>
                <a:ahLst/>
                <a:cxnLst/>
                <a:rect l="l" t="t" r="r" b="b"/>
                <a:pathLst>
                  <a:path w="2435" h="10808" extrusionOk="0">
                    <a:moveTo>
                      <a:pt x="543" y="1"/>
                    </a:moveTo>
                    <a:cubicBezTo>
                      <a:pt x="220" y="1797"/>
                      <a:pt x="139" y="3601"/>
                      <a:pt x="74" y="5426"/>
                    </a:cubicBezTo>
                    <a:cubicBezTo>
                      <a:pt x="0" y="7267"/>
                      <a:pt x="323" y="9100"/>
                      <a:pt x="1012" y="10808"/>
                    </a:cubicBezTo>
                    <a:cubicBezTo>
                      <a:pt x="2229" y="9342"/>
                      <a:pt x="2434" y="7281"/>
                      <a:pt x="2126" y="5426"/>
                    </a:cubicBezTo>
                    <a:cubicBezTo>
                      <a:pt x="1826" y="3564"/>
                      <a:pt x="1071" y="1812"/>
                      <a:pt x="54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8"/>
              <p:cNvSpPr/>
              <p:nvPr/>
            </p:nvSpPr>
            <p:spPr>
              <a:xfrm>
                <a:off x="3066725" y="5047575"/>
                <a:ext cx="25300" cy="270200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0808" extrusionOk="0">
                    <a:moveTo>
                      <a:pt x="535" y="1"/>
                    </a:moveTo>
                    <a:cubicBezTo>
                      <a:pt x="220" y="1805"/>
                      <a:pt x="139" y="3601"/>
                      <a:pt x="74" y="5426"/>
                    </a:cubicBezTo>
                    <a:cubicBezTo>
                      <a:pt x="0" y="7267"/>
                      <a:pt x="323" y="9100"/>
                      <a:pt x="1012" y="10808"/>
                    </a:cubicBezTo>
                    <a:cubicBezTo>
                      <a:pt x="220" y="7281"/>
                      <a:pt x="528" y="199"/>
                      <a:pt x="5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85" name="Google Shape;1385;p38"/>
          <p:cNvSpPr txBox="1">
            <a:spLocks noGrp="1"/>
          </p:cNvSpPr>
          <p:nvPr>
            <p:ph type="title"/>
          </p:nvPr>
        </p:nvSpPr>
        <p:spPr>
          <a:xfrm>
            <a:off x="621100" y="4450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Conclusion</a:t>
            </a:r>
            <a:endParaRPr dirty="0"/>
          </a:p>
        </p:txBody>
      </p:sp>
      <p:sp>
        <p:nvSpPr>
          <p:cNvPr id="1386" name="Google Shape;1386;p38"/>
          <p:cNvSpPr txBox="1">
            <a:spLocks noGrp="1"/>
          </p:cNvSpPr>
          <p:nvPr>
            <p:ph type="body" idx="1"/>
          </p:nvPr>
        </p:nvSpPr>
        <p:spPr>
          <a:xfrm>
            <a:off x="762699" y="1377175"/>
            <a:ext cx="7184269" cy="27712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Transformed raw operational data into actionable insights.</a:t>
            </a:r>
          </a:p>
          <a:p>
            <a:r>
              <a:rPr lang="en-IN" sz="14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Cleaned and standardized datasets for accuracy.</a:t>
            </a:r>
          </a:p>
          <a:p>
            <a:r>
              <a:rPr lang="en-IN" sz="14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Modelled data using a star schema for efficient analysis.</a:t>
            </a:r>
          </a:p>
          <a:p>
            <a:r>
              <a:rPr lang="en-IN" sz="14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Calculated key metrics like revenue growth, average order value, and customer retention using DAX.</a:t>
            </a:r>
          </a:p>
          <a:p>
            <a:r>
              <a:rPr lang="en-IN" sz="14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Designed interactive Power BI dashboards to visualize sales trends, customer behaviour, and menu performance.</a:t>
            </a:r>
          </a:p>
          <a:p>
            <a:r>
              <a:rPr lang="en-IN" sz="14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Enabled clear, data-driven decision-making and turned data into a strategic asset.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54"/>
          <p:cNvSpPr/>
          <p:nvPr/>
        </p:nvSpPr>
        <p:spPr>
          <a:xfrm rot="1800009">
            <a:off x="7495011" y="-128957"/>
            <a:ext cx="2274316" cy="1344191"/>
          </a:xfrm>
          <a:custGeom>
            <a:avLst/>
            <a:gdLst/>
            <a:ahLst/>
            <a:cxnLst/>
            <a:rect l="l" t="t" r="r" b="b"/>
            <a:pathLst>
              <a:path w="10079" h="5957" extrusionOk="0">
                <a:moveTo>
                  <a:pt x="4446" y="0"/>
                </a:moveTo>
                <a:cubicBezTo>
                  <a:pt x="1930" y="0"/>
                  <a:pt x="1" y="5956"/>
                  <a:pt x="3740" y="5956"/>
                </a:cubicBezTo>
                <a:cubicBezTo>
                  <a:pt x="4058" y="5956"/>
                  <a:pt x="4416" y="5913"/>
                  <a:pt x="4818" y="5820"/>
                </a:cubicBezTo>
                <a:cubicBezTo>
                  <a:pt x="8984" y="4859"/>
                  <a:pt x="10079" y="1574"/>
                  <a:pt x="4898" y="65"/>
                </a:cubicBezTo>
                <a:cubicBezTo>
                  <a:pt x="4746" y="21"/>
                  <a:pt x="4595" y="0"/>
                  <a:pt x="44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6" name="Google Shape;2456;p54"/>
          <p:cNvSpPr txBox="1">
            <a:spLocks noGrp="1"/>
          </p:cNvSpPr>
          <p:nvPr>
            <p:ph type="title"/>
          </p:nvPr>
        </p:nvSpPr>
        <p:spPr>
          <a:xfrm>
            <a:off x="3668344" y="2150850"/>
            <a:ext cx="5007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¡tHANKYOU!</a:t>
            </a:r>
            <a:endParaRPr dirty="0"/>
          </a:p>
        </p:txBody>
      </p:sp>
      <p:grpSp>
        <p:nvGrpSpPr>
          <p:cNvPr id="2459" name="Google Shape;2459;p54"/>
          <p:cNvGrpSpPr/>
          <p:nvPr/>
        </p:nvGrpSpPr>
        <p:grpSpPr>
          <a:xfrm>
            <a:off x="916162" y="1693770"/>
            <a:ext cx="2058010" cy="1959408"/>
            <a:chOff x="916162" y="1693770"/>
            <a:chExt cx="2058010" cy="1959408"/>
          </a:xfrm>
        </p:grpSpPr>
        <p:sp>
          <p:nvSpPr>
            <p:cNvPr id="2460" name="Google Shape;2460;p54"/>
            <p:cNvSpPr/>
            <p:nvPr/>
          </p:nvSpPr>
          <p:spPr>
            <a:xfrm>
              <a:off x="918176" y="1693770"/>
              <a:ext cx="2053982" cy="1959408"/>
            </a:xfrm>
            <a:custGeom>
              <a:avLst/>
              <a:gdLst/>
              <a:ahLst/>
              <a:cxnLst/>
              <a:rect l="l" t="t" r="r" b="b"/>
              <a:pathLst>
                <a:path w="37225" h="35511" extrusionOk="0">
                  <a:moveTo>
                    <a:pt x="21372" y="3980"/>
                  </a:moveTo>
                  <a:cubicBezTo>
                    <a:pt x="22040" y="3980"/>
                    <a:pt x="22698" y="4152"/>
                    <a:pt x="23221" y="4580"/>
                  </a:cubicBezTo>
                  <a:cubicBezTo>
                    <a:pt x="23565" y="4859"/>
                    <a:pt x="23785" y="5343"/>
                    <a:pt x="23638" y="5761"/>
                  </a:cubicBezTo>
                  <a:cubicBezTo>
                    <a:pt x="23514" y="6113"/>
                    <a:pt x="23169" y="6347"/>
                    <a:pt x="22825" y="6501"/>
                  </a:cubicBezTo>
                  <a:cubicBezTo>
                    <a:pt x="22451" y="6663"/>
                    <a:pt x="22047" y="6765"/>
                    <a:pt x="21637" y="6802"/>
                  </a:cubicBezTo>
                  <a:cubicBezTo>
                    <a:pt x="21358" y="6824"/>
                    <a:pt x="21072" y="6816"/>
                    <a:pt x="20801" y="6882"/>
                  </a:cubicBezTo>
                  <a:cubicBezTo>
                    <a:pt x="20530" y="6941"/>
                    <a:pt x="20259" y="7095"/>
                    <a:pt x="20141" y="7352"/>
                  </a:cubicBezTo>
                  <a:cubicBezTo>
                    <a:pt x="20083" y="7513"/>
                    <a:pt x="20053" y="7689"/>
                    <a:pt x="20075" y="7858"/>
                  </a:cubicBezTo>
                  <a:cubicBezTo>
                    <a:pt x="20119" y="8451"/>
                    <a:pt x="20339" y="9111"/>
                    <a:pt x="20017" y="9610"/>
                  </a:cubicBezTo>
                  <a:cubicBezTo>
                    <a:pt x="19819" y="9918"/>
                    <a:pt x="19467" y="10072"/>
                    <a:pt x="19115" y="10160"/>
                  </a:cubicBezTo>
                  <a:cubicBezTo>
                    <a:pt x="18847" y="10228"/>
                    <a:pt x="18574" y="10261"/>
                    <a:pt x="18301" y="10261"/>
                  </a:cubicBezTo>
                  <a:cubicBezTo>
                    <a:pt x="18013" y="10261"/>
                    <a:pt x="17725" y="10224"/>
                    <a:pt x="17443" y="10152"/>
                  </a:cubicBezTo>
                  <a:cubicBezTo>
                    <a:pt x="17260" y="10101"/>
                    <a:pt x="17055" y="9998"/>
                    <a:pt x="17047" y="9815"/>
                  </a:cubicBezTo>
                  <a:cubicBezTo>
                    <a:pt x="17055" y="9705"/>
                    <a:pt x="17099" y="9603"/>
                    <a:pt x="17179" y="9522"/>
                  </a:cubicBezTo>
                  <a:cubicBezTo>
                    <a:pt x="17619" y="9001"/>
                    <a:pt x="18294" y="8635"/>
                    <a:pt x="18492" y="7982"/>
                  </a:cubicBezTo>
                  <a:cubicBezTo>
                    <a:pt x="18741" y="7176"/>
                    <a:pt x="18154" y="6296"/>
                    <a:pt x="18404" y="5489"/>
                  </a:cubicBezTo>
                  <a:cubicBezTo>
                    <a:pt x="18572" y="4910"/>
                    <a:pt x="19137" y="4529"/>
                    <a:pt x="19701" y="4309"/>
                  </a:cubicBezTo>
                  <a:cubicBezTo>
                    <a:pt x="20211" y="4108"/>
                    <a:pt x="20795" y="3980"/>
                    <a:pt x="21372" y="3980"/>
                  </a:cubicBezTo>
                  <a:close/>
                  <a:moveTo>
                    <a:pt x="32283" y="11709"/>
                  </a:moveTo>
                  <a:cubicBezTo>
                    <a:pt x="32402" y="11709"/>
                    <a:pt x="32524" y="11755"/>
                    <a:pt x="32620" y="11853"/>
                  </a:cubicBezTo>
                  <a:cubicBezTo>
                    <a:pt x="32891" y="12117"/>
                    <a:pt x="32759" y="12572"/>
                    <a:pt x="32393" y="12660"/>
                  </a:cubicBezTo>
                  <a:cubicBezTo>
                    <a:pt x="32350" y="12671"/>
                    <a:pt x="32308" y="12677"/>
                    <a:pt x="32267" y="12677"/>
                  </a:cubicBezTo>
                  <a:cubicBezTo>
                    <a:pt x="31969" y="12677"/>
                    <a:pt x="31729" y="12390"/>
                    <a:pt x="31806" y="12081"/>
                  </a:cubicBezTo>
                  <a:lnTo>
                    <a:pt x="31813" y="12081"/>
                  </a:lnTo>
                  <a:cubicBezTo>
                    <a:pt x="31869" y="11848"/>
                    <a:pt x="32074" y="11709"/>
                    <a:pt x="32283" y="11709"/>
                  </a:cubicBezTo>
                  <a:close/>
                  <a:moveTo>
                    <a:pt x="26270" y="9294"/>
                  </a:moveTo>
                  <a:cubicBezTo>
                    <a:pt x="26804" y="9294"/>
                    <a:pt x="27560" y="9807"/>
                    <a:pt x="27862" y="9984"/>
                  </a:cubicBezTo>
                  <a:lnTo>
                    <a:pt x="27869" y="9984"/>
                  </a:lnTo>
                  <a:cubicBezTo>
                    <a:pt x="28455" y="10321"/>
                    <a:pt x="29108" y="10673"/>
                    <a:pt x="29555" y="11186"/>
                  </a:cubicBezTo>
                  <a:cubicBezTo>
                    <a:pt x="29709" y="11370"/>
                    <a:pt x="29826" y="11575"/>
                    <a:pt x="29907" y="11795"/>
                  </a:cubicBezTo>
                  <a:lnTo>
                    <a:pt x="28213" y="12924"/>
                  </a:lnTo>
                  <a:cubicBezTo>
                    <a:pt x="28001" y="12829"/>
                    <a:pt x="27788" y="12741"/>
                    <a:pt x="27561" y="12660"/>
                  </a:cubicBezTo>
                  <a:cubicBezTo>
                    <a:pt x="27524" y="12455"/>
                    <a:pt x="27466" y="12257"/>
                    <a:pt x="27378" y="12066"/>
                  </a:cubicBezTo>
                  <a:cubicBezTo>
                    <a:pt x="26996" y="11318"/>
                    <a:pt x="25332" y="10622"/>
                    <a:pt x="25772" y="9610"/>
                  </a:cubicBezTo>
                  <a:cubicBezTo>
                    <a:pt x="25870" y="9380"/>
                    <a:pt x="26051" y="9294"/>
                    <a:pt x="26270" y="9294"/>
                  </a:cubicBezTo>
                  <a:close/>
                  <a:moveTo>
                    <a:pt x="29743" y="1"/>
                  </a:moveTo>
                  <a:cubicBezTo>
                    <a:pt x="29443" y="1"/>
                    <a:pt x="29144" y="9"/>
                    <a:pt x="28844" y="27"/>
                  </a:cubicBezTo>
                  <a:cubicBezTo>
                    <a:pt x="28323" y="57"/>
                    <a:pt x="27781" y="123"/>
                    <a:pt x="27326" y="394"/>
                  </a:cubicBezTo>
                  <a:cubicBezTo>
                    <a:pt x="26872" y="658"/>
                    <a:pt x="26520" y="1164"/>
                    <a:pt x="26593" y="1684"/>
                  </a:cubicBezTo>
                  <a:cubicBezTo>
                    <a:pt x="26637" y="2021"/>
                    <a:pt x="26850" y="2366"/>
                    <a:pt x="26718" y="2681"/>
                  </a:cubicBezTo>
                  <a:cubicBezTo>
                    <a:pt x="26586" y="2989"/>
                    <a:pt x="26205" y="3077"/>
                    <a:pt x="25875" y="3107"/>
                  </a:cubicBezTo>
                  <a:cubicBezTo>
                    <a:pt x="25473" y="3147"/>
                    <a:pt x="25066" y="3162"/>
                    <a:pt x="24656" y="3162"/>
                  </a:cubicBezTo>
                  <a:cubicBezTo>
                    <a:pt x="23684" y="3162"/>
                    <a:pt x="22697" y="3081"/>
                    <a:pt x="21735" y="3081"/>
                  </a:cubicBezTo>
                  <a:cubicBezTo>
                    <a:pt x="20478" y="3081"/>
                    <a:pt x="19265" y="3219"/>
                    <a:pt x="18191" y="3854"/>
                  </a:cubicBezTo>
                  <a:cubicBezTo>
                    <a:pt x="17898" y="4030"/>
                    <a:pt x="17619" y="4243"/>
                    <a:pt x="17443" y="4536"/>
                  </a:cubicBezTo>
                  <a:cubicBezTo>
                    <a:pt x="16886" y="5511"/>
                    <a:pt x="17744" y="6736"/>
                    <a:pt x="17524" y="7836"/>
                  </a:cubicBezTo>
                  <a:cubicBezTo>
                    <a:pt x="17355" y="8686"/>
                    <a:pt x="16585" y="9280"/>
                    <a:pt x="15786" y="9625"/>
                  </a:cubicBezTo>
                  <a:cubicBezTo>
                    <a:pt x="13931" y="10416"/>
                    <a:pt x="11783" y="10248"/>
                    <a:pt x="9891" y="10966"/>
                  </a:cubicBezTo>
                  <a:cubicBezTo>
                    <a:pt x="8770" y="11392"/>
                    <a:pt x="7795" y="12183"/>
                    <a:pt x="7061" y="13173"/>
                  </a:cubicBezTo>
                  <a:cubicBezTo>
                    <a:pt x="5426" y="13994"/>
                    <a:pt x="4451" y="15065"/>
                    <a:pt x="4451" y="16362"/>
                  </a:cubicBezTo>
                  <a:cubicBezTo>
                    <a:pt x="4451" y="16854"/>
                    <a:pt x="4459" y="17411"/>
                    <a:pt x="4495" y="17997"/>
                  </a:cubicBezTo>
                  <a:cubicBezTo>
                    <a:pt x="4473" y="17836"/>
                    <a:pt x="4466" y="17668"/>
                    <a:pt x="4466" y="17506"/>
                  </a:cubicBezTo>
                  <a:cubicBezTo>
                    <a:pt x="3491" y="17536"/>
                    <a:pt x="2516" y="17646"/>
                    <a:pt x="1555" y="17822"/>
                  </a:cubicBezTo>
                  <a:cubicBezTo>
                    <a:pt x="1357" y="17858"/>
                    <a:pt x="1189" y="18078"/>
                    <a:pt x="1159" y="18357"/>
                  </a:cubicBezTo>
                  <a:cubicBezTo>
                    <a:pt x="1145" y="18511"/>
                    <a:pt x="1137" y="18665"/>
                    <a:pt x="1130" y="18819"/>
                  </a:cubicBezTo>
                  <a:cubicBezTo>
                    <a:pt x="1086" y="19420"/>
                    <a:pt x="1115" y="19735"/>
                    <a:pt x="1115" y="20285"/>
                  </a:cubicBezTo>
                  <a:cubicBezTo>
                    <a:pt x="1115" y="20564"/>
                    <a:pt x="1247" y="20820"/>
                    <a:pt x="1438" y="20901"/>
                  </a:cubicBezTo>
                  <a:cubicBezTo>
                    <a:pt x="2548" y="21374"/>
                    <a:pt x="3702" y="21571"/>
                    <a:pt x="4883" y="21571"/>
                  </a:cubicBezTo>
                  <a:cubicBezTo>
                    <a:pt x="4966" y="21571"/>
                    <a:pt x="5050" y="21570"/>
                    <a:pt x="5133" y="21568"/>
                  </a:cubicBezTo>
                  <a:cubicBezTo>
                    <a:pt x="5236" y="21891"/>
                    <a:pt x="5360" y="22206"/>
                    <a:pt x="5500" y="22514"/>
                  </a:cubicBezTo>
                  <a:lnTo>
                    <a:pt x="5536" y="22595"/>
                  </a:lnTo>
                  <a:cubicBezTo>
                    <a:pt x="5683" y="22910"/>
                    <a:pt x="5844" y="23210"/>
                    <a:pt x="6020" y="23504"/>
                  </a:cubicBezTo>
                  <a:lnTo>
                    <a:pt x="5925" y="23599"/>
                  </a:lnTo>
                  <a:lnTo>
                    <a:pt x="5742" y="23496"/>
                  </a:lnTo>
                  <a:lnTo>
                    <a:pt x="5683" y="23460"/>
                  </a:lnTo>
                  <a:lnTo>
                    <a:pt x="5676" y="23460"/>
                  </a:lnTo>
                  <a:lnTo>
                    <a:pt x="5654" y="23452"/>
                  </a:lnTo>
                  <a:lnTo>
                    <a:pt x="5646" y="23445"/>
                  </a:lnTo>
                  <a:lnTo>
                    <a:pt x="5632" y="23438"/>
                  </a:lnTo>
                  <a:lnTo>
                    <a:pt x="5624" y="23430"/>
                  </a:lnTo>
                  <a:lnTo>
                    <a:pt x="5610" y="23423"/>
                  </a:lnTo>
                  <a:lnTo>
                    <a:pt x="5588" y="23423"/>
                  </a:lnTo>
                  <a:lnTo>
                    <a:pt x="5573" y="23416"/>
                  </a:lnTo>
                  <a:cubicBezTo>
                    <a:pt x="5573" y="23430"/>
                    <a:pt x="5573" y="23438"/>
                    <a:pt x="5573" y="23452"/>
                  </a:cubicBezTo>
                  <a:cubicBezTo>
                    <a:pt x="5551" y="23621"/>
                    <a:pt x="5536" y="23782"/>
                    <a:pt x="5544" y="23951"/>
                  </a:cubicBezTo>
                  <a:cubicBezTo>
                    <a:pt x="5309" y="24164"/>
                    <a:pt x="5074" y="24398"/>
                    <a:pt x="4840" y="24640"/>
                  </a:cubicBezTo>
                  <a:lnTo>
                    <a:pt x="4774" y="24706"/>
                  </a:lnTo>
                  <a:cubicBezTo>
                    <a:pt x="4532" y="24581"/>
                    <a:pt x="4290" y="24457"/>
                    <a:pt x="4055" y="24339"/>
                  </a:cubicBezTo>
                  <a:lnTo>
                    <a:pt x="3923" y="24273"/>
                  </a:lnTo>
                  <a:cubicBezTo>
                    <a:pt x="3674" y="24156"/>
                    <a:pt x="3425" y="24054"/>
                    <a:pt x="3183" y="23958"/>
                  </a:cubicBezTo>
                  <a:lnTo>
                    <a:pt x="3044" y="23900"/>
                  </a:lnTo>
                  <a:cubicBezTo>
                    <a:pt x="2714" y="23768"/>
                    <a:pt x="2369" y="23658"/>
                    <a:pt x="2024" y="23577"/>
                  </a:cubicBezTo>
                  <a:cubicBezTo>
                    <a:pt x="1918" y="23553"/>
                    <a:pt x="1811" y="23541"/>
                    <a:pt x="1704" y="23541"/>
                  </a:cubicBezTo>
                  <a:cubicBezTo>
                    <a:pt x="1452" y="23541"/>
                    <a:pt x="1203" y="23607"/>
                    <a:pt x="976" y="23731"/>
                  </a:cubicBezTo>
                  <a:cubicBezTo>
                    <a:pt x="829" y="23812"/>
                    <a:pt x="697" y="23922"/>
                    <a:pt x="587" y="24054"/>
                  </a:cubicBezTo>
                  <a:lnTo>
                    <a:pt x="573" y="24068"/>
                  </a:lnTo>
                  <a:cubicBezTo>
                    <a:pt x="551" y="24090"/>
                    <a:pt x="536" y="24112"/>
                    <a:pt x="514" y="24134"/>
                  </a:cubicBezTo>
                  <a:cubicBezTo>
                    <a:pt x="433" y="24251"/>
                    <a:pt x="360" y="24376"/>
                    <a:pt x="309" y="24508"/>
                  </a:cubicBezTo>
                  <a:cubicBezTo>
                    <a:pt x="140" y="24933"/>
                    <a:pt x="169" y="25403"/>
                    <a:pt x="382" y="25806"/>
                  </a:cubicBezTo>
                  <a:cubicBezTo>
                    <a:pt x="397" y="25835"/>
                    <a:pt x="411" y="25872"/>
                    <a:pt x="433" y="25901"/>
                  </a:cubicBezTo>
                  <a:cubicBezTo>
                    <a:pt x="558" y="26106"/>
                    <a:pt x="719" y="26348"/>
                    <a:pt x="895" y="26627"/>
                  </a:cubicBezTo>
                  <a:lnTo>
                    <a:pt x="976" y="26752"/>
                  </a:lnTo>
                  <a:cubicBezTo>
                    <a:pt x="1137" y="26994"/>
                    <a:pt x="1313" y="27265"/>
                    <a:pt x="1511" y="27543"/>
                  </a:cubicBezTo>
                  <a:cubicBezTo>
                    <a:pt x="1658" y="27763"/>
                    <a:pt x="1826" y="27983"/>
                    <a:pt x="1995" y="28218"/>
                  </a:cubicBezTo>
                  <a:cubicBezTo>
                    <a:pt x="1790" y="28541"/>
                    <a:pt x="1592" y="28871"/>
                    <a:pt x="1409" y="29193"/>
                  </a:cubicBezTo>
                  <a:cubicBezTo>
                    <a:pt x="1328" y="29325"/>
                    <a:pt x="1255" y="29464"/>
                    <a:pt x="1181" y="29596"/>
                  </a:cubicBezTo>
                  <a:cubicBezTo>
                    <a:pt x="719" y="30440"/>
                    <a:pt x="353" y="31327"/>
                    <a:pt x="89" y="32250"/>
                  </a:cubicBezTo>
                  <a:cubicBezTo>
                    <a:pt x="1" y="32580"/>
                    <a:pt x="67" y="32940"/>
                    <a:pt x="272" y="33211"/>
                  </a:cubicBezTo>
                  <a:cubicBezTo>
                    <a:pt x="294" y="33240"/>
                    <a:pt x="323" y="33270"/>
                    <a:pt x="345" y="33306"/>
                  </a:cubicBezTo>
                  <a:cubicBezTo>
                    <a:pt x="375" y="33328"/>
                    <a:pt x="404" y="33358"/>
                    <a:pt x="426" y="33380"/>
                  </a:cubicBezTo>
                  <a:lnTo>
                    <a:pt x="441" y="33387"/>
                  </a:lnTo>
                  <a:cubicBezTo>
                    <a:pt x="463" y="33409"/>
                    <a:pt x="492" y="33431"/>
                    <a:pt x="521" y="33453"/>
                  </a:cubicBezTo>
                  <a:cubicBezTo>
                    <a:pt x="521" y="33453"/>
                    <a:pt x="529" y="33460"/>
                    <a:pt x="536" y="33468"/>
                  </a:cubicBezTo>
                  <a:cubicBezTo>
                    <a:pt x="565" y="33482"/>
                    <a:pt x="587" y="33504"/>
                    <a:pt x="617" y="33519"/>
                  </a:cubicBezTo>
                  <a:lnTo>
                    <a:pt x="639" y="33534"/>
                  </a:lnTo>
                  <a:cubicBezTo>
                    <a:pt x="668" y="33541"/>
                    <a:pt x="697" y="33556"/>
                    <a:pt x="727" y="33570"/>
                  </a:cubicBezTo>
                  <a:lnTo>
                    <a:pt x="756" y="33585"/>
                  </a:lnTo>
                  <a:cubicBezTo>
                    <a:pt x="785" y="33592"/>
                    <a:pt x="815" y="33600"/>
                    <a:pt x="844" y="33614"/>
                  </a:cubicBezTo>
                  <a:lnTo>
                    <a:pt x="873" y="33622"/>
                  </a:lnTo>
                  <a:cubicBezTo>
                    <a:pt x="917" y="33636"/>
                    <a:pt x="961" y="33644"/>
                    <a:pt x="998" y="33651"/>
                  </a:cubicBezTo>
                  <a:cubicBezTo>
                    <a:pt x="2912" y="33951"/>
                    <a:pt x="4832" y="34193"/>
                    <a:pt x="6746" y="34384"/>
                  </a:cubicBezTo>
                  <a:cubicBezTo>
                    <a:pt x="7961" y="35042"/>
                    <a:pt x="9200" y="35511"/>
                    <a:pt x="10262" y="35511"/>
                  </a:cubicBezTo>
                  <a:cubicBezTo>
                    <a:pt x="10988" y="35511"/>
                    <a:pt x="11631" y="35292"/>
                    <a:pt x="12128" y="34765"/>
                  </a:cubicBezTo>
                  <a:cubicBezTo>
                    <a:pt x="13642" y="34838"/>
                    <a:pt x="15156" y="34869"/>
                    <a:pt x="16676" y="34869"/>
                  </a:cubicBezTo>
                  <a:cubicBezTo>
                    <a:pt x="16841" y="34869"/>
                    <a:pt x="17006" y="34869"/>
                    <a:pt x="17172" y="34868"/>
                  </a:cubicBezTo>
                  <a:lnTo>
                    <a:pt x="17238" y="34868"/>
                  </a:lnTo>
                  <a:cubicBezTo>
                    <a:pt x="22040" y="34839"/>
                    <a:pt x="26835" y="34494"/>
                    <a:pt x="31593" y="33834"/>
                  </a:cubicBezTo>
                  <a:lnTo>
                    <a:pt x="31740" y="33812"/>
                  </a:lnTo>
                  <a:cubicBezTo>
                    <a:pt x="32671" y="33688"/>
                    <a:pt x="33602" y="33541"/>
                    <a:pt x="34541" y="33394"/>
                  </a:cubicBezTo>
                  <a:cubicBezTo>
                    <a:pt x="34585" y="33387"/>
                    <a:pt x="34629" y="33372"/>
                    <a:pt x="34673" y="33365"/>
                  </a:cubicBezTo>
                  <a:cubicBezTo>
                    <a:pt x="34753" y="33336"/>
                    <a:pt x="34834" y="33306"/>
                    <a:pt x="34915" y="33262"/>
                  </a:cubicBezTo>
                  <a:cubicBezTo>
                    <a:pt x="34988" y="33218"/>
                    <a:pt x="35054" y="33174"/>
                    <a:pt x="35113" y="33116"/>
                  </a:cubicBezTo>
                  <a:cubicBezTo>
                    <a:pt x="35472" y="32786"/>
                    <a:pt x="35582" y="32272"/>
                    <a:pt x="35391" y="31833"/>
                  </a:cubicBezTo>
                  <a:cubicBezTo>
                    <a:pt x="34981" y="30887"/>
                    <a:pt x="34526" y="29934"/>
                    <a:pt x="34028" y="28988"/>
                  </a:cubicBezTo>
                  <a:cubicBezTo>
                    <a:pt x="33954" y="28856"/>
                    <a:pt x="33888" y="28724"/>
                    <a:pt x="33815" y="28592"/>
                  </a:cubicBezTo>
                  <a:cubicBezTo>
                    <a:pt x="33632" y="28247"/>
                    <a:pt x="33434" y="27903"/>
                    <a:pt x="33236" y="27558"/>
                  </a:cubicBezTo>
                  <a:cubicBezTo>
                    <a:pt x="33184" y="27477"/>
                    <a:pt x="33140" y="27397"/>
                    <a:pt x="33089" y="27316"/>
                  </a:cubicBezTo>
                  <a:cubicBezTo>
                    <a:pt x="33082" y="27272"/>
                    <a:pt x="33074" y="27236"/>
                    <a:pt x="33067" y="27192"/>
                  </a:cubicBezTo>
                  <a:cubicBezTo>
                    <a:pt x="33067" y="27184"/>
                    <a:pt x="33060" y="27170"/>
                    <a:pt x="33052" y="27155"/>
                  </a:cubicBezTo>
                  <a:cubicBezTo>
                    <a:pt x="33045" y="27133"/>
                    <a:pt x="33038" y="27104"/>
                    <a:pt x="33030" y="27074"/>
                  </a:cubicBezTo>
                  <a:lnTo>
                    <a:pt x="33016" y="27038"/>
                  </a:lnTo>
                  <a:cubicBezTo>
                    <a:pt x="33008" y="27016"/>
                    <a:pt x="33001" y="26986"/>
                    <a:pt x="32994" y="26964"/>
                  </a:cubicBezTo>
                  <a:lnTo>
                    <a:pt x="32979" y="26928"/>
                  </a:lnTo>
                  <a:cubicBezTo>
                    <a:pt x="32972" y="26906"/>
                    <a:pt x="32964" y="26884"/>
                    <a:pt x="32950" y="26862"/>
                  </a:cubicBezTo>
                  <a:cubicBezTo>
                    <a:pt x="32942" y="26840"/>
                    <a:pt x="32942" y="26840"/>
                    <a:pt x="32935" y="26825"/>
                  </a:cubicBezTo>
                  <a:cubicBezTo>
                    <a:pt x="32928" y="26810"/>
                    <a:pt x="32913" y="26781"/>
                    <a:pt x="32906" y="26759"/>
                  </a:cubicBezTo>
                  <a:cubicBezTo>
                    <a:pt x="32891" y="26737"/>
                    <a:pt x="32891" y="26737"/>
                    <a:pt x="32884" y="26730"/>
                  </a:cubicBezTo>
                  <a:cubicBezTo>
                    <a:pt x="32876" y="26715"/>
                    <a:pt x="32862" y="26686"/>
                    <a:pt x="32847" y="26664"/>
                  </a:cubicBezTo>
                  <a:lnTo>
                    <a:pt x="32832" y="26634"/>
                  </a:lnTo>
                  <a:cubicBezTo>
                    <a:pt x="32818" y="26612"/>
                    <a:pt x="32803" y="26590"/>
                    <a:pt x="32788" y="26568"/>
                  </a:cubicBezTo>
                  <a:lnTo>
                    <a:pt x="32774" y="26546"/>
                  </a:lnTo>
                  <a:cubicBezTo>
                    <a:pt x="32752" y="26524"/>
                    <a:pt x="32730" y="26502"/>
                    <a:pt x="32715" y="26480"/>
                  </a:cubicBezTo>
                  <a:lnTo>
                    <a:pt x="32708" y="26466"/>
                  </a:lnTo>
                  <a:cubicBezTo>
                    <a:pt x="32620" y="26370"/>
                    <a:pt x="32525" y="26282"/>
                    <a:pt x="32415" y="26202"/>
                  </a:cubicBezTo>
                  <a:cubicBezTo>
                    <a:pt x="32011" y="25564"/>
                    <a:pt x="31579" y="24926"/>
                    <a:pt x="31132" y="24288"/>
                  </a:cubicBezTo>
                  <a:cubicBezTo>
                    <a:pt x="30890" y="23951"/>
                    <a:pt x="30648" y="23614"/>
                    <a:pt x="30398" y="23276"/>
                  </a:cubicBezTo>
                  <a:cubicBezTo>
                    <a:pt x="30369" y="23240"/>
                    <a:pt x="30347" y="23210"/>
                    <a:pt x="30318" y="23181"/>
                  </a:cubicBezTo>
                  <a:cubicBezTo>
                    <a:pt x="30310" y="23174"/>
                    <a:pt x="30303" y="23166"/>
                    <a:pt x="30296" y="23152"/>
                  </a:cubicBezTo>
                  <a:cubicBezTo>
                    <a:pt x="30274" y="23137"/>
                    <a:pt x="30259" y="23122"/>
                    <a:pt x="30237" y="23100"/>
                  </a:cubicBezTo>
                  <a:lnTo>
                    <a:pt x="30200" y="23071"/>
                  </a:lnTo>
                  <a:lnTo>
                    <a:pt x="30186" y="23056"/>
                  </a:lnTo>
                  <a:cubicBezTo>
                    <a:pt x="30281" y="22873"/>
                    <a:pt x="30369" y="22682"/>
                    <a:pt x="30450" y="22492"/>
                  </a:cubicBezTo>
                  <a:cubicBezTo>
                    <a:pt x="30486" y="22419"/>
                    <a:pt x="30516" y="22338"/>
                    <a:pt x="30545" y="22265"/>
                  </a:cubicBezTo>
                  <a:cubicBezTo>
                    <a:pt x="30582" y="22184"/>
                    <a:pt x="30611" y="22103"/>
                    <a:pt x="30640" y="22023"/>
                  </a:cubicBezTo>
                  <a:cubicBezTo>
                    <a:pt x="30692" y="21876"/>
                    <a:pt x="30750" y="21722"/>
                    <a:pt x="30794" y="21575"/>
                  </a:cubicBezTo>
                  <a:cubicBezTo>
                    <a:pt x="30865" y="21577"/>
                    <a:pt x="30935" y="21578"/>
                    <a:pt x="31006" y="21578"/>
                  </a:cubicBezTo>
                  <a:cubicBezTo>
                    <a:pt x="32166" y="21578"/>
                    <a:pt x="33315" y="21351"/>
                    <a:pt x="34387" y="20908"/>
                  </a:cubicBezTo>
                  <a:cubicBezTo>
                    <a:pt x="34585" y="20820"/>
                    <a:pt x="34717" y="20571"/>
                    <a:pt x="34717" y="20285"/>
                  </a:cubicBezTo>
                  <a:cubicBezTo>
                    <a:pt x="34717" y="19735"/>
                    <a:pt x="34746" y="19420"/>
                    <a:pt x="34702" y="18819"/>
                  </a:cubicBezTo>
                  <a:cubicBezTo>
                    <a:pt x="34695" y="18665"/>
                    <a:pt x="34687" y="18511"/>
                    <a:pt x="34673" y="18364"/>
                  </a:cubicBezTo>
                  <a:cubicBezTo>
                    <a:pt x="34643" y="18078"/>
                    <a:pt x="34475" y="17865"/>
                    <a:pt x="34270" y="17822"/>
                  </a:cubicBezTo>
                  <a:cubicBezTo>
                    <a:pt x="33316" y="17646"/>
                    <a:pt x="32349" y="17543"/>
                    <a:pt x="31373" y="17506"/>
                  </a:cubicBezTo>
                  <a:cubicBezTo>
                    <a:pt x="31373" y="17125"/>
                    <a:pt x="31366" y="16744"/>
                    <a:pt x="31344" y="16370"/>
                  </a:cubicBezTo>
                  <a:cubicBezTo>
                    <a:pt x="31337" y="15776"/>
                    <a:pt x="31132" y="15197"/>
                    <a:pt x="30765" y="14735"/>
                  </a:cubicBezTo>
                  <a:lnTo>
                    <a:pt x="30809" y="14574"/>
                  </a:lnTo>
                  <a:lnTo>
                    <a:pt x="32825" y="13760"/>
                  </a:lnTo>
                  <a:cubicBezTo>
                    <a:pt x="33089" y="13657"/>
                    <a:pt x="33324" y="13503"/>
                    <a:pt x="33529" y="13298"/>
                  </a:cubicBezTo>
                  <a:cubicBezTo>
                    <a:pt x="34489" y="12323"/>
                    <a:pt x="33896" y="10981"/>
                    <a:pt x="32715" y="10680"/>
                  </a:cubicBezTo>
                  <a:cubicBezTo>
                    <a:pt x="32565" y="10643"/>
                    <a:pt x="32411" y="10624"/>
                    <a:pt x="32258" y="10624"/>
                  </a:cubicBezTo>
                  <a:cubicBezTo>
                    <a:pt x="31875" y="10624"/>
                    <a:pt x="31495" y="10741"/>
                    <a:pt x="31176" y="10966"/>
                  </a:cubicBezTo>
                  <a:lnTo>
                    <a:pt x="31058" y="11040"/>
                  </a:lnTo>
                  <a:cubicBezTo>
                    <a:pt x="31000" y="10871"/>
                    <a:pt x="30919" y="10710"/>
                    <a:pt x="30816" y="10563"/>
                  </a:cubicBezTo>
                  <a:cubicBezTo>
                    <a:pt x="30479" y="10086"/>
                    <a:pt x="29922" y="9830"/>
                    <a:pt x="29379" y="9610"/>
                  </a:cubicBezTo>
                  <a:cubicBezTo>
                    <a:pt x="28837" y="9390"/>
                    <a:pt x="28265" y="9199"/>
                    <a:pt x="27847" y="8789"/>
                  </a:cubicBezTo>
                  <a:cubicBezTo>
                    <a:pt x="27429" y="8378"/>
                    <a:pt x="27216" y="7689"/>
                    <a:pt x="27539" y="7205"/>
                  </a:cubicBezTo>
                  <a:cubicBezTo>
                    <a:pt x="27759" y="6846"/>
                    <a:pt x="28177" y="6692"/>
                    <a:pt x="28580" y="6575"/>
                  </a:cubicBezTo>
                  <a:cubicBezTo>
                    <a:pt x="30897" y="5922"/>
                    <a:pt x="33412" y="6091"/>
                    <a:pt x="35648" y="5196"/>
                  </a:cubicBezTo>
                  <a:cubicBezTo>
                    <a:pt x="36132" y="5006"/>
                    <a:pt x="36616" y="4742"/>
                    <a:pt x="36894" y="4309"/>
                  </a:cubicBezTo>
                  <a:cubicBezTo>
                    <a:pt x="37151" y="3891"/>
                    <a:pt x="37224" y="3385"/>
                    <a:pt x="37107" y="2909"/>
                  </a:cubicBezTo>
                  <a:cubicBezTo>
                    <a:pt x="36924" y="2102"/>
                    <a:pt x="36300" y="1450"/>
                    <a:pt x="35582" y="1046"/>
                  </a:cubicBezTo>
                  <a:cubicBezTo>
                    <a:pt x="34856" y="643"/>
                    <a:pt x="34035" y="467"/>
                    <a:pt x="33221" y="328"/>
                  </a:cubicBezTo>
                  <a:cubicBezTo>
                    <a:pt x="32072" y="129"/>
                    <a:pt x="30909" y="1"/>
                    <a:pt x="29743" y="1"/>
                  </a:cubicBezTo>
                  <a:close/>
                </a:path>
              </a:pathLst>
            </a:custGeom>
            <a:solidFill>
              <a:schemeClr val="lt2"/>
            </a:solidFill>
            <a:ln w="1143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66675" dir="2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61" name="Google Shape;2461;p54"/>
            <p:cNvGrpSpPr/>
            <p:nvPr/>
          </p:nvGrpSpPr>
          <p:grpSpPr>
            <a:xfrm>
              <a:off x="916162" y="1693908"/>
              <a:ext cx="2058010" cy="1959132"/>
              <a:chOff x="1479025" y="2229775"/>
              <a:chExt cx="932450" cy="887650"/>
            </a:xfrm>
          </p:grpSpPr>
          <p:sp>
            <p:nvSpPr>
              <p:cNvPr id="2462" name="Google Shape;2462;p54"/>
              <p:cNvSpPr/>
              <p:nvPr/>
            </p:nvSpPr>
            <p:spPr>
              <a:xfrm>
                <a:off x="1479025" y="2798475"/>
                <a:ext cx="893775" cy="302925"/>
              </a:xfrm>
              <a:custGeom>
                <a:avLst/>
                <a:gdLst/>
                <a:ahLst/>
                <a:cxnLst/>
                <a:rect l="l" t="t" r="r" b="b"/>
                <a:pathLst>
                  <a:path w="35751" h="12117" extrusionOk="0">
                    <a:moveTo>
                      <a:pt x="23847" y="1"/>
                    </a:moveTo>
                    <a:cubicBezTo>
                      <a:pt x="18229" y="1"/>
                      <a:pt x="12533" y="166"/>
                      <a:pt x="6768" y="477"/>
                    </a:cubicBezTo>
                    <a:cubicBezTo>
                      <a:pt x="6526" y="492"/>
                      <a:pt x="6291" y="587"/>
                      <a:pt x="6108" y="748"/>
                    </a:cubicBezTo>
                    <a:cubicBezTo>
                      <a:pt x="3666" y="2838"/>
                      <a:pt x="983" y="6518"/>
                      <a:pt x="176" y="9495"/>
                    </a:cubicBezTo>
                    <a:cubicBezTo>
                      <a:pt x="1" y="10140"/>
                      <a:pt x="433" y="10793"/>
                      <a:pt x="1093" y="10896"/>
                    </a:cubicBezTo>
                    <a:cubicBezTo>
                      <a:pt x="6319" y="11719"/>
                      <a:pt x="11559" y="12117"/>
                      <a:pt x="16809" y="12117"/>
                    </a:cubicBezTo>
                    <a:cubicBezTo>
                      <a:pt x="22731" y="12117"/>
                      <a:pt x="28667" y="11611"/>
                      <a:pt x="34614" y="10639"/>
                    </a:cubicBezTo>
                    <a:cubicBezTo>
                      <a:pt x="35332" y="10522"/>
                      <a:pt x="35750" y="9752"/>
                      <a:pt x="35457" y="9085"/>
                    </a:cubicBezTo>
                    <a:cubicBezTo>
                      <a:pt x="34233" y="6232"/>
                      <a:pt x="32590" y="3380"/>
                      <a:pt x="30457" y="521"/>
                    </a:cubicBezTo>
                    <a:cubicBezTo>
                      <a:pt x="30251" y="242"/>
                      <a:pt x="29929" y="66"/>
                      <a:pt x="29577" y="59"/>
                    </a:cubicBezTo>
                    <a:cubicBezTo>
                      <a:pt x="27676" y="20"/>
                      <a:pt x="25766" y="1"/>
                      <a:pt x="238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54"/>
              <p:cNvSpPr/>
              <p:nvPr/>
            </p:nvSpPr>
            <p:spPr>
              <a:xfrm>
                <a:off x="1486350" y="2800850"/>
                <a:ext cx="886450" cy="300550"/>
              </a:xfrm>
              <a:custGeom>
                <a:avLst/>
                <a:gdLst/>
                <a:ahLst/>
                <a:cxnLst/>
                <a:rect l="l" t="t" r="r" b="b"/>
                <a:pathLst>
                  <a:path w="35458" h="12022" extrusionOk="0">
                    <a:moveTo>
                      <a:pt x="29526" y="1"/>
                    </a:moveTo>
                    <a:lnTo>
                      <a:pt x="29526" y="1"/>
                    </a:lnTo>
                    <a:cubicBezTo>
                      <a:pt x="31491" y="2618"/>
                      <a:pt x="33140" y="5456"/>
                      <a:pt x="34453" y="8462"/>
                    </a:cubicBezTo>
                    <a:cubicBezTo>
                      <a:pt x="34739" y="9129"/>
                      <a:pt x="34321" y="9899"/>
                      <a:pt x="33602" y="10016"/>
                    </a:cubicBezTo>
                    <a:cubicBezTo>
                      <a:pt x="27661" y="10987"/>
                      <a:pt x="21732" y="11491"/>
                      <a:pt x="15814" y="11491"/>
                    </a:cubicBezTo>
                    <a:cubicBezTo>
                      <a:pt x="10559" y="11491"/>
                      <a:pt x="5312" y="11093"/>
                      <a:pt x="74" y="10273"/>
                    </a:cubicBezTo>
                    <a:cubicBezTo>
                      <a:pt x="52" y="10273"/>
                      <a:pt x="23" y="10265"/>
                      <a:pt x="1" y="10258"/>
                    </a:cubicBezTo>
                    <a:lnTo>
                      <a:pt x="1" y="10258"/>
                    </a:lnTo>
                    <a:cubicBezTo>
                      <a:pt x="169" y="10544"/>
                      <a:pt x="463" y="10749"/>
                      <a:pt x="793" y="10801"/>
                    </a:cubicBezTo>
                    <a:cubicBezTo>
                      <a:pt x="6022" y="11624"/>
                      <a:pt x="11264" y="12022"/>
                      <a:pt x="16515" y="12022"/>
                    </a:cubicBezTo>
                    <a:cubicBezTo>
                      <a:pt x="22438" y="12022"/>
                      <a:pt x="28374" y="11516"/>
                      <a:pt x="34321" y="10544"/>
                    </a:cubicBezTo>
                    <a:cubicBezTo>
                      <a:pt x="35039" y="10427"/>
                      <a:pt x="35457" y="9657"/>
                      <a:pt x="35171" y="8982"/>
                    </a:cubicBezTo>
                    <a:cubicBezTo>
                      <a:pt x="33940" y="6137"/>
                      <a:pt x="32305" y="3278"/>
                      <a:pt x="30171" y="426"/>
                    </a:cubicBezTo>
                    <a:cubicBezTo>
                      <a:pt x="30010" y="213"/>
                      <a:pt x="29782" y="59"/>
                      <a:pt x="295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54"/>
              <p:cNvSpPr/>
              <p:nvPr/>
            </p:nvSpPr>
            <p:spPr>
              <a:xfrm>
                <a:off x="1619050" y="2806175"/>
                <a:ext cx="117150" cy="280475"/>
              </a:xfrm>
              <a:custGeom>
                <a:avLst/>
                <a:gdLst/>
                <a:ahLst/>
                <a:cxnLst/>
                <a:rect l="l" t="t" r="r" b="b"/>
                <a:pathLst>
                  <a:path w="4686" h="11219" extrusionOk="0">
                    <a:moveTo>
                      <a:pt x="4686" y="0"/>
                    </a:moveTo>
                    <a:lnTo>
                      <a:pt x="4400" y="15"/>
                    </a:lnTo>
                    <a:cubicBezTo>
                      <a:pt x="4158" y="528"/>
                      <a:pt x="3909" y="1042"/>
                      <a:pt x="3674" y="1562"/>
                    </a:cubicBezTo>
                    <a:cubicBezTo>
                      <a:pt x="2897" y="3263"/>
                      <a:pt x="2186" y="4979"/>
                      <a:pt x="1526" y="6731"/>
                    </a:cubicBezTo>
                    <a:cubicBezTo>
                      <a:pt x="976" y="8197"/>
                      <a:pt x="470" y="9686"/>
                      <a:pt x="1" y="11189"/>
                    </a:cubicBezTo>
                    <a:lnTo>
                      <a:pt x="258" y="11218"/>
                    </a:lnTo>
                    <a:cubicBezTo>
                      <a:pt x="646" y="9964"/>
                      <a:pt x="1064" y="8718"/>
                      <a:pt x="1519" y="7486"/>
                    </a:cubicBezTo>
                    <a:cubicBezTo>
                      <a:pt x="2157" y="5734"/>
                      <a:pt x="2860" y="4004"/>
                      <a:pt x="3623" y="2295"/>
                    </a:cubicBezTo>
                    <a:cubicBezTo>
                      <a:pt x="3967" y="1525"/>
                      <a:pt x="4319" y="763"/>
                      <a:pt x="4686" y="0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54"/>
              <p:cNvSpPr/>
              <p:nvPr/>
            </p:nvSpPr>
            <p:spPr>
              <a:xfrm>
                <a:off x="1910325" y="2799950"/>
                <a:ext cx="24575" cy="301350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2054" extrusionOk="0">
                    <a:moveTo>
                      <a:pt x="726" y="0"/>
                    </a:moveTo>
                    <a:cubicBezTo>
                      <a:pt x="689" y="367"/>
                      <a:pt x="653" y="741"/>
                      <a:pt x="616" y="1107"/>
                    </a:cubicBezTo>
                    <a:cubicBezTo>
                      <a:pt x="403" y="3387"/>
                      <a:pt x="242" y="5668"/>
                      <a:pt x="132" y="7955"/>
                    </a:cubicBezTo>
                    <a:cubicBezTo>
                      <a:pt x="66" y="9319"/>
                      <a:pt x="22" y="10690"/>
                      <a:pt x="0" y="12054"/>
                    </a:cubicBezTo>
                    <a:lnTo>
                      <a:pt x="257" y="12054"/>
                    </a:lnTo>
                    <a:cubicBezTo>
                      <a:pt x="279" y="10998"/>
                      <a:pt x="308" y="9935"/>
                      <a:pt x="345" y="8879"/>
                    </a:cubicBezTo>
                    <a:cubicBezTo>
                      <a:pt x="440" y="6591"/>
                      <a:pt x="587" y="4311"/>
                      <a:pt x="785" y="2031"/>
                    </a:cubicBezTo>
                    <a:cubicBezTo>
                      <a:pt x="851" y="1349"/>
                      <a:pt x="917" y="675"/>
                      <a:pt x="983" y="0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54"/>
              <p:cNvSpPr/>
              <p:nvPr/>
            </p:nvSpPr>
            <p:spPr>
              <a:xfrm>
                <a:off x="2117450" y="2798650"/>
                <a:ext cx="64525" cy="288350"/>
              </a:xfrm>
              <a:custGeom>
                <a:avLst/>
                <a:gdLst/>
                <a:ahLst/>
                <a:cxnLst/>
                <a:rect l="l" t="t" r="r" b="b"/>
                <a:pathLst>
                  <a:path w="2581" h="11534" extrusionOk="0">
                    <a:moveTo>
                      <a:pt x="0" y="1"/>
                    </a:moveTo>
                    <a:cubicBezTo>
                      <a:pt x="15" y="74"/>
                      <a:pt x="29" y="147"/>
                      <a:pt x="44" y="221"/>
                    </a:cubicBezTo>
                    <a:cubicBezTo>
                      <a:pt x="572" y="2516"/>
                      <a:pt x="1056" y="4825"/>
                      <a:pt x="1510" y="7142"/>
                    </a:cubicBezTo>
                    <a:cubicBezTo>
                      <a:pt x="1796" y="8601"/>
                      <a:pt x="2068" y="10067"/>
                      <a:pt x="2324" y="11534"/>
                    </a:cubicBezTo>
                    <a:lnTo>
                      <a:pt x="2581" y="11504"/>
                    </a:lnTo>
                    <a:cubicBezTo>
                      <a:pt x="2376" y="10339"/>
                      <a:pt x="2163" y="9180"/>
                      <a:pt x="1936" y="8022"/>
                    </a:cubicBezTo>
                    <a:cubicBezTo>
                      <a:pt x="1496" y="5705"/>
                      <a:pt x="1019" y="3388"/>
                      <a:pt x="506" y="1086"/>
                    </a:cubicBezTo>
                    <a:cubicBezTo>
                      <a:pt x="425" y="727"/>
                      <a:pt x="337" y="367"/>
                      <a:pt x="257" y="1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54"/>
              <p:cNvSpPr/>
              <p:nvPr/>
            </p:nvSpPr>
            <p:spPr>
              <a:xfrm>
                <a:off x="1761300" y="2803050"/>
                <a:ext cx="57575" cy="295125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11805" extrusionOk="0">
                    <a:moveTo>
                      <a:pt x="2303" y="1"/>
                    </a:moveTo>
                    <a:lnTo>
                      <a:pt x="1855" y="15"/>
                    </a:lnTo>
                    <a:cubicBezTo>
                      <a:pt x="1401" y="1863"/>
                      <a:pt x="1020" y="3725"/>
                      <a:pt x="719" y="5602"/>
                    </a:cubicBezTo>
                    <a:cubicBezTo>
                      <a:pt x="389" y="7648"/>
                      <a:pt x="147" y="9708"/>
                      <a:pt x="0" y="11783"/>
                    </a:cubicBezTo>
                    <a:lnTo>
                      <a:pt x="426" y="11805"/>
                    </a:lnTo>
                    <a:cubicBezTo>
                      <a:pt x="550" y="10016"/>
                      <a:pt x="741" y="8234"/>
                      <a:pt x="1012" y="6453"/>
                    </a:cubicBezTo>
                    <a:cubicBezTo>
                      <a:pt x="1320" y="4385"/>
                      <a:pt x="1731" y="2325"/>
                      <a:pt x="2229" y="287"/>
                    </a:cubicBezTo>
                    <a:cubicBezTo>
                      <a:pt x="2251" y="191"/>
                      <a:pt x="2273" y="96"/>
                      <a:pt x="2303" y="1"/>
                    </a:cubicBezTo>
                    <a:close/>
                  </a:path>
                </a:pathLst>
              </a:custGeom>
              <a:solidFill>
                <a:srgbClr val="6251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54"/>
              <p:cNvSpPr/>
              <p:nvPr/>
            </p:nvSpPr>
            <p:spPr>
              <a:xfrm>
                <a:off x="2000500" y="2798850"/>
                <a:ext cx="40525" cy="299150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1966" extrusionOk="0">
                    <a:moveTo>
                      <a:pt x="0" y="0"/>
                    </a:moveTo>
                    <a:lnTo>
                      <a:pt x="1012" y="10169"/>
                    </a:lnTo>
                    <a:cubicBezTo>
                      <a:pt x="1071" y="10771"/>
                      <a:pt x="1137" y="11372"/>
                      <a:pt x="1195" y="11966"/>
                    </a:cubicBezTo>
                    <a:lnTo>
                      <a:pt x="1621" y="11944"/>
                    </a:lnTo>
                    <a:cubicBezTo>
                      <a:pt x="1371" y="9517"/>
                      <a:pt x="1129" y="7083"/>
                      <a:pt x="888" y="4656"/>
                    </a:cubicBez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54"/>
              <p:cNvSpPr/>
              <p:nvPr/>
            </p:nvSpPr>
            <p:spPr>
              <a:xfrm>
                <a:off x="2169850" y="2799200"/>
                <a:ext cx="111650" cy="276250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11050" extrusionOk="0">
                    <a:moveTo>
                      <a:pt x="1" y="1"/>
                    </a:moveTo>
                    <a:cubicBezTo>
                      <a:pt x="558" y="1518"/>
                      <a:pt x="1108" y="3036"/>
                      <a:pt x="1665" y="4561"/>
                    </a:cubicBezTo>
                    <a:cubicBezTo>
                      <a:pt x="2332" y="6379"/>
                      <a:pt x="2992" y="8190"/>
                      <a:pt x="3659" y="10009"/>
                    </a:cubicBezTo>
                    <a:lnTo>
                      <a:pt x="4041" y="11050"/>
                    </a:lnTo>
                    <a:lnTo>
                      <a:pt x="4466" y="10991"/>
                    </a:lnTo>
                    <a:lnTo>
                      <a:pt x="4319" y="10581"/>
                    </a:lnTo>
                    <a:cubicBezTo>
                      <a:pt x="3652" y="8762"/>
                      <a:pt x="2992" y="6944"/>
                      <a:pt x="2325" y="5126"/>
                    </a:cubicBezTo>
                    <a:cubicBezTo>
                      <a:pt x="1702" y="3417"/>
                      <a:pt x="1079" y="1716"/>
                      <a:pt x="456" y="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54"/>
              <p:cNvSpPr/>
              <p:nvPr/>
            </p:nvSpPr>
            <p:spPr>
              <a:xfrm>
                <a:off x="1521175" y="2810200"/>
                <a:ext cx="131275" cy="264525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10581" extrusionOk="0">
                    <a:moveTo>
                      <a:pt x="5250" y="1"/>
                    </a:moveTo>
                    <a:lnTo>
                      <a:pt x="5096" y="8"/>
                    </a:lnTo>
                    <a:cubicBezTo>
                      <a:pt x="4950" y="15"/>
                      <a:pt x="4818" y="52"/>
                      <a:pt x="4686" y="111"/>
                    </a:cubicBezTo>
                    <a:cubicBezTo>
                      <a:pt x="3799" y="1614"/>
                      <a:pt x="2970" y="3161"/>
                      <a:pt x="2230" y="4744"/>
                    </a:cubicBezTo>
                    <a:cubicBezTo>
                      <a:pt x="1350" y="6614"/>
                      <a:pt x="602" y="8542"/>
                      <a:pt x="1" y="10522"/>
                    </a:cubicBezTo>
                    <a:cubicBezTo>
                      <a:pt x="140" y="10544"/>
                      <a:pt x="279" y="10566"/>
                      <a:pt x="426" y="10580"/>
                    </a:cubicBezTo>
                    <a:cubicBezTo>
                      <a:pt x="947" y="8872"/>
                      <a:pt x="1577" y="7201"/>
                      <a:pt x="2318" y="5573"/>
                    </a:cubicBezTo>
                    <a:cubicBezTo>
                      <a:pt x="3183" y="3659"/>
                      <a:pt x="4165" y="1797"/>
                      <a:pt x="52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54"/>
              <p:cNvSpPr/>
              <p:nvPr/>
            </p:nvSpPr>
            <p:spPr>
              <a:xfrm>
                <a:off x="1510550" y="2944375"/>
                <a:ext cx="820825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32833" h="1674" extrusionOk="0">
                    <a:moveTo>
                      <a:pt x="32627" y="1"/>
                    </a:moveTo>
                    <a:cubicBezTo>
                      <a:pt x="29672" y="396"/>
                      <a:pt x="26710" y="697"/>
                      <a:pt x="23741" y="902"/>
                    </a:cubicBezTo>
                    <a:cubicBezTo>
                      <a:pt x="20625" y="1122"/>
                      <a:pt x="17502" y="1240"/>
                      <a:pt x="14364" y="1247"/>
                    </a:cubicBezTo>
                    <a:cubicBezTo>
                      <a:pt x="14140" y="1248"/>
                      <a:pt x="13917" y="1249"/>
                      <a:pt x="13694" y="1249"/>
                    </a:cubicBezTo>
                    <a:cubicBezTo>
                      <a:pt x="10788" y="1249"/>
                      <a:pt x="7888" y="1160"/>
                      <a:pt x="4994" y="976"/>
                    </a:cubicBezTo>
                    <a:cubicBezTo>
                      <a:pt x="3403" y="873"/>
                      <a:pt x="1812" y="748"/>
                      <a:pt x="228" y="602"/>
                    </a:cubicBezTo>
                    <a:cubicBezTo>
                      <a:pt x="147" y="734"/>
                      <a:pt x="74" y="866"/>
                      <a:pt x="1" y="1005"/>
                    </a:cubicBezTo>
                    <a:cubicBezTo>
                      <a:pt x="1232" y="1122"/>
                      <a:pt x="2464" y="1225"/>
                      <a:pt x="3696" y="1313"/>
                    </a:cubicBezTo>
                    <a:cubicBezTo>
                      <a:pt x="6841" y="1540"/>
                      <a:pt x="10001" y="1658"/>
                      <a:pt x="13161" y="1672"/>
                    </a:cubicBezTo>
                    <a:cubicBezTo>
                      <a:pt x="13386" y="1673"/>
                      <a:pt x="13611" y="1674"/>
                      <a:pt x="13836" y="1674"/>
                    </a:cubicBezTo>
                    <a:cubicBezTo>
                      <a:pt x="16770" y="1674"/>
                      <a:pt x="19698" y="1585"/>
                      <a:pt x="22626" y="1401"/>
                    </a:cubicBezTo>
                    <a:cubicBezTo>
                      <a:pt x="25779" y="1203"/>
                      <a:pt x="28924" y="910"/>
                      <a:pt x="32055" y="499"/>
                    </a:cubicBezTo>
                    <a:cubicBezTo>
                      <a:pt x="32312" y="470"/>
                      <a:pt x="32576" y="433"/>
                      <a:pt x="32832" y="396"/>
                    </a:cubicBezTo>
                    <a:cubicBezTo>
                      <a:pt x="32766" y="265"/>
                      <a:pt x="32693" y="133"/>
                      <a:pt x="3262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Google Shape;2472;p54"/>
              <p:cNvSpPr/>
              <p:nvPr/>
            </p:nvSpPr>
            <p:spPr>
              <a:xfrm>
                <a:off x="1593025" y="2836775"/>
                <a:ext cx="6727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26909" h="1691" extrusionOk="0">
                    <a:moveTo>
                      <a:pt x="26645" y="1"/>
                    </a:moveTo>
                    <a:cubicBezTo>
                      <a:pt x="23895" y="499"/>
                      <a:pt x="21124" y="844"/>
                      <a:pt x="18338" y="1049"/>
                    </a:cubicBezTo>
                    <a:cubicBezTo>
                      <a:pt x="16398" y="1194"/>
                      <a:pt x="14452" y="1266"/>
                      <a:pt x="12508" y="1266"/>
                    </a:cubicBezTo>
                    <a:cubicBezTo>
                      <a:pt x="11292" y="1266"/>
                      <a:pt x="10078" y="1238"/>
                      <a:pt x="8865" y="1181"/>
                    </a:cubicBezTo>
                    <a:cubicBezTo>
                      <a:pt x="6013" y="1057"/>
                      <a:pt x="3176" y="771"/>
                      <a:pt x="353" y="338"/>
                    </a:cubicBezTo>
                    <a:cubicBezTo>
                      <a:pt x="235" y="463"/>
                      <a:pt x="118" y="587"/>
                      <a:pt x="1" y="712"/>
                    </a:cubicBezTo>
                    <a:cubicBezTo>
                      <a:pt x="2545" y="1115"/>
                      <a:pt x="5104" y="1394"/>
                      <a:pt x="7677" y="1548"/>
                    </a:cubicBezTo>
                    <a:cubicBezTo>
                      <a:pt x="9261" y="1643"/>
                      <a:pt x="10846" y="1691"/>
                      <a:pt x="12433" y="1691"/>
                    </a:cubicBezTo>
                    <a:cubicBezTo>
                      <a:pt x="14019" y="1691"/>
                      <a:pt x="15607" y="1643"/>
                      <a:pt x="17194" y="1548"/>
                    </a:cubicBezTo>
                    <a:cubicBezTo>
                      <a:pt x="20369" y="1365"/>
                      <a:pt x="23529" y="991"/>
                      <a:pt x="26659" y="426"/>
                    </a:cubicBezTo>
                    <a:lnTo>
                      <a:pt x="26908" y="382"/>
                    </a:lnTo>
                    <a:cubicBezTo>
                      <a:pt x="26820" y="257"/>
                      <a:pt x="26732" y="125"/>
                      <a:pt x="266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Google Shape;2473;p54"/>
              <p:cNvSpPr/>
              <p:nvPr/>
            </p:nvSpPr>
            <p:spPr>
              <a:xfrm>
                <a:off x="1619050" y="2229775"/>
                <a:ext cx="792425" cy="447200"/>
              </a:xfrm>
              <a:custGeom>
                <a:avLst/>
                <a:gdLst/>
                <a:ahLst/>
                <a:cxnLst/>
                <a:rect l="l" t="t" r="r" b="b"/>
                <a:pathLst>
                  <a:path w="31697" h="17888" extrusionOk="0">
                    <a:moveTo>
                      <a:pt x="15837" y="3980"/>
                    </a:moveTo>
                    <a:cubicBezTo>
                      <a:pt x="16504" y="3980"/>
                      <a:pt x="17162" y="4152"/>
                      <a:pt x="17685" y="4580"/>
                    </a:cubicBezTo>
                    <a:cubicBezTo>
                      <a:pt x="18030" y="4859"/>
                      <a:pt x="18250" y="5343"/>
                      <a:pt x="18103" y="5761"/>
                    </a:cubicBezTo>
                    <a:cubicBezTo>
                      <a:pt x="17978" y="6113"/>
                      <a:pt x="17641" y="6347"/>
                      <a:pt x="17289" y="6501"/>
                    </a:cubicBezTo>
                    <a:cubicBezTo>
                      <a:pt x="16915" y="6663"/>
                      <a:pt x="16512" y="6765"/>
                      <a:pt x="16102" y="6802"/>
                    </a:cubicBezTo>
                    <a:cubicBezTo>
                      <a:pt x="15823" y="6824"/>
                      <a:pt x="15537" y="6816"/>
                      <a:pt x="15266" y="6882"/>
                    </a:cubicBezTo>
                    <a:cubicBezTo>
                      <a:pt x="14994" y="6941"/>
                      <a:pt x="14723" y="7095"/>
                      <a:pt x="14606" y="7352"/>
                    </a:cubicBezTo>
                    <a:cubicBezTo>
                      <a:pt x="14547" y="7513"/>
                      <a:pt x="14525" y="7689"/>
                      <a:pt x="14540" y="7858"/>
                    </a:cubicBezTo>
                    <a:cubicBezTo>
                      <a:pt x="14584" y="8451"/>
                      <a:pt x="14811" y="9111"/>
                      <a:pt x="14481" y="9610"/>
                    </a:cubicBezTo>
                    <a:cubicBezTo>
                      <a:pt x="14283" y="9911"/>
                      <a:pt x="13931" y="10072"/>
                      <a:pt x="13579" y="10160"/>
                    </a:cubicBezTo>
                    <a:cubicBezTo>
                      <a:pt x="13315" y="10227"/>
                      <a:pt x="13046" y="10260"/>
                      <a:pt x="12777" y="10260"/>
                    </a:cubicBezTo>
                    <a:cubicBezTo>
                      <a:pt x="12486" y="10260"/>
                      <a:pt x="12197" y="10221"/>
                      <a:pt x="11915" y="10145"/>
                    </a:cubicBezTo>
                    <a:cubicBezTo>
                      <a:pt x="11732" y="10101"/>
                      <a:pt x="11527" y="9998"/>
                      <a:pt x="11512" y="9815"/>
                    </a:cubicBezTo>
                    <a:cubicBezTo>
                      <a:pt x="11519" y="9705"/>
                      <a:pt x="11571" y="9603"/>
                      <a:pt x="11651" y="9522"/>
                    </a:cubicBezTo>
                    <a:cubicBezTo>
                      <a:pt x="12091" y="9001"/>
                      <a:pt x="12758" y="8635"/>
                      <a:pt x="12956" y="7982"/>
                    </a:cubicBezTo>
                    <a:cubicBezTo>
                      <a:pt x="13205" y="7176"/>
                      <a:pt x="12619" y="6296"/>
                      <a:pt x="12868" y="5489"/>
                    </a:cubicBezTo>
                    <a:cubicBezTo>
                      <a:pt x="13044" y="4910"/>
                      <a:pt x="13601" y="4529"/>
                      <a:pt x="14166" y="4309"/>
                    </a:cubicBezTo>
                    <a:cubicBezTo>
                      <a:pt x="14676" y="4108"/>
                      <a:pt x="15260" y="3980"/>
                      <a:pt x="15837" y="3980"/>
                    </a:cubicBezTo>
                    <a:close/>
                    <a:moveTo>
                      <a:pt x="20738" y="9291"/>
                    </a:moveTo>
                    <a:cubicBezTo>
                      <a:pt x="21272" y="9291"/>
                      <a:pt x="22031" y="9806"/>
                      <a:pt x="22334" y="9984"/>
                    </a:cubicBezTo>
                    <a:lnTo>
                      <a:pt x="22341" y="9984"/>
                    </a:lnTo>
                    <a:cubicBezTo>
                      <a:pt x="22920" y="10321"/>
                      <a:pt x="23580" y="10673"/>
                      <a:pt x="24027" y="11186"/>
                    </a:cubicBezTo>
                    <a:cubicBezTo>
                      <a:pt x="24489" y="11729"/>
                      <a:pt x="24577" y="12499"/>
                      <a:pt x="24628" y="13210"/>
                    </a:cubicBezTo>
                    <a:cubicBezTo>
                      <a:pt x="24650" y="13466"/>
                      <a:pt x="24665" y="13738"/>
                      <a:pt x="24555" y="13972"/>
                    </a:cubicBezTo>
                    <a:cubicBezTo>
                      <a:pt x="24474" y="14119"/>
                      <a:pt x="24364" y="14244"/>
                      <a:pt x="24232" y="14339"/>
                    </a:cubicBezTo>
                    <a:cubicBezTo>
                      <a:pt x="23939" y="14574"/>
                      <a:pt x="23595" y="14742"/>
                      <a:pt x="23228" y="14823"/>
                    </a:cubicBezTo>
                    <a:cubicBezTo>
                      <a:pt x="23177" y="14837"/>
                      <a:pt x="23124" y="14845"/>
                      <a:pt x="23070" y="14845"/>
                    </a:cubicBezTo>
                    <a:cubicBezTo>
                      <a:pt x="23017" y="14845"/>
                      <a:pt x="22964" y="14837"/>
                      <a:pt x="22913" y="14823"/>
                    </a:cubicBezTo>
                    <a:cubicBezTo>
                      <a:pt x="22803" y="14771"/>
                      <a:pt x="22715" y="14684"/>
                      <a:pt x="22656" y="14581"/>
                    </a:cubicBezTo>
                    <a:cubicBezTo>
                      <a:pt x="22422" y="14222"/>
                      <a:pt x="22253" y="13833"/>
                      <a:pt x="22165" y="13415"/>
                    </a:cubicBezTo>
                    <a:cubicBezTo>
                      <a:pt x="22062" y="12961"/>
                      <a:pt x="22055" y="12477"/>
                      <a:pt x="21850" y="12066"/>
                    </a:cubicBezTo>
                    <a:cubicBezTo>
                      <a:pt x="21468" y="11318"/>
                      <a:pt x="19811" y="10614"/>
                      <a:pt x="20244" y="9603"/>
                    </a:cubicBezTo>
                    <a:cubicBezTo>
                      <a:pt x="20341" y="9376"/>
                      <a:pt x="20521" y="9291"/>
                      <a:pt x="20738" y="9291"/>
                    </a:cubicBezTo>
                    <a:close/>
                    <a:moveTo>
                      <a:pt x="24212" y="1"/>
                    </a:moveTo>
                    <a:cubicBezTo>
                      <a:pt x="23913" y="1"/>
                      <a:pt x="23614" y="9"/>
                      <a:pt x="23316" y="27"/>
                    </a:cubicBezTo>
                    <a:cubicBezTo>
                      <a:pt x="22788" y="57"/>
                      <a:pt x="22253" y="123"/>
                      <a:pt x="21798" y="394"/>
                    </a:cubicBezTo>
                    <a:cubicBezTo>
                      <a:pt x="21344" y="658"/>
                      <a:pt x="20992" y="1164"/>
                      <a:pt x="21065" y="1684"/>
                    </a:cubicBezTo>
                    <a:cubicBezTo>
                      <a:pt x="21109" y="2021"/>
                      <a:pt x="21322" y="2366"/>
                      <a:pt x="21190" y="2681"/>
                    </a:cubicBezTo>
                    <a:cubicBezTo>
                      <a:pt x="21058" y="2989"/>
                      <a:pt x="20677" y="3077"/>
                      <a:pt x="20347" y="3107"/>
                    </a:cubicBezTo>
                    <a:cubicBezTo>
                      <a:pt x="19945" y="3147"/>
                      <a:pt x="19538" y="3162"/>
                      <a:pt x="19128" y="3162"/>
                    </a:cubicBezTo>
                    <a:cubicBezTo>
                      <a:pt x="18155" y="3162"/>
                      <a:pt x="17166" y="3081"/>
                      <a:pt x="16204" y="3081"/>
                    </a:cubicBezTo>
                    <a:cubicBezTo>
                      <a:pt x="14946" y="3081"/>
                      <a:pt x="13734" y="3219"/>
                      <a:pt x="12663" y="3854"/>
                    </a:cubicBezTo>
                    <a:cubicBezTo>
                      <a:pt x="12370" y="4030"/>
                      <a:pt x="12084" y="4243"/>
                      <a:pt x="11915" y="4536"/>
                    </a:cubicBezTo>
                    <a:cubicBezTo>
                      <a:pt x="11358" y="5511"/>
                      <a:pt x="12208" y="6736"/>
                      <a:pt x="11996" y="7836"/>
                    </a:cubicBezTo>
                    <a:cubicBezTo>
                      <a:pt x="11827" y="8686"/>
                      <a:pt x="11050" y="9280"/>
                      <a:pt x="10258" y="9625"/>
                    </a:cubicBezTo>
                    <a:cubicBezTo>
                      <a:pt x="8403" y="10416"/>
                      <a:pt x="6255" y="10248"/>
                      <a:pt x="4363" y="10966"/>
                    </a:cubicBezTo>
                    <a:cubicBezTo>
                      <a:pt x="1783" y="11941"/>
                      <a:pt x="1" y="14852"/>
                      <a:pt x="111" y="17609"/>
                    </a:cubicBezTo>
                    <a:cubicBezTo>
                      <a:pt x="111" y="17609"/>
                      <a:pt x="2424" y="17593"/>
                      <a:pt x="5737" y="17593"/>
                    </a:cubicBezTo>
                    <a:cubicBezTo>
                      <a:pt x="11326" y="17593"/>
                      <a:pt x="19761" y="17639"/>
                      <a:pt x="24724" y="17887"/>
                    </a:cubicBezTo>
                    <a:cubicBezTo>
                      <a:pt x="24606" y="15849"/>
                      <a:pt x="25779" y="13906"/>
                      <a:pt x="25677" y="11868"/>
                    </a:cubicBezTo>
                    <a:cubicBezTo>
                      <a:pt x="25655" y="11406"/>
                      <a:pt x="25552" y="10937"/>
                      <a:pt x="25288" y="10563"/>
                    </a:cubicBezTo>
                    <a:cubicBezTo>
                      <a:pt x="24951" y="10086"/>
                      <a:pt x="24394" y="9830"/>
                      <a:pt x="23851" y="9610"/>
                    </a:cubicBezTo>
                    <a:cubicBezTo>
                      <a:pt x="23309" y="9390"/>
                      <a:pt x="22737" y="9192"/>
                      <a:pt x="22319" y="8781"/>
                    </a:cubicBezTo>
                    <a:cubicBezTo>
                      <a:pt x="21901" y="8371"/>
                      <a:pt x="21688" y="7682"/>
                      <a:pt x="22011" y="7198"/>
                    </a:cubicBezTo>
                    <a:cubicBezTo>
                      <a:pt x="22231" y="6853"/>
                      <a:pt x="22649" y="6692"/>
                      <a:pt x="23045" y="6582"/>
                    </a:cubicBezTo>
                    <a:cubicBezTo>
                      <a:pt x="25362" y="5922"/>
                      <a:pt x="27884" y="6091"/>
                      <a:pt x="30113" y="5196"/>
                    </a:cubicBezTo>
                    <a:cubicBezTo>
                      <a:pt x="30596" y="5006"/>
                      <a:pt x="31080" y="4749"/>
                      <a:pt x="31366" y="4316"/>
                    </a:cubicBezTo>
                    <a:cubicBezTo>
                      <a:pt x="31616" y="3891"/>
                      <a:pt x="31696" y="3385"/>
                      <a:pt x="31579" y="2909"/>
                    </a:cubicBezTo>
                    <a:cubicBezTo>
                      <a:pt x="31396" y="2102"/>
                      <a:pt x="30772" y="1450"/>
                      <a:pt x="30047" y="1046"/>
                    </a:cubicBezTo>
                    <a:cubicBezTo>
                      <a:pt x="29328" y="643"/>
                      <a:pt x="28507" y="467"/>
                      <a:pt x="27693" y="328"/>
                    </a:cubicBezTo>
                    <a:cubicBezTo>
                      <a:pt x="26544" y="129"/>
                      <a:pt x="25376" y="1"/>
                      <a:pt x="24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Google Shape;2474;p54"/>
              <p:cNvSpPr/>
              <p:nvPr/>
            </p:nvSpPr>
            <p:spPr>
              <a:xfrm>
                <a:off x="1631700" y="2817175"/>
                <a:ext cx="594100" cy="148800"/>
              </a:xfrm>
              <a:custGeom>
                <a:avLst/>
                <a:gdLst/>
                <a:ahLst/>
                <a:cxnLst/>
                <a:rect l="l" t="t" r="r" b="b"/>
                <a:pathLst>
                  <a:path w="23764" h="5952" extrusionOk="0">
                    <a:moveTo>
                      <a:pt x="1" y="0"/>
                    </a:moveTo>
                    <a:cubicBezTo>
                      <a:pt x="1" y="0"/>
                      <a:pt x="2467" y="5952"/>
                      <a:pt x="11154" y="5952"/>
                    </a:cubicBezTo>
                    <a:cubicBezTo>
                      <a:pt x="11491" y="5952"/>
                      <a:pt x="11837" y="5943"/>
                      <a:pt x="12194" y="5924"/>
                    </a:cubicBezTo>
                    <a:cubicBezTo>
                      <a:pt x="21718" y="5433"/>
                      <a:pt x="23763" y="220"/>
                      <a:pt x="23763" y="22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251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Google Shape;2475;p54"/>
              <p:cNvSpPr/>
              <p:nvPr/>
            </p:nvSpPr>
            <p:spPr>
              <a:xfrm>
                <a:off x="1592125" y="2638650"/>
                <a:ext cx="679400" cy="302175"/>
              </a:xfrm>
              <a:custGeom>
                <a:avLst/>
                <a:gdLst/>
                <a:ahLst/>
                <a:cxnLst/>
                <a:rect l="l" t="t" r="r" b="b"/>
                <a:pathLst>
                  <a:path w="27176" h="12087" extrusionOk="0">
                    <a:moveTo>
                      <a:pt x="0" y="0"/>
                    </a:moveTo>
                    <a:cubicBezTo>
                      <a:pt x="0" y="3996"/>
                      <a:pt x="374" y="11907"/>
                      <a:pt x="13109" y="12083"/>
                    </a:cubicBezTo>
                    <a:cubicBezTo>
                      <a:pt x="13266" y="12085"/>
                      <a:pt x="13422" y="12086"/>
                      <a:pt x="13575" y="12086"/>
                    </a:cubicBezTo>
                    <a:cubicBezTo>
                      <a:pt x="25635" y="12086"/>
                      <a:pt x="27175" y="5314"/>
                      <a:pt x="268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Google Shape;2476;p54"/>
              <p:cNvSpPr/>
              <p:nvPr/>
            </p:nvSpPr>
            <p:spPr>
              <a:xfrm>
                <a:off x="1885200" y="2638650"/>
                <a:ext cx="386325" cy="302175"/>
              </a:xfrm>
              <a:custGeom>
                <a:avLst/>
                <a:gdLst/>
                <a:ahLst/>
                <a:cxnLst/>
                <a:rect l="l" t="t" r="r" b="b"/>
                <a:pathLst>
                  <a:path w="15453" h="12087" extrusionOk="0">
                    <a:moveTo>
                      <a:pt x="11490" y="0"/>
                    </a:moveTo>
                    <a:cubicBezTo>
                      <a:pt x="11768" y="5030"/>
                      <a:pt x="10397" y="11372"/>
                      <a:pt x="1" y="12032"/>
                    </a:cubicBezTo>
                    <a:cubicBezTo>
                      <a:pt x="448" y="12061"/>
                      <a:pt x="910" y="12076"/>
                      <a:pt x="1386" y="12083"/>
                    </a:cubicBezTo>
                    <a:cubicBezTo>
                      <a:pt x="1543" y="12085"/>
                      <a:pt x="1699" y="12086"/>
                      <a:pt x="1852" y="12086"/>
                    </a:cubicBezTo>
                    <a:cubicBezTo>
                      <a:pt x="13912" y="12086"/>
                      <a:pt x="15452" y="5314"/>
                      <a:pt x="1516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Google Shape;2477;p54"/>
              <p:cNvSpPr/>
              <p:nvPr/>
            </p:nvSpPr>
            <p:spPr>
              <a:xfrm>
                <a:off x="1641425" y="2832375"/>
                <a:ext cx="575925" cy="61700"/>
              </a:xfrm>
              <a:custGeom>
                <a:avLst/>
                <a:gdLst/>
                <a:ahLst/>
                <a:cxnLst/>
                <a:rect l="l" t="t" r="r" b="b"/>
                <a:pathLst>
                  <a:path w="23037" h="2468" extrusionOk="0">
                    <a:moveTo>
                      <a:pt x="0" y="1"/>
                    </a:moveTo>
                    <a:cubicBezTo>
                      <a:pt x="103" y="147"/>
                      <a:pt x="213" y="279"/>
                      <a:pt x="323" y="419"/>
                    </a:cubicBezTo>
                    <a:cubicBezTo>
                      <a:pt x="1467" y="851"/>
                      <a:pt x="2633" y="1218"/>
                      <a:pt x="3813" y="1511"/>
                    </a:cubicBezTo>
                    <a:cubicBezTo>
                      <a:pt x="5602" y="1958"/>
                      <a:pt x="7428" y="2244"/>
                      <a:pt x="9260" y="2384"/>
                    </a:cubicBezTo>
                    <a:cubicBezTo>
                      <a:pt x="10043" y="2440"/>
                      <a:pt x="10826" y="2468"/>
                      <a:pt x="11609" y="2468"/>
                    </a:cubicBezTo>
                    <a:cubicBezTo>
                      <a:pt x="14521" y="2468"/>
                      <a:pt x="17422" y="2080"/>
                      <a:pt x="20236" y="1306"/>
                    </a:cubicBezTo>
                    <a:cubicBezTo>
                      <a:pt x="21072" y="1079"/>
                      <a:pt x="21893" y="815"/>
                      <a:pt x="22700" y="514"/>
                    </a:cubicBezTo>
                    <a:cubicBezTo>
                      <a:pt x="22817" y="382"/>
                      <a:pt x="22927" y="243"/>
                      <a:pt x="23037" y="96"/>
                    </a:cubicBezTo>
                    <a:lnTo>
                      <a:pt x="23037" y="96"/>
                    </a:lnTo>
                    <a:cubicBezTo>
                      <a:pt x="22304" y="382"/>
                      <a:pt x="21556" y="631"/>
                      <a:pt x="20808" y="859"/>
                    </a:cubicBezTo>
                    <a:cubicBezTo>
                      <a:pt x="19056" y="1379"/>
                      <a:pt x="17267" y="1746"/>
                      <a:pt x="15456" y="1966"/>
                    </a:cubicBezTo>
                    <a:cubicBezTo>
                      <a:pt x="14184" y="2115"/>
                      <a:pt x="12905" y="2188"/>
                      <a:pt x="11627" y="2188"/>
                    </a:cubicBezTo>
                    <a:cubicBezTo>
                      <a:pt x="11085" y="2188"/>
                      <a:pt x="10542" y="2175"/>
                      <a:pt x="10001" y="2149"/>
                    </a:cubicBezTo>
                    <a:cubicBezTo>
                      <a:pt x="8175" y="2054"/>
                      <a:pt x="6364" y="1812"/>
                      <a:pt x="4583" y="1416"/>
                    </a:cubicBezTo>
                    <a:cubicBezTo>
                      <a:pt x="3021" y="1064"/>
                      <a:pt x="1489" y="595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Google Shape;2478;p54"/>
              <p:cNvSpPr/>
              <p:nvPr/>
            </p:nvSpPr>
            <p:spPr>
              <a:xfrm>
                <a:off x="1616875" y="2780150"/>
                <a:ext cx="629800" cy="82325"/>
              </a:xfrm>
              <a:custGeom>
                <a:avLst/>
                <a:gdLst/>
                <a:ahLst/>
                <a:cxnLst/>
                <a:rect l="l" t="t" r="r" b="b"/>
                <a:pathLst>
                  <a:path w="25192" h="3293" extrusionOk="0">
                    <a:moveTo>
                      <a:pt x="25192" y="0"/>
                    </a:moveTo>
                    <a:lnTo>
                      <a:pt x="25192" y="0"/>
                    </a:lnTo>
                    <a:cubicBezTo>
                      <a:pt x="24202" y="726"/>
                      <a:pt x="23117" y="1313"/>
                      <a:pt x="21966" y="1745"/>
                    </a:cubicBezTo>
                    <a:cubicBezTo>
                      <a:pt x="20104" y="2456"/>
                      <a:pt x="18117" y="2801"/>
                      <a:pt x="16130" y="2940"/>
                    </a:cubicBezTo>
                    <a:cubicBezTo>
                      <a:pt x="15287" y="2998"/>
                      <a:pt x="14439" y="3023"/>
                      <a:pt x="13590" y="3023"/>
                    </a:cubicBezTo>
                    <a:cubicBezTo>
                      <a:pt x="12394" y="3023"/>
                      <a:pt x="11196" y="2974"/>
                      <a:pt x="10008" y="2896"/>
                    </a:cubicBezTo>
                    <a:cubicBezTo>
                      <a:pt x="8153" y="2779"/>
                      <a:pt x="6291" y="2552"/>
                      <a:pt x="4487" y="2105"/>
                    </a:cubicBezTo>
                    <a:cubicBezTo>
                      <a:pt x="2918" y="1731"/>
                      <a:pt x="1408" y="1151"/>
                      <a:pt x="0" y="367"/>
                    </a:cubicBezTo>
                    <a:lnTo>
                      <a:pt x="0" y="367"/>
                    </a:lnTo>
                    <a:cubicBezTo>
                      <a:pt x="59" y="506"/>
                      <a:pt x="125" y="645"/>
                      <a:pt x="191" y="785"/>
                    </a:cubicBezTo>
                    <a:cubicBezTo>
                      <a:pt x="1320" y="1379"/>
                      <a:pt x="2507" y="1848"/>
                      <a:pt x="3739" y="2193"/>
                    </a:cubicBezTo>
                    <a:cubicBezTo>
                      <a:pt x="5550" y="2698"/>
                      <a:pt x="7427" y="2970"/>
                      <a:pt x="9304" y="3116"/>
                    </a:cubicBezTo>
                    <a:cubicBezTo>
                      <a:pt x="10668" y="3234"/>
                      <a:pt x="12035" y="3292"/>
                      <a:pt x="13405" y="3292"/>
                    </a:cubicBezTo>
                    <a:cubicBezTo>
                      <a:pt x="14090" y="3292"/>
                      <a:pt x="14776" y="3278"/>
                      <a:pt x="15463" y="3248"/>
                    </a:cubicBezTo>
                    <a:cubicBezTo>
                      <a:pt x="17508" y="3160"/>
                      <a:pt x="19554" y="2860"/>
                      <a:pt x="21497" y="2200"/>
                    </a:cubicBezTo>
                    <a:cubicBezTo>
                      <a:pt x="22736" y="1782"/>
                      <a:pt x="23916" y="1203"/>
                      <a:pt x="25001" y="477"/>
                    </a:cubicBezTo>
                    <a:cubicBezTo>
                      <a:pt x="25067" y="316"/>
                      <a:pt x="25133" y="162"/>
                      <a:pt x="251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Google Shape;2479;p54"/>
              <p:cNvSpPr/>
              <p:nvPr/>
            </p:nvSpPr>
            <p:spPr>
              <a:xfrm>
                <a:off x="1592125" y="2511625"/>
                <a:ext cx="672150" cy="273300"/>
              </a:xfrm>
              <a:custGeom>
                <a:avLst/>
                <a:gdLst/>
                <a:ahLst/>
                <a:cxnLst/>
                <a:rect l="l" t="t" r="r" b="b"/>
                <a:pathLst>
                  <a:path w="26886" h="10932" extrusionOk="0">
                    <a:moveTo>
                      <a:pt x="13447" y="0"/>
                    </a:moveTo>
                    <a:cubicBezTo>
                      <a:pt x="6020" y="0"/>
                      <a:pt x="0" y="1848"/>
                      <a:pt x="0" y="5081"/>
                    </a:cubicBezTo>
                    <a:cubicBezTo>
                      <a:pt x="0" y="8314"/>
                      <a:pt x="5565" y="10932"/>
                      <a:pt x="12985" y="10932"/>
                    </a:cubicBezTo>
                    <a:cubicBezTo>
                      <a:pt x="20412" y="10932"/>
                      <a:pt x="26886" y="8314"/>
                      <a:pt x="26886" y="5081"/>
                    </a:cubicBezTo>
                    <a:cubicBezTo>
                      <a:pt x="26886" y="1848"/>
                      <a:pt x="20866" y="0"/>
                      <a:pt x="134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Google Shape;2480;p54"/>
              <p:cNvSpPr/>
              <p:nvPr/>
            </p:nvSpPr>
            <p:spPr>
              <a:xfrm>
                <a:off x="1609175" y="2525925"/>
                <a:ext cx="638250" cy="233725"/>
              </a:xfrm>
              <a:custGeom>
                <a:avLst/>
                <a:gdLst/>
                <a:ahLst/>
                <a:cxnLst/>
                <a:rect l="l" t="t" r="r" b="b"/>
                <a:pathLst>
                  <a:path w="25530" h="9349" extrusionOk="0">
                    <a:moveTo>
                      <a:pt x="12765" y="0"/>
                    </a:moveTo>
                    <a:cubicBezTo>
                      <a:pt x="5712" y="0"/>
                      <a:pt x="0" y="1584"/>
                      <a:pt x="0" y="4348"/>
                    </a:cubicBezTo>
                    <a:cubicBezTo>
                      <a:pt x="0" y="7112"/>
                      <a:pt x="5279" y="9348"/>
                      <a:pt x="12332" y="9348"/>
                    </a:cubicBezTo>
                    <a:cubicBezTo>
                      <a:pt x="19378" y="9348"/>
                      <a:pt x="25529" y="7112"/>
                      <a:pt x="25529" y="4348"/>
                    </a:cubicBezTo>
                    <a:cubicBezTo>
                      <a:pt x="25529" y="1584"/>
                      <a:pt x="19811" y="0"/>
                      <a:pt x="12765" y="0"/>
                    </a:cubicBezTo>
                    <a:close/>
                  </a:path>
                </a:pathLst>
              </a:custGeom>
              <a:solidFill>
                <a:srgbClr val="A32E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Google Shape;2481;p54"/>
              <p:cNvSpPr/>
              <p:nvPr/>
            </p:nvSpPr>
            <p:spPr>
              <a:xfrm>
                <a:off x="2226875" y="2690150"/>
                <a:ext cx="122450" cy="78775"/>
              </a:xfrm>
              <a:custGeom>
                <a:avLst/>
                <a:gdLst/>
                <a:ahLst/>
                <a:cxnLst/>
                <a:rect l="l" t="t" r="r" b="b"/>
                <a:pathLst>
                  <a:path w="4898" h="3151" extrusionOk="0">
                    <a:moveTo>
                      <a:pt x="1518" y="0"/>
                    </a:moveTo>
                    <a:lnTo>
                      <a:pt x="1518" y="0"/>
                    </a:lnTo>
                    <a:cubicBezTo>
                      <a:pt x="1525" y="1049"/>
                      <a:pt x="0" y="2149"/>
                      <a:pt x="0" y="2149"/>
                    </a:cubicBezTo>
                    <a:lnTo>
                      <a:pt x="0" y="3094"/>
                    </a:lnTo>
                    <a:cubicBezTo>
                      <a:pt x="375" y="3131"/>
                      <a:pt x="748" y="3151"/>
                      <a:pt x="1119" y="3151"/>
                    </a:cubicBezTo>
                    <a:cubicBezTo>
                      <a:pt x="2293" y="3151"/>
                      <a:pt x="3442" y="2954"/>
                      <a:pt x="4546" y="2486"/>
                    </a:cubicBezTo>
                    <a:cubicBezTo>
                      <a:pt x="4744" y="2398"/>
                      <a:pt x="4868" y="2149"/>
                      <a:pt x="4868" y="1863"/>
                    </a:cubicBezTo>
                    <a:cubicBezTo>
                      <a:pt x="4868" y="1313"/>
                      <a:pt x="4898" y="998"/>
                      <a:pt x="4861" y="396"/>
                    </a:cubicBezTo>
                    <a:cubicBezTo>
                      <a:pt x="3754" y="169"/>
                      <a:pt x="2640" y="37"/>
                      <a:pt x="15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54"/>
              <p:cNvSpPr/>
              <p:nvPr/>
            </p:nvSpPr>
            <p:spPr>
              <a:xfrm>
                <a:off x="2226875" y="2667225"/>
                <a:ext cx="121725" cy="78950"/>
              </a:xfrm>
              <a:custGeom>
                <a:avLst/>
                <a:gdLst/>
                <a:ahLst/>
                <a:cxnLst/>
                <a:rect l="l" t="t" r="r" b="b"/>
                <a:pathLst>
                  <a:path w="4869" h="3158" extrusionOk="0">
                    <a:moveTo>
                      <a:pt x="1518" y="1"/>
                    </a:moveTo>
                    <a:lnTo>
                      <a:pt x="1518" y="1"/>
                    </a:lnTo>
                    <a:cubicBezTo>
                      <a:pt x="1532" y="1284"/>
                      <a:pt x="931" y="2068"/>
                      <a:pt x="0" y="3102"/>
                    </a:cubicBezTo>
                    <a:cubicBezTo>
                      <a:pt x="369" y="3139"/>
                      <a:pt x="736" y="3158"/>
                      <a:pt x="1101" y="3158"/>
                    </a:cubicBezTo>
                    <a:cubicBezTo>
                      <a:pt x="2281" y="3158"/>
                      <a:pt x="3437" y="2957"/>
                      <a:pt x="4546" y="2486"/>
                    </a:cubicBezTo>
                    <a:cubicBezTo>
                      <a:pt x="4744" y="2406"/>
                      <a:pt x="4868" y="2149"/>
                      <a:pt x="4868" y="1871"/>
                    </a:cubicBezTo>
                    <a:cubicBezTo>
                      <a:pt x="4868" y="1504"/>
                      <a:pt x="4861" y="1174"/>
                      <a:pt x="4824" y="851"/>
                    </a:cubicBezTo>
                    <a:cubicBezTo>
                      <a:pt x="4795" y="573"/>
                      <a:pt x="4634" y="353"/>
                      <a:pt x="4429" y="316"/>
                    </a:cubicBezTo>
                    <a:cubicBezTo>
                      <a:pt x="3468" y="140"/>
                      <a:pt x="2493" y="30"/>
                      <a:pt x="1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Google Shape;2483;p54"/>
              <p:cNvSpPr/>
              <p:nvPr/>
            </p:nvSpPr>
            <p:spPr>
              <a:xfrm>
                <a:off x="1507800" y="2690150"/>
                <a:ext cx="122650" cy="78775"/>
              </a:xfrm>
              <a:custGeom>
                <a:avLst/>
                <a:gdLst/>
                <a:ahLst/>
                <a:cxnLst/>
                <a:rect l="l" t="t" r="r" b="b"/>
                <a:pathLst>
                  <a:path w="4906" h="3151" extrusionOk="0">
                    <a:moveTo>
                      <a:pt x="3388" y="0"/>
                    </a:moveTo>
                    <a:lnTo>
                      <a:pt x="3388" y="0"/>
                    </a:lnTo>
                    <a:cubicBezTo>
                      <a:pt x="2266" y="37"/>
                      <a:pt x="1144" y="169"/>
                      <a:pt x="45" y="396"/>
                    </a:cubicBezTo>
                    <a:cubicBezTo>
                      <a:pt x="1" y="998"/>
                      <a:pt x="37" y="1313"/>
                      <a:pt x="30" y="1863"/>
                    </a:cubicBezTo>
                    <a:cubicBezTo>
                      <a:pt x="30" y="2149"/>
                      <a:pt x="162" y="2398"/>
                      <a:pt x="360" y="2486"/>
                    </a:cubicBezTo>
                    <a:cubicBezTo>
                      <a:pt x="1458" y="2954"/>
                      <a:pt x="2610" y="3151"/>
                      <a:pt x="3786" y="3151"/>
                    </a:cubicBezTo>
                    <a:cubicBezTo>
                      <a:pt x="4157" y="3151"/>
                      <a:pt x="4531" y="3131"/>
                      <a:pt x="4906" y="3094"/>
                    </a:cubicBezTo>
                    <a:lnTo>
                      <a:pt x="4906" y="2149"/>
                    </a:lnTo>
                    <a:cubicBezTo>
                      <a:pt x="4906" y="2149"/>
                      <a:pt x="3373" y="1049"/>
                      <a:pt x="33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54"/>
              <p:cNvSpPr/>
              <p:nvPr/>
            </p:nvSpPr>
            <p:spPr>
              <a:xfrm>
                <a:off x="1508525" y="2667225"/>
                <a:ext cx="121925" cy="78950"/>
              </a:xfrm>
              <a:custGeom>
                <a:avLst/>
                <a:gdLst/>
                <a:ahLst/>
                <a:cxnLst/>
                <a:rect l="l" t="t" r="r" b="b"/>
                <a:pathLst>
                  <a:path w="4877" h="3158" extrusionOk="0">
                    <a:moveTo>
                      <a:pt x="3359" y="1"/>
                    </a:moveTo>
                    <a:cubicBezTo>
                      <a:pt x="2384" y="30"/>
                      <a:pt x="1409" y="140"/>
                      <a:pt x="448" y="316"/>
                    </a:cubicBezTo>
                    <a:cubicBezTo>
                      <a:pt x="243" y="353"/>
                      <a:pt x="82" y="573"/>
                      <a:pt x="52" y="851"/>
                    </a:cubicBezTo>
                    <a:cubicBezTo>
                      <a:pt x="16" y="1174"/>
                      <a:pt x="8" y="1504"/>
                      <a:pt x="1" y="1871"/>
                    </a:cubicBezTo>
                    <a:cubicBezTo>
                      <a:pt x="1" y="2149"/>
                      <a:pt x="133" y="2406"/>
                      <a:pt x="331" y="2486"/>
                    </a:cubicBezTo>
                    <a:cubicBezTo>
                      <a:pt x="1434" y="2957"/>
                      <a:pt x="2593" y="3158"/>
                      <a:pt x="3775" y="3158"/>
                    </a:cubicBezTo>
                    <a:cubicBezTo>
                      <a:pt x="4140" y="3158"/>
                      <a:pt x="4508" y="3139"/>
                      <a:pt x="4877" y="3102"/>
                    </a:cubicBezTo>
                    <a:cubicBezTo>
                      <a:pt x="3945" y="2068"/>
                      <a:pt x="3344" y="1284"/>
                      <a:pt x="33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54"/>
              <p:cNvSpPr/>
              <p:nvPr/>
            </p:nvSpPr>
            <p:spPr>
              <a:xfrm>
                <a:off x="1621075" y="2593925"/>
                <a:ext cx="613525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24541" h="6629" extrusionOk="0">
                    <a:moveTo>
                      <a:pt x="12289" y="0"/>
                    </a:moveTo>
                    <a:cubicBezTo>
                      <a:pt x="6438" y="0"/>
                      <a:pt x="1511" y="1085"/>
                      <a:pt x="1" y="3036"/>
                    </a:cubicBezTo>
                    <a:cubicBezTo>
                      <a:pt x="1445" y="5110"/>
                      <a:pt x="6049" y="6628"/>
                      <a:pt x="11856" y="6628"/>
                    </a:cubicBezTo>
                    <a:cubicBezTo>
                      <a:pt x="17700" y="6628"/>
                      <a:pt x="22927" y="5088"/>
                      <a:pt x="24540" y="2992"/>
                    </a:cubicBezTo>
                    <a:cubicBezTo>
                      <a:pt x="22986" y="1071"/>
                      <a:pt x="18088" y="0"/>
                      <a:pt x="12289" y="0"/>
                    </a:cubicBezTo>
                    <a:close/>
                  </a:path>
                </a:pathLst>
              </a:custGeom>
              <a:solidFill>
                <a:srgbClr val="FA91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54"/>
              <p:cNvSpPr/>
              <p:nvPr/>
            </p:nvSpPr>
            <p:spPr>
              <a:xfrm>
                <a:off x="1671475" y="2593925"/>
                <a:ext cx="495650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9826" h="6629" extrusionOk="0">
                    <a:moveTo>
                      <a:pt x="8205" y="458"/>
                    </a:moveTo>
                    <a:cubicBezTo>
                      <a:pt x="8438" y="458"/>
                      <a:pt x="8671" y="492"/>
                      <a:pt x="8880" y="587"/>
                    </a:cubicBezTo>
                    <a:cubicBezTo>
                      <a:pt x="8997" y="638"/>
                      <a:pt x="9107" y="711"/>
                      <a:pt x="9232" y="763"/>
                    </a:cubicBezTo>
                    <a:cubicBezTo>
                      <a:pt x="9290" y="785"/>
                      <a:pt x="9342" y="799"/>
                      <a:pt x="9400" y="814"/>
                    </a:cubicBezTo>
                    <a:cubicBezTo>
                      <a:pt x="9327" y="924"/>
                      <a:pt x="9342" y="1071"/>
                      <a:pt x="9422" y="1173"/>
                    </a:cubicBezTo>
                    <a:cubicBezTo>
                      <a:pt x="9474" y="1239"/>
                      <a:pt x="9547" y="1291"/>
                      <a:pt x="9627" y="1327"/>
                    </a:cubicBezTo>
                    <a:cubicBezTo>
                      <a:pt x="10211" y="1567"/>
                      <a:pt x="10836" y="1688"/>
                      <a:pt x="11464" y="1688"/>
                    </a:cubicBezTo>
                    <a:cubicBezTo>
                      <a:pt x="11720" y="1688"/>
                      <a:pt x="11976" y="1668"/>
                      <a:pt x="12230" y="1628"/>
                    </a:cubicBezTo>
                    <a:cubicBezTo>
                      <a:pt x="12359" y="1597"/>
                      <a:pt x="12492" y="1582"/>
                      <a:pt x="12626" y="1582"/>
                    </a:cubicBezTo>
                    <a:cubicBezTo>
                      <a:pt x="12653" y="1582"/>
                      <a:pt x="12680" y="1583"/>
                      <a:pt x="12707" y="1584"/>
                    </a:cubicBezTo>
                    <a:cubicBezTo>
                      <a:pt x="12971" y="1621"/>
                      <a:pt x="13213" y="1745"/>
                      <a:pt x="13396" y="1936"/>
                    </a:cubicBezTo>
                    <a:cubicBezTo>
                      <a:pt x="13499" y="2031"/>
                      <a:pt x="13594" y="2156"/>
                      <a:pt x="13528" y="2310"/>
                    </a:cubicBezTo>
                    <a:cubicBezTo>
                      <a:pt x="13491" y="2390"/>
                      <a:pt x="13425" y="2456"/>
                      <a:pt x="13337" y="2478"/>
                    </a:cubicBezTo>
                    <a:cubicBezTo>
                      <a:pt x="13286" y="2495"/>
                      <a:pt x="13236" y="2502"/>
                      <a:pt x="13186" y="2502"/>
                    </a:cubicBezTo>
                    <a:cubicBezTo>
                      <a:pt x="13035" y="2502"/>
                      <a:pt x="12889" y="2438"/>
                      <a:pt x="12751" y="2383"/>
                    </a:cubicBezTo>
                    <a:cubicBezTo>
                      <a:pt x="12472" y="2288"/>
                      <a:pt x="12186" y="2236"/>
                      <a:pt x="11893" y="2222"/>
                    </a:cubicBezTo>
                    <a:cubicBezTo>
                      <a:pt x="11884" y="2220"/>
                      <a:pt x="11875" y="2219"/>
                      <a:pt x="11866" y="2219"/>
                    </a:cubicBezTo>
                    <a:cubicBezTo>
                      <a:pt x="11838" y="2219"/>
                      <a:pt x="11811" y="2227"/>
                      <a:pt x="11783" y="2244"/>
                    </a:cubicBezTo>
                    <a:cubicBezTo>
                      <a:pt x="11739" y="2288"/>
                      <a:pt x="11724" y="2354"/>
                      <a:pt x="11746" y="2405"/>
                    </a:cubicBezTo>
                    <a:cubicBezTo>
                      <a:pt x="11805" y="2676"/>
                      <a:pt x="12076" y="2838"/>
                      <a:pt x="12326" y="2948"/>
                    </a:cubicBezTo>
                    <a:cubicBezTo>
                      <a:pt x="12656" y="3087"/>
                      <a:pt x="12993" y="3197"/>
                      <a:pt x="13345" y="3270"/>
                    </a:cubicBezTo>
                    <a:cubicBezTo>
                      <a:pt x="13682" y="3336"/>
                      <a:pt x="14078" y="3402"/>
                      <a:pt x="14261" y="3703"/>
                    </a:cubicBezTo>
                    <a:cubicBezTo>
                      <a:pt x="14312" y="3776"/>
                      <a:pt x="14334" y="3871"/>
                      <a:pt x="14320" y="3967"/>
                    </a:cubicBezTo>
                    <a:cubicBezTo>
                      <a:pt x="14290" y="4113"/>
                      <a:pt x="14144" y="4201"/>
                      <a:pt x="14012" y="4275"/>
                    </a:cubicBezTo>
                    <a:cubicBezTo>
                      <a:pt x="13770" y="4429"/>
                      <a:pt x="13506" y="4546"/>
                      <a:pt x="13227" y="4627"/>
                    </a:cubicBezTo>
                    <a:cubicBezTo>
                      <a:pt x="13121" y="4656"/>
                      <a:pt x="13013" y="4671"/>
                      <a:pt x="12906" y="4671"/>
                    </a:cubicBezTo>
                    <a:cubicBezTo>
                      <a:pt x="12724" y="4671"/>
                      <a:pt x="12546" y="4629"/>
                      <a:pt x="12384" y="4546"/>
                    </a:cubicBezTo>
                    <a:cubicBezTo>
                      <a:pt x="12326" y="4238"/>
                      <a:pt x="12912" y="4099"/>
                      <a:pt x="12839" y="3798"/>
                    </a:cubicBezTo>
                    <a:cubicBezTo>
                      <a:pt x="12705" y="3766"/>
                      <a:pt x="12559" y="3733"/>
                      <a:pt x="12420" y="3733"/>
                    </a:cubicBezTo>
                    <a:cubicBezTo>
                      <a:pt x="12308" y="3733"/>
                      <a:pt x="12200" y="3754"/>
                      <a:pt x="12106" y="3813"/>
                    </a:cubicBezTo>
                    <a:cubicBezTo>
                      <a:pt x="11981" y="3901"/>
                      <a:pt x="11900" y="4040"/>
                      <a:pt x="11790" y="4150"/>
                    </a:cubicBezTo>
                    <a:cubicBezTo>
                      <a:pt x="11541" y="4421"/>
                      <a:pt x="11172" y="4518"/>
                      <a:pt x="10796" y="4518"/>
                    </a:cubicBezTo>
                    <a:cubicBezTo>
                      <a:pt x="10652" y="4518"/>
                      <a:pt x="10508" y="4504"/>
                      <a:pt x="10368" y="4480"/>
                    </a:cubicBezTo>
                    <a:cubicBezTo>
                      <a:pt x="9869" y="4392"/>
                      <a:pt x="9386" y="4187"/>
                      <a:pt x="8880" y="4157"/>
                    </a:cubicBezTo>
                    <a:cubicBezTo>
                      <a:pt x="8859" y="4154"/>
                      <a:pt x="8839" y="4152"/>
                      <a:pt x="8819" y="4152"/>
                    </a:cubicBezTo>
                    <a:cubicBezTo>
                      <a:pt x="8760" y="4152"/>
                      <a:pt x="8702" y="4168"/>
                      <a:pt x="8652" y="4201"/>
                    </a:cubicBezTo>
                    <a:cubicBezTo>
                      <a:pt x="8542" y="4297"/>
                      <a:pt x="8586" y="4480"/>
                      <a:pt x="8660" y="4597"/>
                    </a:cubicBezTo>
                    <a:cubicBezTo>
                      <a:pt x="8674" y="4619"/>
                      <a:pt x="8696" y="4649"/>
                      <a:pt x="8726" y="4693"/>
                    </a:cubicBezTo>
                    <a:cubicBezTo>
                      <a:pt x="8765" y="4761"/>
                      <a:pt x="8713" y="4829"/>
                      <a:pt x="8650" y="4829"/>
                    </a:cubicBezTo>
                    <a:cubicBezTo>
                      <a:pt x="8631" y="4829"/>
                      <a:pt x="8612" y="4823"/>
                      <a:pt x="8594" y="4810"/>
                    </a:cubicBezTo>
                    <a:cubicBezTo>
                      <a:pt x="8506" y="4729"/>
                      <a:pt x="8410" y="4649"/>
                      <a:pt x="8308" y="4583"/>
                    </a:cubicBezTo>
                    <a:cubicBezTo>
                      <a:pt x="8141" y="4490"/>
                      <a:pt x="7942" y="4424"/>
                      <a:pt x="7752" y="4424"/>
                    </a:cubicBezTo>
                    <a:cubicBezTo>
                      <a:pt x="7626" y="4424"/>
                      <a:pt x="7504" y="4454"/>
                      <a:pt x="7399" y="4524"/>
                    </a:cubicBezTo>
                    <a:cubicBezTo>
                      <a:pt x="7333" y="4583"/>
                      <a:pt x="7252" y="4627"/>
                      <a:pt x="7164" y="4663"/>
                    </a:cubicBezTo>
                    <a:cubicBezTo>
                      <a:pt x="7137" y="4668"/>
                      <a:pt x="7109" y="4671"/>
                      <a:pt x="7081" y="4671"/>
                    </a:cubicBezTo>
                    <a:cubicBezTo>
                      <a:pt x="7026" y="4671"/>
                      <a:pt x="6968" y="4661"/>
                      <a:pt x="6915" y="4641"/>
                    </a:cubicBezTo>
                    <a:cubicBezTo>
                      <a:pt x="6475" y="4546"/>
                      <a:pt x="6006" y="4605"/>
                      <a:pt x="5573" y="4480"/>
                    </a:cubicBezTo>
                    <a:cubicBezTo>
                      <a:pt x="5008" y="4304"/>
                      <a:pt x="4591" y="3849"/>
                      <a:pt x="4459" y="3278"/>
                    </a:cubicBezTo>
                    <a:cubicBezTo>
                      <a:pt x="4422" y="3094"/>
                      <a:pt x="4415" y="2896"/>
                      <a:pt x="4283" y="2750"/>
                    </a:cubicBezTo>
                    <a:cubicBezTo>
                      <a:pt x="4232" y="2688"/>
                      <a:pt x="4151" y="2652"/>
                      <a:pt x="4069" y="2652"/>
                    </a:cubicBezTo>
                    <a:cubicBezTo>
                      <a:pt x="4045" y="2652"/>
                      <a:pt x="4020" y="2655"/>
                      <a:pt x="3997" y="2662"/>
                    </a:cubicBezTo>
                    <a:cubicBezTo>
                      <a:pt x="3828" y="2713"/>
                      <a:pt x="3806" y="2926"/>
                      <a:pt x="3850" y="3087"/>
                    </a:cubicBezTo>
                    <a:cubicBezTo>
                      <a:pt x="3892" y="3250"/>
                      <a:pt x="3761" y="3403"/>
                      <a:pt x="3607" y="3403"/>
                    </a:cubicBezTo>
                    <a:cubicBezTo>
                      <a:pt x="3573" y="3403"/>
                      <a:pt x="3539" y="3396"/>
                      <a:pt x="3505" y="3380"/>
                    </a:cubicBezTo>
                    <a:cubicBezTo>
                      <a:pt x="3293" y="3292"/>
                      <a:pt x="3117" y="3138"/>
                      <a:pt x="3007" y="2940"/>
                    </a:cubicBezTo>
                    <a:cubicBezTo>
                      <a:pt x="2904" y="2764"/>
                      <a:pt x="2904" y="2552"/>
                      <a:pt x="2992" y="2368"/>
                    </a:cubicBezTo>
                    <a:cubicBezTo>
                      <a:pt x="3146" y="2090"/>
                      <a:pt x="3454" y="2082"/>
                      <a:pt x="3725" y="2031"/>
                    </a:cubicBezTo>
                    <a:cubicBezTo>
                      <a:pt x="4429" y="1899"/>
                      <a:pt x="5045" y="1415"/>
                      <a:pt x="5764" y="1371"/>
                    </a:cubicBezTo>
                    <a:cubicBezTo>
                      <a:pt x="5806" y="1369"/>
                      <a:pt x="5849" y="1368"/>
                      <a:pt x="5891" y="1368"/>
                    </a:cubicBezTo>
                    <a:cubicBezTo>
                      <a:pt x="6032" y="1368"/>
                      <a:pt x="6173" y="1378"/>
                      <a:pt x="6313" y="1378"/>
                    </a:cubicBezTo>
                    <a:cubicBezTo>
                      <a:pt x="6372" y="1378"/>
                      <a:pt x="6431" y="1377"/>
                      <a:pt x="6489" y="1371"/>
                    </a:cubicBezTo>
                    <a:cubicBezTo>
                      <a:pt x="6768" y="1349"/>
                      <a:pt x="7171" y="1107"/>
                      <a:pt x="7186" y="843"/>
                    </a:cubicBezTo>
                    <a:cubicBezTo>
                      <a:pt x="7186" y="711"/>
                      <a:pt x="7289" y="587"/>
                      <a:pt x="7421" y="557"/>
                    </a:cubicBezTo>
                    <a:cubicBezTo>
                      <a:pt x="7553" y="528"/>
                      <a:pt x="7685" y="506"/>
                      <a:pt x="7824" y="484"/>
                    </a:cubicBezTo>
                    <a:cubicBezTo>
                      <a:pt x="7948" y="469"/>
                      <a:pt x="8077" y="458"/>
                      <a:pt x="8205" y="458"/>
                    </a:cubicBezTo>
                    <a:close/>
                    <a:moveTo>
                      <a:pt x="10273" y="0"/>
                    </a:moveTo>
                    <a:cubicBezTo>
                      <a:pt x="7487" y="0"/>
                      <a:pt x="4906" y="249"/>
                      <a:pt x="2809" y="719"/>
                    </a:cubicBezTo>
                    <a:lnTo>
                      <a:pt x="2706" y="741"/>
                    </a:lnTo>
                    <a:lnTo>
                      <a:pt x="2596" y="763"/>
                    </a:lnTo>
                    <a:lnTo>
                      <a:pt x="2296" y="836"/>
                    </a:lnTo>
                    <a:lnTo>
                      <a:pt x="2237" y="851"/>
                    </a:lnTo>
                    <a:cubicBezTo>
                      <a:pt x="1585" y="1012"/>
                      <a:pt x="947" y="1217"/>
                      <a:pt x="323" y="1474"/>
                    </a:cubicBezTo>
                    <a:cubicBezTo>
                      <a:pt x="104" y="1796"/>
                      <a:pt x="38" y="2222"/>
                      <a:pt x="16" y="2610"/>
                    </a:cubicBezTo>
                    <a:cubicBezTo>
                      <a:pt x="1" y="3043"/>
                      <a:pt x="30" y="3475"/>
                      <a:pt x="118" y="3893"/>
                    </a:cubicBezTo>
                    <a:cubicBezTo>
                      <a:pt x="177" y="4267"/>
                      <a:pt x="316" y="4627"/>
                      <a:pt x="521" y="4942"/>
                    </a:cubicBezTo>
                    <a:cubicBezTo>
                      <a:pt x="2743" y="5976"/>
                      <a:pt x="6035" y="6628"/>
                      <a:pt x="9840" y="6628"/>
                    </a:cubicBezTo>
                    <a:cubicBezTo>
                      <a:pt x="10287" y="6628"/>
                      <a:pt x="10727" y="6613"/>
                      <a:pt x="11167" y="6599"/>
                    </a:cubicBezTo>
                    <a:lnTo>
                      <a:pt x="11174" y="6599"/>
                    </a:lnTo>
                    <a:cubicBezTo>
                      <a:pt x="11255" y="6599"/>
                      <a:pt x="11336" y="6591"/>
                      <a:pt x="11424" y="6584"/>
                    </a:cubicBezTo>
                    <a:lnTo>
                      <a:pt x="11482" y="6584"/>
                    </a:lnTo>
                    <a:cubicBezTo>
                      <a:pt x="13418" y="6503"/>
                      <a:pt x="15339" y="6218"/>
                      <a:pt x="17223" y="5748"/>
                    </a:cubicBezTo>
                    <a:cubicBezTo>
                      <a:pt x="17443" y="5602"/>
                      <a:pt x="17656" y="5433"/>
                      <a:pt x="17861" y="5250"/>
                    </a:cubicBezTo>
                    <a:cubicBezTo>
                      <a:pt x="18132" y="5008"/>
                      <a:pt x="18382" y="4729"/>
                      <a:pt x="18521" y="4392"/>
                    </a:cubicBezTo>
                    <a:cubicBezTo>
                      <a:pt x="18660" y="4055"/>
                      <a:pt x="18675" y="3695"/>
                      <a:pt x="18675" y="3336"/>
                    </a:cubicBezTo>
                    <a:cubicBezTo>
                      <a:pt x="18675" y="2735"/>
                      <a:pt x="18646" y="2097"/>
                      <a:pt x="18330" y="1584"/>
                    </a:cubicBezTo>
                    <a:cubicBezTo>
                      <a:pt x="18213" y="1393"/>
                      <a:pt x="18059" y="1225"/>
                      <a:pt x="17883" y="1085"/>
                    </a:cubicBezTo>
                    <a:cubicBezTo>
                      <a:pt x="17917" y="1083"/>
                      <a:pt x="17951" y="1082"/>
                      <a:pt x="17984" y="1082"/>
                    </a:cubicBezTo>
                    <a:cubicBezTo>
                      <a:pt x="18183" y="1082"/>
                      <a:pt x="18377" y="1119"/>
                      <a:pt x="18565" y="1188"/>
                    </a:cubicBezTo>
                    <a:cubicBezTo>
                      <a:pt x="18741" y="1254"/>
                      <a:pt x="18895" y="1357"/>
                      <a:pt x="19078" y="1423"/>
                    </a:cubicBezTo>
                    <a:cubicBezTo>
                      <a:pt x="19213" y="1474"/>
                      <a:pt x="19365" y="1497"/>
                      <a:pt x="19514" y="1497"/>
                    </a:cubicBezTo>
                    <a:cubicBezTo>
                      <a:pt x="19535" y="1497"/>
                      <a:pt x="19556" y="1497"/>
                      <a:pt x="19577" y="1496"/>
                    </a:cubicBezTo>
                    <a:cubicBezTo>
                      <a:pt x="19635" y="1489"/>
                      <a:pt x="19694" y="1474"/>
                      <a:pt x="19745" y="1445"/>
                    </a:cubicBezTo>
                    <a:cubicBezTo>
                      <a:pt x="19789" y="1408"/>
                      <a:pt x="19819" y="1364"/>
                      <a:pt x="19826" y="1313"/>
                    </a:cubicBezTo>
                    <a:cubicBezTo>
                      <a:pt x="17480" y="455"/>
                      <a:pt x="14071" y="0"/>
                      <a:pt x="10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54"/>
              <p:cNvSpPr/>
              <p:nvPr/>
            </p:nvSpPr>
            <p:spPr>
              <a:xfrm>
                <a:off x="1621800" y="2597775"/>
                <a:ext cx="300100" cy="161875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6475" extrusionOk="0">
                    <a:moveTo>
                      <a:pt x="8572" y="0"/>
                    </a:moveTo>
                    <a:lnTo>
                      <a:pt x="8572" y="0"/>
                    </a:lnTo>
                    <a:cubicBezTo>
                      <a:pt x="4429" y="367"/>
                      <a:pt x="1174" y="1364"/>
                      <a:pt x="1" y="2882"/>
                    </a:cubicBezTo>
                    <a:cubicBezTo>
                      <a:pt x="1445" y="4956"/>
                      <a:pt x="6050" y="6474"/>
                      <a:pt x="11849" y="6474"/>
                    </a:cubicBezTo>
                    <a:lnTo>
                      <a:pt x="12003" y="6474"/>
                    </a:lnTo>
                    <a:cubicBezTo>
                      <a:pt x="11526" y="6240"/>
                      <a:pt x="11006" y="6122"/>
                      <a:pt x="10478" y="6115"/>
                    </a:cubicBezTo>
                    <a:cubicBezTo>
                      <a:pt x="10280" y="6115"/>
                      <a:pt x="10077" y="6130"/>
                      <a:pt x="9877" y="6130"/>
                    </a:cubicBezTo>
                    <a:cubicBezTo>
                      <a:pt x="9655" y="6130"/>
                      <a:pt x="9436" y="6111"/>
                      <a:pt x="9232" y="6034"/>
                    </a:cubicBezTo>
                    <a:cubicBezTo>
                      <a:pt x="9041" y="5961"/>
                      <a:pt x="8872" y="5844"/>
                      <a:pt x="8689" y="5778"/>
                    </a:cubicBezTo>
                    <a:cubicBezTo>
                      <a:pt x="8507" y="5712"/>
                      <a:pt x="8310" y="5694"/>
                      <a:pt x="8110" y="5694"/>
                    </a:cubicBezTo>
                    <a:cubicBezTo>
                      <a:pt x="7863" y="5694"/>
                      <a:pt x="7609" y="5722"/>
                      <a:pt x="7369" y="5722"/>
                    </a:cubicBezTo>
                    <a:cubicBezTo>
                      <a:pt x="7060" y="5722"/>
                      <a:pt x="6773" y="5677"/>
                      <a:pt x="6548" y="5470"/>
                    </a:cubicBezTo>
                    <a:cubicBezTo>
                      <a:pt x="6512" y="5440"/>
                      <a:pt x="6490" y="5396"/>
                      <a:pt x="6475" y="5360"/>
                    </a:cubicBezTo>
                    <a:cubicBezTo>
                      <a:pt x="6460" y="5242"/>
                      <a:pt x="6614" y="5176"/>
                      <a:pt x="6666" y="5074"/>
                    </a:cubicBezTo>
                    <a:cubicBezTo>
                      <a:pt x="6695" y="4986"/>
                      <a:pt x="6688" y="4890"/>
                      <a:pt x="6636" y="4810"/>
                    </a:cubicBezTo>
                    <a:cubicBezTo>
                      <a:pt x="6512" y="4553"/>
                      <a:pt x="6306" y="4355"/>
                      <a:pt x="6042" y="4238"/>
                    </a:cubicBezTo>
                    <a:cubicBezTo>
                      <a:pt x="6006" y="4223"/>
                      <a:pt x="5969" y="4216"/>
                      <a:pt x="5932" y="4216"/>
                    </a:cubicBezTo>
                    <a:cubicBezTo>
                      <a:pt x="5772" y="4216"/>
                      <a:pt x="5628" y="4352"/>
                      <a:pt x="5646" y="4531"/>
                    </a:cubicBezTo>
                    <a:cubicBezTo>
                      <a:pt x="5661" y="4707"/>
                      <a:pt x="5522" y="4861"/>
                      <a:pt x="5346" y="4861"/>
                    </a:cubicBezTo>
                    <a:cubicBezTo>
                      <a:pt x="4620" y="4861"/>
                      <a:pt x="3916" y="4612"/>
                      <a:pt x="3359" y="4143"/>
                    </a:cubicBezTo>
                    <a:cubicBezTo>
                      <a:pt x="3080" y="3908"/>
                      <a:pt x="2816" y="3505"/>
                      <a:pt x="3220" y="3197"/>
                    </a:cubicBezTo>
                    <a:cubicBezTo>
                      <a:pt x="3300" y="3138"/>
                      <a:pt x="3388" y="3094"/>
                      <a:pt x="3484" y="3065"/>
                    </a:cubicBezTo>
                    <a:cubicBezTo>
                      <a:pt x="3718" y="2992"/>
                      <a:pt x="4026" y="2801"/>
                      <a:pt x="3997" y="2544"/>
                    </a:cubicBezTo>
                    <a:cubicBezTo>
                      <a:pt x="3975" y="2324"/>
                      <a:pt x="3726" y="2148"/>
                      <a:pt x="3835" y="1936"/>
                    </a:cubicBezTo>
                    <a:cubicBezTo>
                      <a:pt x="3872" y="1870"/>
                      <a:pt x="3923" y="1826"/>
                      <a:pt x="3982" y="1796"/>
                    </a:cubicBezTo>
                    <a:cubicBezTo>
                      <a:pt x="4649" y="1430"/>
                      <a:pt x="5646" y="1650"/>
                      <a:pt x="6094" y="1034"/>
                    </a:cubicBezTo>
                    <a:cubicBezTo>
                      <a:pt x="6160" y="939"/>
                      <a:pt x="6211" y="829"/>
                      <a:pt x="6284" y="741"/>
                    </a:cubicBezTo>
                    <a:cubicBezTo>
                      <a:pt x="6548" y="433"/>
                      <a:pt x="7010" y="447"/>
                      <a:pt x="7406" y="425"/>
                    </a:cubicBezTo>
                    <a:cubicBezTo>
                      <a:pt x="7787" y="403"/>
                      <a:pt x="8176" y="308"/>
                      <a:pt x="8476" y="81"/>
                    </a:cubicBezTo>
                    <a:cubicBezTo>
                      <a:pt x="8513" y="59"/>
                      <a:pt x="8542" y="29"/>
                      <a:pt x="85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54"/>
              <p:cNvSpPr/>
              <p:nvPr/>
            </p:nvSpPr>
            <p:spPr>
              <a:xfrm>
                <a:off x="1650225" y="2624850"/>
                <a:ext cx="85075" cy="91125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3645" extrusionOk="0">
                    <a:moveTo>
                      <a:pt x="3227" y="1"/>
                    </a:moveTo>
                    <a:cubicBezTo>
                      <a:pt x="2963" y="1"/>
                      <a:pt x="2429" y="154"/>
                      <a:pt x="2339" y="171"/>
                    </a:cubicBezTo>
                    <a:cubicBezTo>
                      <a:pt x="1965" y="237"/>
                      <a:pt x="1591" y="340"/>
                      <a:pt x="1239" y="479"/>
                    </a:cubicBezTo>
                    <a:cubicBezTo>
                      <a:pt x="880" y="618"/>
                      <a:pt x="580" y="860"/>
                      <a:pt x="367" y="1183"/>
                    </a:cubicBezTo>
                    <a:cubicBezTo>
                      <a:pt x="0" y="1762"/>
                      <a:pt x="110" y="2517"/>
                      <a:pt x="624" y="2972"/>
                    </a:cubicBezTo>
                    <a:cubicBezTo>
                      <a:pt x="822" y="3140"/>
                      <a:pt x="1049" y="3272"/>
                      <a:pt x="1283" y="3368"/>
                    </a:cubicBezTo>
                    <a:cubicBezTo>
                      <a:pt x="1355" y="3403"/>
                      <a:pt x="1861" y="3644"/>
                      <a:pt x="2049" y="3644"/>
                    </a:cubicBezTo>
                    <a:cubicBezTo>
                      <a:pt x="2092" y="3644"/>
                      <a:pt x="2118" y="3632"/>
                      <a:pt x="2119" y="3602"/>
                    </a:cubicBezTo>
                    <a:cubicBezTo>
                      <a:pt x="2119" y="3551"/>
                      <a:pt x="2031" y="3507"/>
                      <a:pt x="1995" y="3485"/>
                    </a:cubicBezTo>
                    <a:cubicBezTo>
                      <a:pt x="1899" y="3434"/>
                      <a:pt x="1826" y="3360"/>
                      <a:pt x="1775" y="3272"/>
                    </a:cubicBezTo>
                    <a:cubicBezTo>
                      <a:pt x="1745" y="3184"/>
                      <a:pt x="1738" y="3096"/>
                      <a:pt x="1738" y="3008"/>
                    </a:cubicBezTo>
                    <a:cubicBezTo>
                      <a:pt x="1731" y="2920"/>
                      <a:pt x="1679" y="2832"/>
                      <a:pt x="1599" y="2788"/>
                    </a:cubicBezTo>
                    <a:cubicBezTo>
                      <a:pt x="1437" y="2664"/>
                      <a:pt x="1283" y="2480"/>
                      <a:pt x="1320" y="2282"/>
                    </a:cubicBezTo>
                    <a:cubicBezTo>
                      <a:pt x="1349" y="2158"/>
                      <a:pt x="1459" y="2062"/>
                      <a:pt x="1533" y="1945"/>
                    </a:cubicBezTo>
                    <a:cubicBezTo>
                      <a:pt x="1606" y="1835"/>
                      <a:pt x="1628" y="1659"/>
                      <a:pt x="1518" y="1586"/>
                    </a:cubicBezTo>
                    <a:cubicBezTo>
                      <a:pt x="1481" y="1564"/>
                      <a:pt x="1437" y="1557"/>
                      <a:pt x="1393" y="1549"/>
                    </a:cubicBezTo>
                    <a:cubicBezTo>
                      <a:pt x="1345" y="1543"/>
                      <a:pt x="1296" y="1539"/>
                      <a:pt x="1247" y="1539"/>
                    </a:cubicBezTo>
                    <a:cubicBezTo>
                      <a:pt x="1132" y="1539"/>
                      <a:pt x="1017" y="1557"/>
                      <a:pt x="910" y="1593"/>
                    </a:cubicBezTo>
                    <a:cubicBezTo>
                      <a:pt x="888" y="1608"/>
                      <a:pt x="858" y="1608"/>
                      <a:pt x="829" y="1608"/>
                    </a:cubicBezTo>
                    <a:cubicBezTo>
                      <a:pt x="792" y="1593"/>
                      <a:pt x="778" y="1549"/>
                      <a:pt x="778" y="1505"/>
                    </a:cubicBezTo>
                    <a:cubicBezTo>
                      <a:pt x="748" y="1234"/>
                      <a:pt x="902" y="970"/>
                      <a:pt x="1151" y="845"/>
                    </a:cubicBezTo>
                    <a:cubicBezTo>
                      <a:pt x="1291" y="794"/>
                      <a:pt x="1437" y="757"/>
                      <a:pt x="1584" y="728"/>
                    </a:cubicBezTo>
                    <a:cubicBezTo>
                      <a:pt x="1657" y="706"/>
                      <a:pt x="1731" y="677"/>
                      <a:pt x="1789" y="633"/>
                    </a:cubicBezTo>
                    <a:cubicBezTo>
                      <a:pt x="1848" y="581"/>
                      <a:pt x="1892" y="523"/>
                      <a:pt x="1958" y="479"/>
                    </a:cubicBezTo>
                    <a:cubicBezTo>
                      <a:pt x="2075" y="398"/>
                      <a:pt x="2229" y="398"/>
                      <a:pt x="2361" y="384"/>
                    </a:cubicBezTo>
                    <a:cubicBezTo>
                      <a:pt x="2501" y="376"/>
                      <a:pt x="3402" y="222"/>
                      <a:pt x="3373" y="54"/>
                    </a:cubicBezTo>
                    <a:cubicBezTo>
                      <a:pt x="3364" y="15"/>
                      <a:pt x="3308" y="1"/>
                      <a:pt x="3227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54"/>
              <p:cNvSpPr/>
              <p:nvPr/>
            </p:nvSpPr>
            <p:spPr>
              <a:xfrm>
                <a:off x="1875500" y="2602850"/>
                <a:ext cx="359275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14371" h="6272" extrusionOk="0">
                    <a:moveTo>
                      <a:pt x="2126" y="0"/>
                    </a:moveTo>
                    <a:cubicBezTo>
                      <a:pt x="2087" y="0"/>
                      <a:pt x="2048" y="1"/>
                      <a:pt x="2009" y="2"/>
                    </a:cubicBezTo>
                    <a:cubicBezTo>
                      <a:pt x="1357" y="17"/>
                      <a:pt x="726" y="230"/>
                      <a:pt x="139" y="516"/>
                    </a:cubicBezTo>
                    <a:cubicBezTo>
                      <a:pt x="81" y="545"/>
                      <a:pt x="15" y="582"/>
                      <a:pt x="7" y="648"/>
                    </a:cubicBezTo>
                    <a:cubicBezTo>
                      <a:pt x="0" y="736"/>
                      <a:pt x="110" y="794"/>
                      <a:pt x="205" y="816"/>
                    </a:cubicBezTo>
                    <a:cubicBezTo>
                      <a:pt x="467" y="883"/>
                      <a:pt x="733" y="950"/>
                      <a:pt x="1001" y="950"/>
                    </a:cubicBezTo>
                    <a:cubicBezTo>
                      <a:pt x="1056" y="950"/>
                      <a:pt x="1111" y="947"/>
                      <a:pt x="1166" y="941"/>
                    </a:cubicBezTo>
                    <a:cubicBezTo>
                      <a:pt x="1503" y="912"/>
                      <a:pt x="1818" y="758"/>
                      <a:pt x="2163" y="758"/>
                    </a:cubicBezTo>
                    <a:cubicBezTo>
                      <a:pt x="2405" y="758"/>
                      <a:pt x="2640" y="838"/>
                      <a:pt x="2882" y="890"/>
                    </a:cubicBezTo>
                    <a:cubicBezTo>
                      <a:pt x="3070" y="929"/>
                      <a:pt x="3262" y="947"/>
                      <a:pt x="3455" y="947"/>
                    </a:cubicBezTo>
                    <a:cubicBezTo>
                      <a:pt x="3698" y="947"/>
                      <a:pt x="3942" y="917"/>
                      <a:pt x="4179" y="860"/>
                    </a:cubicBezTo>
                    <a:cubicBezTo>
                      <a:pt x="4203" y="851"/>
                      <a:pt x="4227" y="847"/>
                      <a:pt x="4250" y="847"/>
                    </a:cubicBezTo>
                    <a:cubicBezTo>
                      <a:pt x="4357" y="847"/>
                      <a:pt x="4452" y="937"/>
                      <a:pt x="4458" y="1051"/>
                    </a:cubicBezTo>
                    <a:cubicBezTo>
                      <a:pt x="4458" y="1190"/>
                      <a:pt x="4304" y="1234"/>
                      <a:pt x="4179" y="1249"/>
                    </a:cubicBezTo>
                    <a:lnTo>
                      <a:pt x="3945" y="1278"/>
                    </a:lnTo>
                    <a:cubicBezTo>
                      <a:pt x="3805" y="1293"/>
                      <a:pt x="3783" y="1483"/>
                      <a:pt x="3908" y="1535"/>
                    </a:cubicBezTo>
                    <a:lnTo>
                      <a:pt x="3959" y="1564"/>
                    </a:lnTo>
                    <a:cubicBezTo>
                      <a:pt x="4354" y="1774"/>
                      <a:pt x="4791" y="1880"/>
                      <a:pt x="5232" y="1880"/>
                    </a:cubicBezTo>
                    <a:cubicBezTo>
                      <a:pt x="5454" y="1880"/>
                      <a:pt x="5676" y="1853"/>
                      <a:pt x="5895" y="1799"/>
                    </a:cubicBezTo>
                    <a:cubicBezTo>
                      <a:pt x="5961" y="1784"/>
                      <a:pt x="6020" y="1740"/>
                      <a:pt x="6042" y="1674"/>
                    </a:cubicBezTo>
                    <a:cubicBezTo>
                      <a:pt x="6085" y="1535"/>
                      <a:pt x="5902" y="1483"/>
                      <a:pt x="5961" y="1337"/>
                    </a:cubicBezTo>
                    <a:cubicBezTo>
                      <a:pt x="5990" y="1278"/>
                      <a:pt x="6049" y="1234"/>
                      <a:pt x="6115" y="1227"/>
                    </a:cubicBezTo>
                    <a:cubicBezTo>
                      <a:pt x="6125" y="1226"/>
                      <a:pt x="6136" y="1226"/>
                      <a:pt x="6146" y="1226"/>
                    </a:cubicBezTo>
                    <a:cubicBezTo>
                      <a:pt x="6259" y="1226"/>
                      <a:pt x="6365" y="1263"/>
                      <a:pt x="6452" y="1337"/>
                    </a:cubicBezTo>
                    <a:lnTo>
                      <a:pt x="7222" y="1806"/>
                    </a:lnTo>
                    <a:cubicBezTo>
                      <a:pt x="7325" y="1872"/>
                      <a:pt x="7442" y="1953"/>
                      <a:pt x="7464" y="2077"/>
                    </a:cubicBezTo>
                    <a:cubicBezTo>
                      <a:pt x="7464" y="2180"/>
                      <a:pt x="7427" y="2275"/>
                      <a:pt x="7361" y="2356"/>
                    </a:cubicBezTo>
                    <a:lnTo>
                      <a:pt x="7251" y="2539"/>
                    </a:lnTo>
                    <a:cubicBezTo>
                      <a:pt x="7064" y="2829"/>
                      <a:pt x="7319" y="3134"/>
                      <a:pt x="7584" y="3134"/>
                    </a:cubicBezTo>
                    <a:cubicBezTo>
                      <a:pt x="7682" y="3134"/>
                      <a:pt x="7781" y="3092"/>
                      <a:pt x="7860" y="2994"/>
                    </a:cubicBezTo>
                    <a:lnTo>
                      <a:pt x="7867" y="2979"/>
                    </a:lnTo>
                    <a:cubicBezTo>
                      <a:pt x="7920" y="2903"/>
                      <a:pt x="8003" y="2864"/>
                      <a:pt x="8087" y="2864"/>
                    </a:cubicBezTo>
                    <a:cubicBezTo>
                      <a:pt x="8156" y="2864"/>
                      <a:pt x="8225" y="2890"/>
                      <a:pt x="8278" y="2942"/>
                    </a:cubicBezTo>
                    <a:cubicBezTo>
                      <a:pt x="8373" y="3038"/>
                      <a:pt x="8417" y="3177"/>
                      <a:pt x="8388" y="3309"/>
                    </a:cubicBezTo>
                    <a:cubicBezTo>
                      <a:pt x="8329" y="3566"/>
                      <a:pt x="8080" y="3734"/>
                      <a:pt x="7830" y="3815"/>
                    </a:cubicBezTo>
                    <a:cubicBezTo>
                      <a:pt x="7627" y="3883"/>
                      <a:pt x="7415" y="3919"/>
                      <a:pt x="7202" y="3919"/>
                    </a:cubicBezTo>
                    <a:cubicBezTo>
                      <a:pt x="7046" y="3919"/>
                      <a:pt x="6890" y="3899"/>
                      <a:pt x="6738" y="3859"/>
                    </a:cubicBezTo>
                    <a:cubicBezTo>
                      <a:pt x="6337" y="3762"/>
                      <a:pt x="5937" y="3524"/>
                      <a:pt x="5532" y="3524"/>
                    </a:cubicBezTo>
                    <a:cubicBezTo>
                      <a:pt x="5448" y="3524"/>
                      <a:pt x="5364" y="3534"/>
                      <a:pt x="5279" y="3558"/>
                    </a:cubicBezTo>
                    <a:cubicBezTo>
                      <a:pt x="4993" y="3639"/>
                      <a:pt x="4773" y="3866"/>
                      <a:pt x="4495" y="3976"/>
                    </a:cubicBezTo>
                    <a:cubicBezTo>
                      <a:pt x="4343" y="4038"/>
                      <a:pt x="4188" y="4062"/>
                      <a:pt x="4030" y="4062"/>
                    </a:cubicBezTo>
                    <a:cubicBezTo>
                      <a:pt x="3502" y="4062"/>
                      <a:pt x="2943" y="3796"/>
                      <a:pt x="2393" y="3796"/>
                    </a:cubicBezTo>
                    <a:cubicBezTo>
                      <a:pt x="2311" y="3796"/>
                      <a:pt x="2230" y="3801"/>
                      <a:pt x="2148" y="3815"/>
                    </a:cubicBezTo>
                    <a:cubicBezTo>
                      <a:pt x="2082" y="3822"/>
                      <a:pt x="2002" y="3844"/>
                      <a:pt x="1987" y="3947"/>
                    </a:cubicBezTo>
                    <a:cubicBezTo>
                      <a:pt x="1980" y="4020"/>
                      <a:pt x="2016" y="4094"/>
                      <a:pt x="2082" y="4130"/>
                    </a:cubicBezTo>
                    <a:cubicBezTo>
                      <a:pt x="2383" y="4336"/>
                      <a:pt x="2720" y="4490"/>
                      <a:pt x="3072" y="4570"/>
                    </a:cubicBezTo>
                    <a:cubicBezTo>
                      <a:pt x="3292" y="4621"/>
                      <a:pt x="3549" y="4658"/>
                      <a:pt x="3644" y="4893"/>
                    </a:cubicBezTo>
                    <a:cubicBezTo>
                      <a:pt x="3710" y="5076"/>
                      <a:pt x="3659" y="5274"/>
                      <a:pt x="3505" y="5399"/>
                    </a:cubicBezTo>
                    <a:cubicBezTo>
                      <a:pt x="3336" y="5549"/>
                      <a:pt x="3127" y="5592"/>
                      <a:pt x="2911" y="5592"/>
                    </a:cubicBezTo>
                    <a:cubicBezTo>
                      <a:pt x="2781" y="5592"/>
                      <a:pt x="2649" y="5577"/>
                      <a:pt x="2522" y="5560"/>
                    </a:cubicBezTo>
                    <a:cubicBezTo>
                      <a:pt x="2354" y="5531"/>
                      <a:pt x="2192" y="5523"/>
                      <a:pt x="2024" y="5523"/>
                    </a:cubicBezTo>
                    <a:cubicBezTo>
                      <a:pt x="1862" y="5531"/>
                      <a:pt x="1782" y="5721"/>
                      <a:pt x="1899" y="5839"/>
                    </a:cubicBezTo>
                    <a:lnTo>
                      <a:pt x="1906" y="5853"/>
                    </a:lnTo>
                    <a:cubicBezTo>
                      <a:pt x="1980" y="5934"/>
                      <a:pt x="1980" y="6051"/>
                      <a:pt x="1906" y="6124"/>
                    </a:cubicBezTo>
                    <a:cubicBezTo>
                      <a:pt x="1870" y="6168"/>
                      <a:pt x="1840" y="6220"/>
                      <a:pt x="1818" y="6271"/>
                    </a:cubicBezTo>
                    <a:cubicBezTo>
                      <a:pt x="7611" y="6249"/>
                      <a:pt x="12772" y="4709"/>
                      <a:pt x="14370" y="2635"/>
                    </a:cubicBezTo>
                    <a:cubicBezTo>
                      <a:pt x="13410" y="1454"/>
                      <a:pt x="11188" y="589"/>
                      <a:pt x="8270" y="105"/>
                    </a:cubicBezTo>
                    <a:cubicBezTo>
                      <a:pt x="7934" y="45"/>
                      <a:pt x="7593" y="16"/>
                      <a:pt x="7253" y="16"/>
                    </a:cubicBezTo>
                    <a:cubicBezTo>
                      <a:pt x="6970" y="16"/>
                      <a:pt x="6687" y="36"/>
                      <a:pt x="6408" y="76"/>
                    </a:cubicBezTo>
                    <a:cubicBezTo>
                      <a:pt x="5924" y="142"/>
                      <a:pt x="5433" y="178"/>
                      <a:pt x="4942" y="186"/>
                    </a:cubicBezTo>
                    <a:cubicBezTo>
                      <a:pt x="4845" y="188"/>
                      <a:pt x="4748" y="189"/>
                      <a:pt x="4652" y="189"/>
                    </a:cubicBezTo>
                    <a:cubicBezTo>
                      <a:pt x="4177" y="189"/>
                      <a:pt x="3701" y="160"/>
                      <a:pt x="3226" y="105"/>
                    </a:cubicBezTo>
                    <a:cubicBezTo>
                      <a:pt x="2862" y="59"/>
                      <a:pt x="2491" y="0"/>
                      <a:pt x="21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54"/>
              <p:cNvSpPr/>
              <p:nvPr/>
            </p:nvSpPr>
            <p:spPr>
              <a:xfrm>
                <a:off x="2061725" y="2630725"/>
                <a:ext cx="129975" cy="103000"/>
              </a:xfrm>
              <a:custGeom>
                <a:avLst/>
                <a:gdLst/>
                <a:ahLst/>
                <a:cxnLst/>
                <a:rect l="l" t="t" r="r" b="b"/>
                <a:pathLst>
                  <a:path w="5199" h="4120" extrusionOk="0">
                    <a:moveTo>
                      <a:pt x="2443" y="1"/>
                    </a:moveTo>
                    <a:cubicBezTo>
                      <a:pt x="2370" y="1"/>
                      <a:pt x="2299" y="37"/>
                      <a:pt x="2258" y="105"/>
                    </a:cubicBezTo>
                    <a:cubicBezTo>
                      <a:pt x="2214" y="215"/>
                      <a:pt x="2266" y="339"/>
                      <a:pt x="2368" y="390"/>
                    </a:cubicBezTo>
                    <a:cubicBezTo>
                      <a:pt x="2471" y="442"/>
                      <a:pt x="2581" y="471"/>
                      <a:pt x="2691" y="486"/>
                    </a:cubicBezTo>
                    <a:cubicBezTo>
                      <a:pt x="2911" y="515"/>
                      <a:pt x="3116" y="588"/>
                      <a:pt x="3307" y="691"/>
                    </a:cubicBezTo>
                    <a:cubicBezTo>
                      <a:pt x="3475" y="779"/>
                      <a:pt x="3651" y="926"/>
                      <a:pt x="3644" y="1116"/>
                    </a:cubicBezTo>
                    <a:cubicBezTo>
                      <a:pt x="3644" y="1248"/>
                      <a:pt x="3556" y="1366"/>
                      <a:pt x="3475" y="1476"/>
                    </a:cubicBezTo>
                    <a:cubicBezTo>
                      <a:pt x="3402" y="1586"/>
                      <a:pt x="3336" y="1725"/>
                      <a:pt x="3395" y="1849"/>
                    </a:cubicBezTo>
                    <a:cubicBezTo>
                      <a:pt x="3439" y="1930"/>
                      <a:pt x="3505" y="2003"/>
                      <a:pt x="3585" y="2055"/>
                    </a:cubicBezTo>
                    <a:cubicBezTo>
                      <a:pt x="3666" y="2106"/>
                      <a:pt x="3710" y="2201"/>
                      <a:pt x="3695" y="2304"/>
                    </a:cubicBezTo>
                    <a:cubicBezTo>
                      <a:pt x="3666" y="2370"/>
                      <a:pt x="3607" y="2421"/>
                      <a:pt x="3534" y="2451"/>
                    </a:cubicBezTo>
                    <a:cubicBezTo>
                      <a:pt x="3380" y="2546"/>
                      <a:pt x="3219" y="2612"/>
                      <a:pt x="3050" y="2663"/>
                    </a:cubicBezTo>
                    <a:cubicBezTo>
                      <a:pt x="2916" y="2702"/>
                      <a:pt x="2779" y="2712"/>
                      <a:pt x="2642" y="2712"/>
                    </a:cubicBezTo>
                    <a:cubicBezTo>
                      <a:pt x="2517" y="2712"/>
                      <a:pt x="2391" y="2703"/>
                      <a:pt x="2266" y="2700"/>
                    </a:cubicBezTo>
                    <a:cubicBezTo>
                      <a:pt x="2112" y="2700"/>
                      <a:pt x="1965" y="2700"/>
                      <a:pt x="1811" y="2715"/>
                    </a:cubicBezTo>
                    <a:cubicBezTo>
                      <a:pt x="1716" y="2715"/>
                      <a:pt x="1621" y="2737"/>
                      <a:pt x="1540" y="2773"/>
                    </a:cubicBezTo>
                    <a:cubicBezTo>
                      <a:pt x="1445" y="2817"/>
                      <a:pt x="1393" y="2905"/>
                      <a:pt x="1393" y="3008"/>
                    </a:cubicBezTo>
                    <a:cubicBezTo>
                      <a:pt x="1399" y="3089"/>
                      <a:pt x="1469" y="3154"/>
                      <a:pt x="1548" y="3154"/>
                    </a:cubicBezTo>
                    <a:cubicBezTo>
                      <a:pt x="1562" y="3154"/>
                      <a:pt x="1577" y="3152"/>
                      <a:pt x="1591" y="3147"/>
                    </a:cubicBezTo>
                    <a:cubicBezTo>
                      <a:pt x="1657" y="3199"/>
                      <a:pt x="1657" y="3294"/>
                      <a:pt x="1599" y="3353"/>
                    </a:cubicBezTo>
                    <a:cubicBezTo>
                      <a:pt x="1540" y="3404"/>
                      <a:pt x="1474" y="3440"/>
                      <a:pt x="1393" y="3448"/>
                    </a:cubicBezTo>
                    <a:cubicBezTo>
                      <a:pt x="1107" y="3536"/>
                      <a:pt x="814" y="3587"/>
                      <a:pt x="521" y="3602"/>
                    </a:cubicBezTo>
                    <a:cubicBezTo>
                      <a:pt x="418" y="3602"/>
                      <a:pt x="315" y="3609"/>
                      <a:pt x="213" y="3624"/>
                    </a:cubicBezTo>
                    <a:cubicBezTo>
                      <a:pt x="110" y="3653"/>
                      <a:pt x="30" y="3726"/>
                      <a:pt x="8" y="3829"/>
                    </a:cubicBezTo>
                    <a:cubicBezTo>
                      <a:pt x="0" y="3961"/>
                      <a:pt x="88" y="4078"/>
                      <a:pt x="220" y="4108"/>
                    </a:cubicBezTo>
                    <a:cubicBezTo>
                      <a:pt x="265" y="4116"/>
                      <a:pt x="311" y="4120"/>
                      <a:pt x="356" y="4120"/>
                    </a:cubicBezTo>
                    <a:cubicBezTo>
                      <a:pt x="438" y="4120"/>
                      <a:pt x="519" y="4107"/>
                      <a:pt x="594" y="4078"/>
                    </a:cubicBezTo>
                    <a:cubicBezTo>
                      <a:pt x="1672" y="3822"/>
                      <a:pt x="2713" y="3448"/>
                      <a:pt x="3798" y="3221"/>
                    </a:cubicBezTo>
                    <a:cubicBezTo>
                      <a:pt x="4157" y="3140"/>
                      <a:pt x="4546" y="3059"/>
                      <a:pt x="4788" y="2788"/>
                    </a:cubicBezTo>
                    <a:cubicBezTo>
                      <a:pt x="4920" y="2612"/>
                      <a:pt x="5008" y="2407"/>
                      <a:pt x="5059" y="2187"/>
                    </a:cubicBezTo>
                    <a:cubicBezTo>
                      <a:pt x="5132" y="1923"/>
                      <a:pt x="5198" y="1637"/>
                      <a:pt x="5081" y="1373"/>
                    </a:cubicBezTo>
                    <a:cubicBezTo>
                      <a:pt x="4971" y="1116"/>
                      <a:pt x="4693" y="962"/>
                      <a:pt x="4443" y="838"/>
                    </a:cubicBezTo>
                    <a:cubicBezTo>
                      <a:pt x="4165" y="684"/>
                      <a:pt x="3879" y="559"/>
                      <a:pt x="3578" y="471"/>
                    </a:cubicBezTo>
                    <a:cubicBezTo>
                      <a:pt x="3270" y="383"/>
                      <a:pt x="2992" y="200"/>
                      <a:pt x="2698" y="68"/>
                    </a:cubicBezTo>
                    <a:cubicBezTo>
                      <a:pt x="2625" y="31"/>
                      <a:pt x="2544" y="9"/>
                      <a:pt x="2464" y="2"/>
                    </a:cubicBezTo>
                    <a:cubicBezTo>
                      <a:pt x="2457" y="1"/>
                      <a:pt x="2450" y="1"/>
                      <a:pt x="24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54"/>
              <p:cNvSpPr/>
              <p:nvPr/>
            </p:nvSpPr>
            <p:spPr>
              <a:xfrm>
                <a:off x="1828575" y="2748300"/>
                <a:ext cx="169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6775" h="454" extrusionOk="0">
                    <a:moveTo>
                      <a:pt x="6437" y="0"/>
                    </a:moveTo>
                    <a:cubicBezTo>
                      <a:pt x="6406" y="0"/>
                      <a:pt x="6375" y="3"/>
                      <a:pt x="6342" y="6"/>
                    </a:cubicBezTo>
                    <a:cubicBezTo>
                      <a:pt x="5822" y="28"/>
                      <a:pt x="5308" y="72"/>
                      <a:pt x="4795" y="109"/>
                    </a:cubicBezTo>
                    <a:cubicBezTo>
                      <a:pt x="4471" y="133"/>
                      <a:pt x="4146" y="155"/>
                      <a:pt x="3824" y="155"/>
                    </a:cubicBezTo>
                    <a:cubicBezTo>
                      <a:pt x="3564" y="155"/>
                      <a:pt x="3306" y="141"/>
                      <a:pt x="3050" y="101"/>
                    </a:cubicBezTo>
                    <a:cubicBezTo>
                      <a:pt x="2851" y="70"/>
                      <a:pt x="2646" y="23"/>
                      <a:pt x="2441" y="23"/>
                    </a:cubicBezTo>
                    <a:cubicBezTo>
                      <a:pt x="2405" y="23"/>
                      <a:pt x="2368" y="25"/>
                      <a:pt x="2332" y="28"/>
                    </a:cubicBezTo>
                    <a:cubicBezTo>
                      <a:pt x="2236" y="43"/>
                      <a:pt x="2141" y="65"/>
                      <a:pt x="2053" y="101"/>
                    </a:cubicBezTo>
                    <a:cubicBezTo>
                      <a:pt x="2002" y="123"/>
                      <a:pt x="1958" y="145"/>
                      <a:pt x="1906" y="167"/>
                    </a:cubicBezTo>
                    <a:cubicBezTo>
                      <a:pt x="1826" y="189"/>
                      <a:pt x="1738" y="204"/>
                      <a:pt x="1650" y="204"/>
                    </a:cubicBezTo>
                    <a:cubicBezTo>
                      <a:pt x="1573" y="208"/>
                      <a:pt x="1496" y="209"/>
                      <a:pt x="1419" y="209"/>
                    </a:cubicBezTo>
                    <a:cubicBezTo>
                      <a:pt x="1034" y="209"/>
                      <a:pt x="650" y="164"/>
                      <a:pt x="271" y="72"/>
                    </a:cubicBezTo>
                    <a:cubicBezTo>
                      <a:pt x="234" y="61"/>
                      <a:pt x="192" y="54"/>
                      <a:pt x="150" y="54"/>
                    </a:cubicBezTo>
                    <a:cubicBezTo>
                      <a:pt x="134" y="54"/>
                      <a:pt x="119" y="55"/>
                      <a:pt x="103" y="57"/>
                    </a:cubicBezTo>
                    <a:cubicBezTo>
                      <a:pt x="44" y="72"/>
                      <a:pt x="0" y="131"/>
                      <a:pt x="8" y="189"/>
                    </a:cubicBezTo>
                    <a:cubicBezTo>
                      <a:pt x="22" y="219"/>
                      <a:pt x="44" y="248"/>
                      <a:pt x="74" y="263"/>
                    </a:cubicBezTo>
                    <a:cubicBezTo>
                      <a:pt x="1232" y="394"/>
                      <a:pt x="2390" y="453"/>
                      <a:pt x="3556" y="453"/>
                    </a:cubicBezTo>
                    <a:cubicBezTo>
                      <a:pt x="4656" y="453"/>
                      <a:pt x="5726" y="402"/>
                      <a:pt x="6760" y="299"/>
                    </a:cubicBezTo>
                    <a:cubicBezTo>
                      <a:pt x="6775" y="233"/>
                      <a:pt x="6753" y="167"/>
                      <a:pt x="6709" y="123"/>
                    </a:cubicBezTo>
                    <a:cubicBezTo>
                      <a:pt x="6629" y="27"/>
                      <a:pt x="6541" y="0"/>
                      <a:pt x="6437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54"/>
              <p:cNvSpPr/>
              <p:nvPr/>
            </p:nvSpPr>
            <p:spPr>
              <a:xfrm>
                <a:off x="1938900" y="2592750"/>
                <a:ext cx="14950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980" h="806" extrusionOk="0">
                    <a:moveTo>
                      <a:pt x="643" y="0"/>
                    </a:moveTo>
                    <a:cubicBezTo>
                      <a:pt x="444" y="0"/>
                      <a:pt x="244" y="6"/>
                      <a:pt x="45" y="18"/>
                    </a:cubicBezTo>
                    <a:cubicBezTo>
                      <a:pt x="1" y="84"/>
                      <a:pt x="104" y="143"/>
                      <a:pt x="184" y="165"/>
                    </a:cubicBezTo>
                    <a:cubicBezTo>
                      <a:pt x="675" y="296"/>
                      <a:pt x="1211" y="223"/>
                      <a:pt x="1717" y="318"/>
                    </a:cubicBezTo>
                    <a:cubicBezTo>
                      <a:pt x="1893" y="348"/>
                      <a:pt x="2076" y="406"/>
                      <a:pt x="2259" y="428"/>
                    </a:cubicBezTo>
                    <a:cubicBezTo>
                      <a:pt x="2398" y="443"/>
                      <a:pt x="2545" y="443"/>
                      <a:pt x="2692" y="443"/>
                    </a:cubicBezTo>
                    <a:cubicBezTo>
                      <a:pt x="2948" y="458"/>
                      <a:pt x="3205" y="494"/>
                      <a:pt x="3462" y="560"/>
                    </a:cubicBezTo>
                    <a:cubicBezTo>
                      <a:pt x="3615" y="612"/>
                      <a:pt x="3777" y="648"/>
                      <a:pt x="3938" y="670"/>
                    </a:cubicBezTo>
                    <a:cubicBezTo>
                      <a:pt x="4008" y="673"/>
                      <a:pt x="4078" y="675"/>
                      <a:pt x="4148" y="675"/>
                    </a:cubicBezTo>
                    <a:cubicBezTo>
                      <a:pt x="4246" y="675"/>
                      <a:pt x="4345" y="672"/>
                      <a:pt x="4444" y="663"/>
                    </a:cubicBezTo>
                    <a:cubicBezTo>
                      <a:pt x="4486" y="661"/>
                      <a:pt x="4528" y="660"/>
                      <a:pt x="4571" y="660"/>
                    </a:cubicBezTo>
                    <a:cubicBezTo>
                      <a:pt x="4858" y="660"/>
                      <a:pt x="5144" y="703"/>
                      <a:pt x="5419" y="773"/>
                    </a:cubicBezTo>
                    <a:cubicBezTo>
                      <a:pt x="5470" y="786"/>
                      <a:pt x="5597" y="806"/>
                      <a:pt x="5709" y="806"/>
                    </a:cubicBezTo>
                    <a:cubicBezTo>
                      <a:pt x="5856" y="806"/>
                      <a:pt x="5979" y="772"/>
                      <a:pt x="5888" y="648"/>
                    </a:cubicBezTo>
                    <a:cubicBezTo>
                      <a:pt x="5793" y="509"/>
                      <a:pt x="5360" y="487"/>
                      <a:pt x="5192" y="458"/>
                    </a:cubicBezTo>
                    <a:cubicBezTo>
                      <a:pt x="4620" y="355"/>
                      <a:pt x="4041" y="260"/>
                      <a:pt x="3462" y="194"/>
                    </a:cubicBezTo>
                    <a:cubicBezTo>
                      <a:pt x="3102" y="150"/>
                      <a:pt x="2750" y="128"/>
                      <a:pt x="2391" y="106"/>
                    </a:cubicBezTo>
                    <a:lnTo>
                      <a:pt x="1533" y="40"/>
                    </a:lnTo>
                    <a:cubicBezTo>
                      <a:pt x="1239" y="13"/>
                      <a:pt x="941" y="0"/>
                      <a:pt x="643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54"/>
              <p:cNvSpPr/>
              <p:nvPr/>
            </p:nvSpPr>
            <p:spPr>
              <a:xfrm>
                <a:off x="2073825" y="2617950"/>
                <a:ext cx="1482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194" extrusionOk="0">
                    <a:moveTo>
                      <a:pt x="492" y="0"/>
                    </a:moveTo>
                    <a:cubicBezTo>
                      <a:pt x="416" y="0"/>
                      <a:pt x="314" y="37"/>
                      <a:pt x="264" y="37"/>
                    </a:cubicBezTo>
                    <a:cubicBezTo>
                      <a:pt x="262" y="37"/>
                      <a:pt x="259" y="37"/>
                      <a:pt x="257" y="36"/>
                    </a:cubicBezTo>
                    <a:cubicBezTo>
                      <a:pt x="227" y="36"/>
                      <a:pt x="205" y="36"/>
                      <a:pt x="183" y="29"/>
                    </a:cubicBezTo>
                    <a:cubicBezTo>
                      <a:pt x="154" y="22"/>
                      <a:pt x="117" y="22"/>
                      <a:pt x="88" y="22"/>
                    </a:cubicBezTo>
                    <a:cubicBezTo>
                      <a:pt x="59" y="22"/>
                      <a:pt x="29" y="44"/>
                      <a:pt x="15" y="66"/>
                    </a:cubicBezTo>
                    <a:cubicBezTo>
                      <a:pt x="0" y="117"/>
                      <a:pt x="29" y="168"/>
                      <a:pt x="73" y="183"/>
                    </a:cubicBezTo>
                    <a:cubicBezTo>
                      <a:pt x="95" y="190"/>
                      <a:pt x="119" y="194"/>
                      <a:pt x="144" y="194"/>
                    </a:cubicBezTo>
                    <a:cubicBezTo>
                      <a:pt x="169" y="194"/>
                      <a:pt x="194" y="190"/>
                      <a:pt x="220" y="183"/>
                    </a:cubicBezTo>
                    <a:cubicBezTo>
                      <a:pt x="259" y="183"/>
                      <a:pt x="302" y="180"/>
                      <a:pt x="345" y="180"/>
                    </a:cubicBezTo>
                    <a:cubicBezTo>
                      <a:pt x="367" y="180"/>
                      <a:pt x="389" y="181"/>
                      <a:pt x="411" y="183"/>
                    </a:cubicBezTo>
                    <a:cubicBezTo>
                      <a:pt x="447" y="183"/>
                      <a:pt x="484" y="183"/>
                      <a:pt x="521" y="168"/>
                    </a:cubicBezTo>
                    <a:cubicBezTo>
                      <a:pt x="550" y="161"/>
                      <a:pt x="579" y="132"/>
                      <a:pt x="587" y="95"/>
                    </a:cubicBezTo>
                    <a:cubicBezTo>
                      <a:pt x="593" y="21"/>
                      <a:pt x="550" y="0"/>
                      <a:pt x="492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54"/>
              <p:cNvSpPr/>
              <p:nvPr/>
            </p:nvSpPr>
            <p:spPr>
              <a:xfrm>
                <a:off x="2094350" y="2616900"/>
                <a:ext cx="46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25" extrusionOk="0">
                    <a:moveTo>
                      <a:pt x="82" y="1"/>
                    </a:moveTo>
                    <a:cubicBezTo>
                      <a:pt x="75" y="1"/>
                      <a:pt x="67" y="4"/>
                      <a:pt x="59" y="12"/>
                    </a:cubicBezTo>
                    <a:cubicBezTo>
                      <a:pt x="37" y="34"/>
                      <a:pt x="52" y="64"/>
                      <a:pt x="44" y="93"/>
                    </a:cubicBezTo>
                    <a:cubicBezTo>
                      <a:pt x="37" y="115"/>
                      <a:pt x="22" y="137"/>
                      <a:pt x="8" y="166"/>
                    </a:cubicBezTo>
                    <a:cubicBezTo>
                      <a:pt x="0" y="181"/>
                      <a:pt x="0" y="203"/>
                      <a:pt x="15" y="218"/>
                    </a:cubicBezTo>
                    <a:cubicBezTo>
                      <a:pt x="22" y="218"/>
                      <a:pt x="30" y="225"/>
                      <a:pt x="44" y="225"/>
                    </a:cubicBezTo>
                    <a:cubicBezTo>
                      <a:pt x="81" y="225"/>
                      <a:pt x="125" y="210"/>
                      <a:pt x="154" y="181"/>
                    </a:cubicBezTo>
                    <a:cubicBezTo>
                      <a:pt x="169" y="166"/>
                      <a:pt x="184" y="137"/>
                      <a:pt x="169" y="108"/>
                    </a:cubicBezTo>
                    <a:cubicBezTo>
                      <a:pt x="169" y="100"/>
                      <a:pt x="169" y="100"/>
                      <a:pt x="162" y="93"/>
                    </a:cubicBezTo>
                    <a:cubicBezTo>
                      <a:pt x="144" y="69"/>
                      <a:pt x="116" y="1"/>
                      <a:pt x="82" y="1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54"/>
              <p:cNvSpPr/>
              <p:nvPr/>
            </p:nvSpPr>
            <p:spPr>
              <a:xfrm>
                <a:off x="1724450" y="2604475"/>
                <a:ext cx="73475" cy="16275"/>
              </a:xfrm>
              <a:custGeom>
                <a:avLst/>
                <a:gdLst/>
                <a:ahLst/>
                <a:cxnLst/>
                <a:rect l="l" t="t" r="r" b="b"/>
                <a:pathLst>
                  <a:path w="2939" h="651" extrusionOk="0">
                    <a:moveTo>
                      <a:pt x="2870" y="0"/>
                    </a:moveTo>
                    <a:cubicBezTo>
                      <a:pt x="2772" y="0"/>
                      <a:pt x="2557" y="33"/>
                      <a:pt x="2538" y="33"/>
                    </a:cubicBezTo>
                    <a:cubicBezTo>
                      <a:pt x="2494" y="40"/>
                      <a:pt x="2442" y="62"/>
                      <a:pt x="2406" y="69"/>
                    </a:cubicBezTo>
                    <a:cubicBezTo>
                      <a:pt x="2373" y="77"/>
                      <a:pt x="2340" y="77"/>
                      <a:pt x="2308" y="77"/>
                    </a:cubicBezTo>
                    <a:cubicBezTo>
                      <a:pt x="2275" y="77"/>
                      <a:pt x="2244" y="77"/>
                      <a:pt x="2215" y="84"/>
                    </a:cubicBezTo>
                    <a:cubicBezTo>
                      <a:pt x="2017" y="128"/>
                      <a:pt x="1834" y="201"/>
                      <a:pt x="1628" y="209"/>
                    </a:cubicBezTo>
                    <a:cubicBezTo>
                      <a:pt x="1555" y="209"/>
                      <a:pt x="1482" y="209"/>
                      <a:pt x="1408" y="216"/>
                    </a:cubicBezTo>
                    <a:cubicBezTo>
                      <a:pt x="1284" y="223"/>
                      <a:pt x="1167" y="253"/>
                      <a:pt x="1049" y="289"/>
                    </a:cubicBezTo>
                    <a:cubicBezTo>
                      <a:pt x="939" y="319"/>
                      <a:pt x="829" y="355"/>
                      <a:pt x="719" y="392"/>
                    </a:cubicBezTo>
                    <a:cubicBezTo>
                      <a:pt x="661" y="421"/>
                      <a:pt x="602" y="443"/>
                      <a:pt x="551" y="458"/>
                    </a:cubicBezTo>
                    <a:cubicBezTo>
                      <a:pt x="382" y="509"/>
                      <a:pt x="184" y="480"/>
                      <a:pt x="52" y="590"/>
                    </a:cubicBezTo>
                    <a:cubicBezTo>
                      <a:pt x="0" y="635"/>
                      <a:pt x="14" y="651"/>
                      <a:pt x="62" y="651"/>
                    </a:cubicBezTo>
                    <a:cubicBezTo>
                      <a:pt x="163" y="651"/>
                      <a:pt x="417" y="578"/>
                      <a:pt x="521" y="553"/>
                    </a:cubicBezTo>
                    <a:cubicBezTo>
                      <a:pt x="697" y="509"/>
                      <a:pt x="873" y="473"/>
                      <a:pt x="1049" y="421"/>
                    </a:cubicBezTo>
                    <a:cubicBezTo>
                      <a:pt x="1137" y="392"/>
                      <a:pt x="1225" y="363"/>
                      <a:pt x="1306" y="333"/>
                    </a:cubicBezTo>
                    <a:cubicBezTo>
                      <a:pt x="1316" y="328"/>
                      <a:pt x="1330" y="323"/>
                      <a:pt x="1343" y="323"/>
                    </a:cubicBezTo>
                    <a:cubicBezTo>
                      <a:pt x="1348" y="323"/>
                      <a:pt x="1353" y="324"/>
                      <a:pt x="1357" y="326"/>
                    </a:cubicBezTo>
                    <a:cubicBezTo>
                      <a:pt x="1372" y="333"/>
                      <a:pt x="1386" y="348"/>
                      <a:pt x="1401" y="363"/>
                    </a:cubicBezTo>
                    <a:cubicBezTo>
                      <a:pt x="1441" y="408"/>
                      <a:pt x="1503" y="436"/>
                      <a:pt x="1569" y="436"/>
                    </a:cubicBezTo>
                    <a:cubicBezTo>
                      <a:pt x="1589" y="436"/>
                      <a:pt x="1609" y="434"/>
                      <a:pt x="1628" y="429"/>
                    </a:cubicBezTo>
                    <a:cubicBezTo>
                      <a:pt x="1636" y="429"/>
                      <a:pt x="1643" y="429"/>
                      <a:pt x="1658" y="421"/>
                    </a:cubicBezTo>
                    <a:cubicBezTo>
                      <a:pt x="1665" y="414"/>
                      <a:pt x="1672" y="399"/>
                      <a:pt x="1687" y="392"/>
                    </a:cubicBezTo>
                    <a:cubicBezTo>
                      <a:pt x="1716" y="363"/>
                      <a:pt x="1760" y="341"/>
                      <a:pt x="1804" y="326"/>
                    </a:cubicBezTo>
                    <a:cubicBezTo>
                      <a:pt x="2090" y="231"/>
                      <a:pt x="2611" y="128"/>
                      <a:pt x="2889" y="33"/>
                    </a:cubicBezTo>
                    <a:cubicBezTo>
                      <a:pt x="2938" y="8"/>
                      <a:pt x="2919" y="0"/>
                      <a:pt x="2870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54"/>
              <p:cNvSpPr/>
              <p:nvPr/>
            </p:nvSpPr>
            <p:spPr>
              <a:xfrm>
                <a:off x="1749200" y="2620525"/>
                <a:ext cx="7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68" extrusionOk="0">
                    <a:moveTo>
                      <a:pt x="244" y="0"/>
                    </a:moveTo>
                    <a:cubicBezTo>
                      <a:pt x="196" y="0"/>
                      <a:pt x="139" y="48"/>
                      <a:pt x="96" y="58"/>
                    </a:cubicBezTo>
                    <a:cubicBezTo>
                      <a:pt x="59" y="65"/>
                      <a:pt x="23" y="80"/>
                      <a:pt x="8" y="117"/>
                    </a:cubicBezTo>
                    <a:cubicBezTo>
                      <a:pt x="1" y="124"/>
                      <a:pt x="1" y="131"/>
                      <a:pt x="8" y="139"/>
                    </a:cubicBezTo>
                    <a:cubicBezTo>
                      <a:pt x="8" y="161"/>
                      <a:pt x="37" y="168"/>
                      <a:pt x="59" y="168"/>
                    </a:cubicBezTo>
                    <a:cubicBezTo>
                      <a:pt x="133" y="168"/>
                      <a:pt x="198" y="146"/>
                      <a:pt x="264" y="117"/>
                    </a:cubicBezTo>
                    <a:cubicBezTo>
                      <a:pt x="279" y="102"/>
                      <a:pt x="308" y="87"/>
                      <a:pt x="308" y="65"/>
                    </a:cubicBezTo>
                    <a:cubicBezTo>
                      <a:pt x="308" y="58"/>
                      <a:pt x="308" y="58"/>
                      <a:pt x="308" y="51"/>
                    </a:cubicBezTo>
                    <a:cubicBezTo>
                      <a:pt x="291" y="13"/>
                      <a:pt x="268" y="0"/>
                      <a:pt x="244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54"/>
              <p:cNvSpPr/>
              <p:nvPr/>
            </p:nvSpPr>
            <p:spPr>
              <a:xfrm>
                <a:off x="1741500" y="2627075"/>
                <a:ext cx="3875" cy="210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84" extrusionOk="0">
                    <a:moveTo>
                      <a:pt x="112" y="0"/>
                    </a:moveTo>
                    <a:cubicBezTo>
                      <a:pt x="104" y="0"/>
                      <a:pt x="96" y="1"/>
                      <a:pt x="89" y="1"/>
                    </a:cubicBezTo>
                    <a:cubicBezTo>
                      <a:pt x="67" y="1"/>
                      <a:pt x="52" y="9"/>
                      <a:pt x="30" y="16"/>
                    </a:cubicBezTo>
                    <a:cubicBezTo>
                      <a:pt x="23" y="16"/>
                      <a:pt x="15" y="23"/>
                      <a:pt x="8" y="31"/>
                    </a:cubicBezTo>
                    <a:cubicBezTo>
                      <a:pt x="1" y="38"/>
                      <a:pt x="1" y="45"/>
                      <a:pt x="8" y="53"/>
                    </a:cubicBezTo>
                    <a:cubicBezTo>
                      <a:pt x="8" y="60"/>
                      <a:pt x="15" y="67"/>
                      <a:pt x="23" y="67"/>
                    </a:cubicBezTo>
                    <a:cubicBezTo>
                      <a:pt x="41" y="78"/>
                      <a:pt x="59" y="84"/>
                      <a:pt x="77" y="84"/>
                    </a:cubicBezTo>
                    <a:cubicBezTo>
                      <a:pt x="94" y="84"/>
                      <a:pt x="111" y="78"/>
                      <a:pt x="125" y="67"/>
                    </a:cubicBezTo>
                    <a:cubicBezTo>
                      <a:pt x="133" y="67"/>
                      <a:pt x="140" y="60"/>
                      <a:pt x="147" y="60"/>
                    </a:cubicBezTo>
                    <a:cubicBezTo>
                      <a:pt x="155" y="53"/>
                      <a:pt x="155" y="38"/>
                      <a:pt x="155" y="23"/>
                    </a:cubicBezTo>
                    <a:cubicBezTo>
                      <a:pt x="145" y="4"/>
                      <a:pt x="129" y="0"/>
                      <a:pt x="112" y="0"/>
                    </a:cubicBezTo>
                    <a:close/>
                  </a:path>
                </a:pathLst>
              </a:custGeom>
              <a:solidFill>
                <a:srgbClr val="FFF2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54"/>
              <p:cNvSpPr/>
              <p:nvPr/>
            </p:nvSpPr>
            <p:spPr>
              <a:xfrm>
                <a:off x="1773950" y="2635500"/>
                <a:ext cx="37400" cy="204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817" extrusionOk="0">
                    <a:moveTo>
                      <a:pt x="720" y="0"/>
                    </a:moveTo>
                    <a:cubicBezTo>
                      <a:pt x="701" y="0"/>
                      <a:pt x="681" y="1"/>
                      <a:pt x="660" y="2"/>
                    </a:cubicBezTo>
                    <a:cubicBezTo>
                      <a:pt x="242" y="16"/>
                      <a:pt x="81" y="324"/>
                      <a:pt x="30" y="529"/>
                    </a:cubicBezTo>
                    <a:cubicBezTo>
                      <a:pt x="0" y="639"/>
                      <a:pt x="66" y="749"/>
                      <a:pt x="176" y="771"/>
                    </a:cubicBezTo>
                    <a:cubicBezTo>
                      <a:pt x="335" y="801"/>
                      <a:pt x="496" y="817"/>
                      <a:pt x="656" y="817"/>
                    </a:cubicBezTo>
                    <a:cubicBezTo>
                      <a:pt x="887" y="817"/>
                      <a:pt x="1117" y="785"/>
                      <a:pt x="1342" y="720"/>
                    </a:cubicBezTo>
                    <a:cubicBezTo>
                      <a:pt x="1430" y="698"/>
                      <a:pt x="1496" y="603"/>
                      <a:pt x="1474" y="507"/>
                    </a:cubicBezTo>
                    <a:cubicBezTo>
                      <a:pt x="1446" y="309"/>
                      <a:pt x="1301" y="0"/>
                      <a:pt x="7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54"/>
              <p:cNvSpPr/>
              <p:nvPr/>
            </p:nvSpPr>
            <p:spPr>
              <a:xfrm>
                <a:off x="1795200" y="2697850"/>
                <a:ext cx="24600" cy="15150"/>
              </a:xfrm>
              <a:custGeom>
                <a:avLst/>
                <a:gdLst/>
                <a:ahLst/>
                <a:cxnLst/>
                <a:rect l="l" t="t" r="r" b="b"/>
                <a:pathLst>
                  <a:path w="984" h="606" extrusionOk="0">
                    <a:moveTo>
                      <a:pt x="470" y="0"/>
                    </a:moveTo>
                    <a:cubicBezTo>
                      <a:pt x="111" y="0"/>
                      <a:pt x="23" y="235"/>
                      <a:pt x="8" y="396"/>
                    </a:cubicBezTo>
                    <a:cubicBezTo>
                      <a:pt x="1" y="484"/>
                      <a:pt x="67" y="565"/>
                      <a:pt x="155" y="580"/>
                    </a:cubicBezTo>
                    <a:cubicBezTo>
                      <a:pt x="247" y="597"/>
                      <a:pt x="339" y="606"/>
                      <a:pt x="432" y="606"/>
                    </a:cubicBezTo>
                    <a:cubicBezTo>
                      <a:pt x="567" y="606"/>
                      <a:pt x="702" y="588"/>
                      <a:pt x="837" y="558"/>
                    </a:cubicBezTo>
                    <a:cubicBezTo>
                      <a:pt x="925" y="528"/>
                      <a:pt x="983" y="440"/>
                      <a:pt x="961" y="352"/>
                    </a:cubicBezTo>
                    <a:cubicBezTo>
                      <a:pt x="925" y="198"/>
                      <a:pt x="829" y="0"/>
                      <a:pt x="4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54"/>
              <p:cNvSpPr/>
              <p:nvPr/>
            </p:nvSpPr>
            <p:spPr>
              <a:xfrm>
                <a:off x="2190200" y="2665575"/>
                <a:ext cx="24600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984" h="611" extrusionOk="0">
                    <a:moveTo>
                      <a:pt x="470" y="1"/>
                    </a:moveTo>
                    <a:cubicBezTo>
                      <a:pt x="103" y="1"/>
                      <a:pt x="23" y="236"/>
                      <a:pt x="8" y="404"/>
                    </a:cubicBezTo>
                    <a:cubicBezTo>
                      <a:pt x="1" y="492"/>
                      <a:pt x="59" y="565"/>
                      <a:pt x="147" y="587"/>
                    </a:cubicBezTo>
                    <a:cubicBezTo>
                      <a:pt x="242" y="603"/>
                      <a:pt x="338" y="610"/>
                      <a:pt x="434" y="610"/>
                    </a:cubicBezTo>
                    <a:cubicBezTo>
                      <a:pt x="569" y="610"/>
                      <a:pt x="704" y="595"/>
                      <a:pt x="837" y="565"/>
                    </a:cubicBezTo>
                    <a:cubicBezTo>
                      <a:pt x="925" y="536"/>
                      <a:pt x="983" y="448"/>
                      <a:pt x="961" y="353"/>
                    </a:cubicBezTo>
                    <a:cubicBezTo>
                      <a:pt x="925" y="206"/>
                      <a:pt x="829" y="1"/>
                      <a:pt x="4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54"/>
              <p:cNvSpPr/>
              <p:nvPr/>
            </p:nvSpPr>
            <p:spPr>
              <a:xfrm>
                <a:off x="1900050" y="2647225"/>
                <a:ext cx="3082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664" extrusionOk="0">
                    <a:moveTo>
                      <a:pt x="672" y="0"/>
                    </a:moveTo>
                    <a:cubicBezTo>
                      <a:pt x="652" y="0"/>
                      <a:pt x="631" y="1"/>
                      <a:pt x="609" y="2"/>
                    </a:cubicBezTo>
                    <a:cubicBezTo>
                      <a:pt x="1" y="24"/>
                      <a:pt x="133" y="390"/>
                      <a:pt x="81" y="552"/>
                    </a:cubicBezTo>
                    <a:cubicBezTo>
                      <a:pt x="67" y="588"/>
                      <a:pt x="96" y="632"/>
                      <a:pt x="140" y="640"/>
                    </a:cubicBezTo>
                    <a:cubicBezTo>
                      <a:pt x="237" y="657"/>
                      <a:pt x="349" y="663"/>
                      <a:pt x="464" y="663"/>
                    </a:cubicBezTo>
                    <a:cubicBezTo>
                      <a:pt x="740" y="663"/>
                      <a:pt x="1032" y="626"/>
                      <a:pt x="1166" y="610"/>
                    </a:cubicBezTo>
                    <a:cubicBezTo>
                      <a:pt x="1210" y="603"/>
                      <a:pt x="1232" y="559"/>
                      <a:pt x="1225" y="515"/>
                    </a:cubicBezTo>
                    <a:cubicBezTo>
                      <a:pt x="1190" y="374"/>
                      <a:pt x="1216" y="0"/>
                      <a:pt x="6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54"/>
              <p:cNvSpPr/>
              <p:nvPr/>
            </p:nvSpPr>
            <p:spPr>
              <a:xfrm>
                <a:off x="1702100" y="2630350"/>
                <a:ext cx="31000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668" extrusionOk="0">
                    <a:moveTo>
                      <a:pt x="671" y="1"/>
                    </a:moveTo>
                    <a:cubicBezTo>
                      <a:pt x="651" y="1"/>
                      <a:pt x="630" y="1"/>
                      <a:pt x="609" y="2"/>
                    </a:cubicBezTo>
                    <a:cubicBezTo>
                      <a:pt x="0" y="24"/>
                      <a:pt x="132" y="391"/>
                      <a:pt x="81" y="552"/>
                    </a:cubicBezTo>
                    <a:cubicBezTo>
                      <a:pt x="74" y="589"/>
                      <a:pt x="96" y="633"/>
                      <a:pt x="140" y="640"/>
                    </a:cubicBezTo>
                    <a:cubicBezTo>
                      <a:pt x="240" y="660"/>
                      <a:pt x="355" y="667"/>
                      <a:pt x="472" y="667"/>
                    </a:cubicBezTo>
                    <a:cubicBezTo>
                      <a:pt x="749" y="667"/>
                      <a:pt x="1037" y="626"/>
                      <a:pt x="1166" y="611"/>
                    </a:cubicBezTo>
                    <a:cubicBezTo>
                      <a:pt x="1210" y="603"/>
                      <a:pt x="1239" y="559"/>
                      <a:pt x="1225" y="515"/>
                    </a:cubicBezTo>
                    <a:cubicBezTo>
                      <a:pt x="1189" y="374"/>
                      <a:pt x="1215" y="1"/>
                      <a:pt x="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54"/>
              <p:cNvSpPr/>
              <p:nvPr/>
            </p:nvSpPr>
            <p:spPr>
              <a:xfrm>
                <a:off x="1837000" y="2672000"/>
                <a:ext cx="20175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444" extrusionOk="0">
                    <a:moveTo>
                      <a:pt x="436" y="0"/>
                    </a:moveTo>
                    <a:cubicBezTo>
                      <a:pt x="430" y="0"/>
                      <a:pt x="424" y="0"/>
                      <a:pt x="418" y="1"/>
                    </a:cubicBezTo>
                    <a:cubicBezTo>
                      <a:pt x="250" y="1"/>
                      <a:pt x="103" y="103"/>
                      <a:pt x="44" y="257"/>
                    </a:cubicBezTo>
                    <a:cubicBezTo>
                      <a:pt x="0" y="338"/>
                      <a:pt x="59" y="433"/>
                      <a:pt x="147" y="440"/>
                    </a:cubicBezTo>
                    <a:cubicBezTo>
                      <a:pt x="194" y="442"/>
                      <a:pt x="241" y="443"/>
                      <a:pt x="288" y="443"/>
                    </a:cubicBezTo>
                    <a:cubicBezTo>
                      <a:pt x="417" y="443"/>
                      <a:pt x="544" y="437"/>
                      <a:pt x="668" y="426"/>
                    </a:cubicBezTo>
                    <a:cubicBezTo>
                      <a:pt x="756" y="411"/>
                      <a:pt x="807" y="316"/>
                      <a:pt x="770" y="242"/>
                    </a:cubicBezTo>
                    <a:cubicBezTo>
                      <a:pt x="721" y="94"/>
                      <a:pt x="590" y="0"/>
                      <a:pt x="4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54"/>
              <p:cNvSpPr/>
              <p:nvPr/>
            </p:nvSpPr>
            <p:spPr>
              <a:xfrm>
                <a:off x="2098200" y="2670175"/>
                <a:ext cx="20175" cy="11275"/>
              </a:xfrm>
              <a:custGeom>
                <a:avLst/>
                <a:gdLst/>
                <a:ahLst/>
                <a:cxnLst/>
                <a:rect l="l" t="t" r="r" b="b"/>
                <a:pathLst>
                  <a:path w="807" h="451" extrusionOk="0">
                    <a:moveTo>
                      <a:pt x="418" y="0"/>
                    </a:moveTo>
                    <a:cubicBezTo>
                      <a:pt x="250" y="0"/>
                      <a:pt x="96" y="103"/>
                      <a:pt x="37" y="264"/>
                    </a:cubicBezTo>
                    <a:cubicBezTo>
                      <a:pt x="0" y="337"/>
                      <a:pt x="52" y="433"/>
                      <a:pt x="140" y="447"/>
                    </a:cubicBezTo>
                    <a:cubicBezTo>
                      <a:pt x="184" y="449"/>
                      <a:pt x="228" y="450"/>
                      <a:pt x="271" y="450"/>
                    </a:cubicBezTo>
                    <a:cubicBezTo>
                      <a:pt x="403" y="450"/>
                      <a:pt x="535" y="442"/>
                      <a:pt x="667" y="425"/>
                    </a:cubicBezTo>
                    <a:cubicBezTo>
                      <a:pt x="755" y="418"/>
                      <a:pt x="807" y="323"/>
                      <a:pt x="770" y="242"/>
                    </a:cubicBezTo>
                    <a:cubicBezTo>
                      <a:pt x="711" y="96"/>
                      <a:pt x="572" y="0"/>
                      <a:pt x="4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54"/>
              <p:cNvSpPr/>
              <p:nvPr/>
            </p:nvSpPr>
            <p:spPr>
              <a:xfrm>
                <a:off x="2053650" y="2682450"/>
                <a:ext cx="38150" cy="21725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869" extrusionOk="0">
                    <a:moveTo>
                      <a:pt x="741" y="0"/>
                    </a:moveTo>
                    <a:cubicBezTo>
                      <a:pt x="326" y="0"/>
                      <a:pt x="139" y="297"/>
                      <a:pt x="59" y="528"/>
                    </a:cubicBezTo>
                    <a:cubicBezTo>
                      <a:pt x="1" y="675"/>
                      <a:pt x="96" y="836"/>
                      <a:pt x="257" y="851"/>
                    </a:cubicBezTo>
                    <a:cubicBezTo>
                      <a:pt x="392" y="863"/>
                      <a:pt x="527" y="869"/>
                      <a:pt x="662" y="869"/>
                    </a:cubicBezTo>
                    <a:cubicBezTo>
                      <a:pt x="864" y="869"/>
                      <a:pt x="1067" y="855"/>
                      <a:pt x="1269" y="829"/>
                    </a:cubicBezTo>
                    <a:cubicBezTo>
                      <a:pt x="1430" y="800"/>
                      <a:pt x="1526" y="631"/>
                      <a:pt x="1452" y="477"/>
                    </a:cubicBezTo>
                    <a:cubicBezTo>
                      <a:pt x="1342" y="191"/>
                      <a:pt x="1064" y="0"/>
                      <a:pt x="756" y="0"/>
                    </a:cubicBezTo>
                    <a:cubicBezTo>
                      <a:pt x="751" y="0"/>
                      <a:pt x="746" y="0"/>
                      <a:pt x="741" y="0"/>
                    </a:cubicBezTo>
                    <a:close/>
                  </a:path>
                </a:pathLst>
              </a:custGeom>
              <a:solidFill>
                <a:srgbClr val="A32E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54"/>
              <p:cNvSpPr/>
              <p:nvPr/>
            </p:nvSpPr>
            <p:spPr>
              <a:xfrm>
                <a:off x="1897850" y="2699825"/>
                <a:ext cx="3062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691" extrusionOk="0">
                    <a:moveTo>
                      <a:pt x="651" y="1"/>
                    </a:moveTo>
                    <a:cubicBezTo>
                      <a:pt x="635" y="1"/>
                      <a:pt x="619" y="1"/>
                      <a:pt x="602" y="2"/>
                    </a:cubicBezTo>
                    <a:cubicBezTo>
                      <a:pt x="67" y="24"/>
                      <a:pt x="67" y="339"/>
                      <a:pt x="15" y="523"/>
                    </a:cubicBezTo>
                    <a:cubicBezTo>
                      <a:pt x="1" y="589"/>
                      <a:pt x="45" y="654"/>
                      <a:pt x="111" y="662"/>
                    </a:cubicBezTo>
                    <a:cubicBezTo>
                      <a:pt x="252" y="681"/>
                      <a:pt x="395" y="690"/>
                      <a:pt x="538" y="690"/>
                    </a:cubicBezTo>
                    <a:cubicBezTo>
                      <a:pt x="730" y="690"/>
                      <a:pt x="922" y="673"/>
                      <a:pt x="1115" y="640"/>
                    </a:cubicBezTo>
                    <a:cubicBezTo>
                      <a:pt x="1181" y="633"/>
                      <a:pt x="1225" y="567"/>
                      <a:pt x="1203" y="501"/>
                    </a:cubicBezTo>
                    <a:cubicBezTo>
                      <a:pt x="1153" y="323"/>
                      <a:pt x="1138" y="1"/>
                      <a:pt x="6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54"/>
              <p:cNvSpPr/>
              <p:nvPr/>
            </p:nvSpPr>
            <p:spPr>
              <a:xfrm>
                <a:off x="1701350" y="2685500"/>
                <a:ext cx="40175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184" extrusionOk="0">
                    <a:moveTo>
                      <a:pt x="872" y="1"/>
                    </a:moveTo>
                    <a:cubicBezTo>
                      <a:pt x="853" y="1"/>
                      <a:pt x="834" y="2"/>
                      <a:pt x="815" y="3"/>
                    </a:cubicBezTo>
                    <a:cubicBezTo>
                      <a:pt x="206" y="54"/>
                      <a:pt x="52" y="538"/>
                      <a:pt x="16" y="758"/>
                    </a:cubicBezTo>
                    <a:cubicBezTo>
                      <a:pt x="1" y="824"/>
                      <a:pt x="23" y="898"/>
                      <a:pt x="74" y="942"/>
                    </a:cubicBezTo>
                    <a:cubicBezTo>
                      <a:pt x="297" y="1130"/>
                      <a:pt x="618" y="1183"/>
                      <a:pt x="909" y="1183"/>
                    </a:cubicBezTo>
                    <a:cubicBezTo>
                      <a:pt x="1115" y="1183"/>
                      <a:pt x="1307" y="1157"/>
                      <a:pt x="1438" y="1132"/>
                    </a:cubicBezTo>
                    <a:cubicBezTo>
                      <a:pt x="1541" y="1110"/>
                      <a:pt x="1607" y="1022"/>
                      <a:pt x="1592" y="920"/>
                    </a:cubicBezTo>
                    <a:cubicBezTo>
                      <a:pt x="1556" y="608"/>
                      <a:pt x="1411" y="1"/>
                      <a:pt x="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54"/>
              <p:cNvSpPr/>
              <p:nvPr/>
            </p:nvSpPr>
            <p:spPr>
              <a:xfrm>
                <a:off x="2165275" y="2679300"/>
                <a:ext cx="29550" cy="21575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863" extrusionOk="0">
                    <a:moveTo>
                      <a:pt x="633" y="0"/>
                    </a:moveTo>
                    <a:cubicBezTo>
                      <a:pt x="620" y="0"/>
                      <a:pt x="608" y="1"/>
                      <a:pt x="595" y="2"/>
                    </a:cubicBezTo>
                    <a:cubicBezTo>
                      <a:pt x="294" y="24"/>
                      <a:pt x="52" y="251"/>
                      <a:pt x="8" y="552"/>
                    </a:cubicBezTo>
                    <a:cubicBezTo>
                      <a:pt x="1" y="603"/>
                      <a:pt x="23" y="654"/>
                      <a:pt x="59" y="684"/>
                    </a:cubicBezTo>
                    <a:cubicBezTo>
                      <a:pt x="222" y="824"/>
                      <a:pt x="466" y="862"/>
                      <a:pt x="684" y="862"/>
                    </a:cubicBezTo>
                    <a:cubicBezTo>
                      <a:pt x="830" y="862"/>
                      <a:pt x="965" y="845"/>
                      <a:pt x="1056" y="830"/>
                    </a:cubicBezTo>
                    <a:cubicBezTo>
                      <a:pt x="1130" y="816"/>
                      <a:pt x="1181" y="750"/>
                      <a:pt x="1166" y="676"/>
                    </a:cubicBezTo>
                    <a:cubicBezTo>
                      <a:pt x="1138" y="449"/>
                      <a:pt x="1034" y="0"/>
                      <a:pt x="633" y="0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54"/>
              <p:cNvSpPr/>
              <p:nvPr/>
            </p:nvSpPr>
            <p:spPr>
              <a:xfrm>
                <a:off x="2078950" y="2634925"/>
                <a:ext cx="26775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792" extrusionOk="0">
                    <a:moveTo>
                      <a:pt x="582" y="1"/>
                    </a:moveTo>
                    <a:cubicBezTo>
                      <a:pt x="569" y="1"/>
                      <a:pt x="556" y="1"/>
                      <a:pt x="543" y="3"/>
                    </a:cubicBezTo>
                    <a:cubicBezTo>
                      <a:pt x="272" y="17"/>
                      <a:pt x="52" y="222"/>
                      <a:pt x="8" y="486"/>
                    </a:cubicBezTo>
                    <a:cubicBezTo>
                      <a:pt x="0" y="545"/>
                      <a:pt x="15" y="604"/>
                      <a:pt x="66" y="640"/>
                    </a:cubicBezTo>
                    <a:cubicBezTo>
                      <a:pt x="216" y="758"/>
                      <a:pt x="430" y="792"/>
                      <a:pt x="621" y="792"/>
                    </a:cubicBezTo>
                    <a:cubicBezTo>
                      <a:pt x="740" y="792"/>
                      <a:pt x="850" y="779"/>
                      <a:pt x="932" y="765"/>
                    </a:cubicBezTo>
                    <a:cubicBezTo>
                      <a:pt x="1012" y="750"/>
                      <a:pt x="1071" y="670"/>
                      <a:pt x="1063" y="589"/>
                    </a:cubicBezTo>
                    <a:cubicBezTo>
                      <a:pt x="1028" y="377"/>
                      <a:pt x="925" y="1"/>
                      <a:pt x="582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54"/>
              <p:cNvSpPr/>
              <p:nvPr/>
            </p:nvSpPr>
            <p:spPr>
              <a:xfrm>
                <a:off x="1753050" y="2673250"/>
                <a:ext cx="26975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91" extrusionOk="0">
                    <a:moveTo>
                      <a:pt x="591" y="0"/>
                    </a:moveTo>
                    <a:cubicBezTo>
                      <a:pt x="578" y="0"/>
                      <a:pt x="564" y="1"/>
                      <a:pt x="550" y="2"/>
                    </a:cubicBezTo>
                    <a:cubicBezTo>
                      <a:pt x="279" y="17"/>
                      <a:pt x="59" y="207"/>
                      <a:pt x="23" y="471"/>
                    </a:cubicBezTo>
                    <a:cubicBezTo>
                      <a:pt x="1" y="544"/>
                      <a:pt x="30" y="618"/>
                      <a:pt x="88" y="654"/>
                    </a:cubicBezTo>
                    <a:cubicBezTo>
                      <a:pt x="238" y="759"/>
                      <a:pt x="439" y="790"/>
                      <a:pt x="620" y="790"/>
                    </a:cubicBezTo>
                    <a:cubicBezTo>
                      <a:pt x="732" y="790"/>
                      <a:pt x="836" y="778"/>
                      <a:pt x="917" y="764"/>
                    </a:cubicBezTo>
                    <a:cubicBezTo>
                      <a:pt x="1012" y="750"/>
                      <a:pt x="1078" y="662"/>
                      <a:pt x="1064" y="566"/>
                    </a:cubicBezTo>
                    <a:cubicBezTo>
                      <a:pt x="1028" y="348"/>
                      <a:pt x="925" y="0"/>
                      <a:pt x="5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54"/>
              <p:cNvSpPr/>
              <p:nvPr/>
            </p:nvSpPr>
            <p:spPr>
              <a:xfrm>
                <a:off x="1813900" y="2614950"/>
                <a:ext cx="26975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94" extrusionOk="0">
                    <a:moveTo>
                      <a:pt x="585" y="1"/>
                    </a:moveTo>
                    <a:cubicBezTo>
                      <a:pt x="571" y="1"/>
                      <a:pt x="557" y="1"/>
                      <a:pt x="543" y="2"/>
                    </a:cubicBezTo>
                    <a:cubicBezTo>
                      <a:pt x="287" y="17"/>
                      <a:pt x="74" y="200"/>
                      <a:pt x="23" y="457"/>
                    </a:cubicBezTo>
                    <a:cubicBezTo>
                      <a:pt x="1" y="530"/>
                      <a:pt x="30" y="618"/>
                      <a:pt x="103" y="670"/>
                    </a:cubicBezTo>
                    <a:cubicBezTo>
                      <a:pt x="245" y="766"/>
                      <a:pt x="438" y="793"/>
                      <a:pt x="614" y="793"/>
                    </a:cubicBezTo>
                    <a:cubicBezTo>
                      <a:pt x="719" y="793"/>
                      <a:pt x="818" y="783"/>
                      <a:pt x="895" y="772"/>
                    </a:cubicBezTo>
                    <a:cubicBezTo>
                      <a:pt x="1005" y="758"/>
                      <a:pt x="1078" y="648"/>
                      <a:pt x="1056" y="545"/>
                    </a:cubicBezTo>
                    <a:cubicBezTo>
                      <a:pt x="1021" y="327"/>
                      <a:pt x="905" y="1"/>
                      <a:pt x="5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54"/>
              <p:cNvSpPr/>
              <p:nvPr/>
            </p:nvSpPr>
            <p:spPr>
              <a:xfrm>
                <a:off x="2153550" y="2620825"/>
                <a:ext cx="2697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93" extrusionOk="0">
                    <a:moveTo>
                      <a:pt x="584" y="0"/>
                    </a:moveTo>
                    <a:cubicBezTo>
                      <a:pt x="571" y="0"/>
                      <a:pt x="557" y="1"/>
                      <a:pt x="543" y="2"/>
                    </a:cubicBezTo>
                    <a:cubicBezTo>
                      <a:pt x="286" y="17"/>
                      <a:pt x="74" y="200"/>
                      <a:pt x="22" y="457"/>
                    </a:cubicBezTo>
                    <a:cubicBezTo>
                      <a:pt x="0" y="537"/>
                      <a:pt x="30" y="618"/>
                      <a:pt x="96" y="669"/>
                    </a:cubicBezTo>
                    <a:cubicBezTo>
                      <a:pt x="242" y="765"/>
                      <a:pt x="431" y="793"/>
                      <a:pt x="607" y="793"/>
                    </a:cubicBezTo>
                    <a:cubicBezTo>
                      <a:pt x="712" y="793"/>
                      <a:pt x="812" y="783"/>
                      <a:pt x="895" y="772"/>
                    </a:cubicBezTo>
                    <a:cubicBezTo>
                      <a:pt x="998" y="757"/>
                      <a:pt x="1078" y="654"/>
                      <a:pt x="1056" y="545"/>
                    </a:cubicBezTo>
                    <a:cubicBezTo>
                      <a:pt x="1014" y="326"/>
                      <a:pt x="904" y="0"/>
                      <a:pt x="5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54"/>
              <p:cNvSpPr/>
              <p:nvPr/>
            </p:nvSpPr>
            <p:spPr>
              <a:xfrm>
                <a:off x="1707950" y="2649950"/>
                <a:ext cx="26975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87" extrusionOk="0">
                    <a:moveTo>
                      <a:pt x="587" y="1"/>
                    </a:moveTo>
                    <a:cubicBezTo>
                      <a:pt x="573" y="1"/>
                      <a:pt x="558" y="1"/>
                      <a:pt x="543" y="3"/>
                    </a:cubicBezTo>
                    <a:cubicBezTo>
                      <a:pt x="294" y="10"/>
                      <a:pt x="74" y="193"/>
                      <a:pt x="23" y="443"/>
                    </a:cubicBezTo>
                    <a:cubicBezTo>
                      <a:pt x="1" y="531"/>
                      <a:pt x="30" y="619"/>
                      <a:pt x="104" y="663"/>
                    </a:cubicBezTo>
                    <a:cubicBezTo>
                      <a:pt x="245" y="759"/>
                      <a:pt x="433" y="786"/>
                      <a:pt x="606" y="786"/>
                    </a:cubicBezTo>
                    <a:cubicBezTo>
                      <a:pt x="710" y="786"/>
                      <a:pt x="808" y="776"/>
                      <a:pt x="888" y="765"/>
                    </a:cubicBezTo>
                    <a:cubicBezTo>
                      <a:pt x="998" y="751"/>
                      <a:pt x="1079" y="641"/>
                      <a:pt x="1057" y="531"/>
                    </a:cubicBezTo>
                    <a:cubicBezTo>
                      <a:pt x="1015" y="313"/>
                      <a:pt x="905" y="1"/>
                      <a:pt x="587" y="1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54"/>
              <p:cNvSpPr/>
              <p:nvPr/>
            </p:nvSpPr>
            <p:spPr>
              <a:xfrm>
                <a:off x="1848550" y="2642475"/>
                <a:ext cx="289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747" extrusionOk="0">
                    <a:moveTo>
                      <a:pt x="597" y="1"/>
                    </a:moveTo>
                    <a:cubicBezTo>
                      <a:pt x="591" y="1"/>
                      <a:pt x="586" y="1"/>
                      <a:pt x="580" y="1"/>
                    </a:cubicBezTo>
                    <a:cubicBezTo>
                      <a:pt x="103" y="1"/>
                      <a:pt x="22" y="390"/>
                      <a:pt x="8" y="573"/>
                    </a:cubicBezTo>
                    <a:cubicBezTo>
                      <a:pt x="0" y="624"/>
                      <a:pt x="44" y="676"/>
                      <a:pt x="96" y="690"/>
                    </a:cubicBezTo>
                    <a:cubicBezTo>
                      <a:pt x="254" y="727"/>
                      <a:pt x="414" y="747"/>
                      <a:pt x="574" y="747"/>
                    </a:cubicBezTo>
                    <a:cubicBezTo>
                      <a:pt x="667" y="747"/>
                      <a:pt x="759" y="740"/>
                      <a:pt x="851" y="727"/>
                    </a:cubicBezTo>
                    <a:cubicBezTo>
                      <a:pt x="1049" y="698"/>
                      <a:pt x="1159" y="485"/>
                      <a:pt x="1071" y="309"/>
                    </a:cubicBezTo>
                    <a:cubicBezTo>
                      <a:pt x="985" y="124"/>
                      <a:pt x="803" y="1"/>
                      <a:pt x="597" y="1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54"/>
              <p:cNvSpPr/>
              <p:nvPr/>
            </p:nvSpPr>
            <p:spPr>
              <a:xfrm>
                <a:off x="1854775" y="2590800"/>
                <a:ext cx="28800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747" extrusionOk="0">
                    <a:moveTo>
                      <a:pt x="591" y="0"/>
                    </a:moveTo>
                    <a:cubicBezTo>
                      <a:pt x="585" y="0"/>
                      <a:pt x="579" y="0"/>
                      <a:pt x="573" y="1"/>
                    </a:cubicBezTo>
                    <a:cubicBezTo>
                      <a:pt x="103" y="1"/>
                      <a:pt x="15" y="382"/>
                      <a:pt x="1" y="565"/>
                    </a:cubicBezTo>
                    <a:cubicBezTo>
                      <a:pt x="1" y="624"/>
                      <a:pt x="37" y="675"/>
                      <a:pt x="96" y="690"/>
                    </a:cubicBezTo>
                    <a:cubicBezTo>
                      <a:pt x="254" y="727"/>
                      <a:pt x="412" y="746"/>
                      <a:pt x="571" y="746"/>
                    </a:cubicBezTo>
                    <a:cubicBezTo>
                      <a:pt x="664" y="746"/>
                      <a:pt x="757" y="740"/>
                      <a:pt x="851" y="726"/>
                    </a:cubicBezTo>
                    <a:cubicBezTo>
                      <a:pt x="1042" y="697"/>
                      <a:pt x="1152" y="484"/>
                      <a:pt x="1071" y="308"/>
                    </a:cubicBezTo>
                    <a:cubicBezTo>
                      <a:pt x="986" y="116"/>
                      <a:pt x="797" y="0"/>
                      <a:pt x="591" y="0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54"/>
              <p:cNvSpPr/>
              <p:nvPr/>
            </p:nvSpPr>
            <p:spPr>
              <a:xfrm>
                <a:off x="2119100" y="2708650"/>
                <a:ext cx="190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763" h="490" extrusionOk="0">
                    <a:moveTo>
                      <a:pt x="381" y="1"/>
                    </a:moveTo>
                    <a:cubicBezTo>
                      <a:pt x="51" y="1"/>
                      <a:pt x="22" y="214"/>
                      <a:pt x="7" y="345"/>
                    </a:cubicBezTo>
                    <a:cubicBezTo>
                      <a:pt x="0" y="397"/>
                      <a:pt x="37" y="448"/>
                      <a:pt x="88" y="463"/>
                    </a:cubicBezTo>
                    <a:cubicBezTo>
                      <a:pt x="179" y="480"/>
                      <a:pt x="272" y="489"/>
                      <a:pt x="364" y="489"/>
                    </a:cubicBezTo>
                    <a:cubicBezTo>
                      <a:pt x="466" y="489"/>
                      <a:pt x="568" y="478"/>
                      <a:pt x="667" y="455"/>
                    </a:cubicBezTo>
                    <a:cubicBezTo>
                      <a:pt x="719" y="448"/>
                      <a:pt x="763" y="389"/>
                      <a:pt x="748" y="331"/>
                    </a:cubicBezTo>
                    <a:cubicBezTo>
                      <a:pt x="719" y="199"/>
                      <a:pt x="689" y="1"/>
                      <a:pt x="381" y="1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54"/>
              <p:cNvSpPr/>
              <p:nvPr/>
            </p:nvSpPr>
            <p:spPr>
              <a:xfrm>
                <a:off x="1849650" y="2715250"/>
                <a:ext cx="2402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961" h="619" extrusionOk="0">
                    <a:moveTo>
                      <a:pt x="477" y="1"/>
                    </a:moveTo>
                    <a:cubicBezTo>
                      <a:pt x="118" y="1"/>
                      <a:pt x="30" y="272"/>
                      <a:pt x="8" y="433"/>
                    </a:cubicBezTo>
                    <a:cubicBezTo>
                      <a:pt x="0" y="499"/>
                      <a:pt x="44" y="565"/>
                      <a:pt x="110" y="580"/>
                    </a:cubicBezTo>
                    <a:cubicBezTo>
                      <a:pt x="231" y="606"/>
                      <a:pt x="352" y="619"/>
                      <a:pt x="473" y="619"/>
                    </a:cubicBezTo>
                    <a:cubicBezTo>
                      <a:pt x="594" y="619"/>
                      <a:pt x="715" y="606"/>
                      <a:pt x="836" y="580"/>
                    </a:cubicBezTo>
                    <a:cubicBezTo>
                      <a:pt x="909" y="565"/>
                      <a:pt x="961" y="492"/>
                      <a:pt x="946" y="411"/>
                    </a:cubicBezTo>
                    <a:cubicBezTo>
                      <a:pt x="909" y="250"/>
                      <a:pt x="800" y="1"/>
                      <a:pt x="477" y="1"/>
                    </a:cubicBezTo>
                    <a:close/>
                  </a:path>
                </a:pathLst>
              </a:custGeom>
              <a:solidFill>
                <a:srgbClr val="F2A5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54"/>
              <p:cNvSpPr/>
              <p:nvPr/>
            </p:nvSpPr>
            <p:spPr>
              <a:xfrm>
                <a:off x="1997575" y="2729525"/>
                <a:ext cx="27700" cy="17600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704" extrusionOk="0">
                    <a:moveTo>
                      <a:pt x="602" y="1"/>
                    </a:moveTo>
                    <a:cubicBezTo>
                      <a:pt x="587" y="1"/>
                      <a:pt x="572" y="1"/>
                      <a:pt x="557" y="2"/>
                    </a:cubicBezTo>
                    <a:cubicBezTo>
                      <a:pt x="81" y="24"/>
                      <a:pt x="0" y="361"/>
                      <a:pt x="0" y="544"/>
                    </a:cubicBezTo>
                    <a:cubicBezTo>
                      <a:pt x="0" y="618"/>
                      <a:pt x="59" y="676"/>
                      <a:pt x="132" y="691"/>
                    </a:cubicBezTo>
                    <a:cubicBezTo>
                      <a:pt x="215" y="699"/>
                      <a:pt x="300" y="704"/>
                      <a:pt x="384" y="704"/>
                    </a:cubicBezTo>
                    <a:cubicBezTo>
                      <a:pt x="589" y="704"/>
                      <a:pt x="795" y="679"/>
                      <a:pt x="997" y="632"/>
                    </a:cubicBezTo>
                    <a:cubicBezTo>
                      <a:pt x="1063" y="618"/>
                      <a:pt x="1107" y="566"/>
                      <a:pt x="1107" y="500"/>
                    </a:cubicBezTo>
                    <a:cubicBezTo>
                      <a:pt x="1107" y="323"/>
                      <a:pt x="1045" y="1"/>
                      <a:pt x="602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54"/>
              <p:cNvSpPr/>
              <p:nvPr/>
            </p:nvSpPr>
            <p:spPr>
              <a:xfrm>
                <a:off x="1922975" y="2495175"/>
                <a:ext cx="420125" cy="225950"/>
              </a:xfrm>
              <a:custGeom>
                <a:avLst/>
                <a:gdLst/>
                <a:ahLst/>
                <a:cxnLst/>
                <a:rect l="l" t="t" r="r" b="b"/>
                <a:pathLst>
                  <a:path w="16805" h="9038" extrusionOk="0">
                    <a:moveTo>
                      <a:pt x="14591" y="1093"/>
                    </a:moveTo>
                    <a:cubicBezTo>
                      <a:pt x="14877" y="1093"/>
                      <a:pt x="15145" y="1352"/>
                      <a:pt x="15067" y="1685"/>
                    </a:cubicBezTo>
                    <a:cubicBezTo>
                      <a:pt x="15023" y="1868"/>
                      <a:pt x="14884" y="2007"/>
                      <a:pt x="14700" y="2051"/>
                    </a:cubicBezTo>
                    <a:cubicBezTo>
                      <a:pt x="14661" y="2061"/>
                      <a:pt x="14622" y="2065"/>
                      <a:pt x="14585" y="2065"/>
                    </a:cubicBezTo>
                    <a:cubicBezTo>
                      <a:pt x="14181" y="2065"/>
                      <a:pt x="13938" y="1553"/>
                      <a:pt x="14253" y="1237"/>
                    </a:cubicBezTo>
                    <a:cubicBezTo>
                      <a:pt x="14353" y="1137"/>
                      <a:pt x="14474" y="1093"/>
                      <a:pt x="14591" y="1093"/>
                    </a:cubicBezTo>
                    <a:close/>
                    <a:moveTo>
                      <a:pt x="14571" y="1"/>
                    </a:moveTo>
                    <a:cubicBezTo>
                      <a:pt x="14189" y="1"/>
                      <a:pt x="13810" y="116"/>
                      <a:pt x="13491" y="336"/>
                    </a:cubicBezTo>
                    <a:lnTo>
                      <a:pt x="5638" y="5563"/>
                    </a:lnTo>
                    <a:cubicBezTo>
                      <a:pt x="5638" y="5563"/>
                      <a:pt x="4810" y="4898"/>
                      <a:pt x="3813" y="4898"/>
                    </a:cubicBezTo>
                    <a:cubicBezTo>
                      <a:pt x="3559" y="4898"/>
                      <a:pt x="3293" y="4941"/>
                      <a:pt x="3028" y="5050"/>
                    </a:cubicBezTo>
                    <a:cubicBezTo>
                      <a:pt x="1716" y="5585"/>
                      <a:pt x="0" y="7521"/>
                      <a:pt x="543" y="8210"/>
                    </a:cubicBezTo>
                    <a:cubicBezTo>
                      <a:pt x="914" y="8682"/>
                      <a:pt x="1888" y="9037"/>
                      <a:pt x="2927" y="9037"/>
                    </a:cubicBezTo>
                    <a:cubicBezTo>
                      <a:pt x="3404" y="9037"/>
                      <a:pt x="3895" y="8962"/>
                      <a:pt x="4348" y="8789"/>
                    </a:cubicBezTo>
                    <a:cubicBezTo>
                      <a:pt x="5785" y="8232"/>
                      <a:pt x="6159" y="6766"/>
                      <a:pt x="6159" y="6766"/>
                    </a:cubicBezTo>
                    <a:lnTo>
                      <a:pt x="15140" y="3136"/>
                    </a:lnTo>
                    <a:cubicBezTo>
                      <a:pt x="15404" y="3034"/>
                      <a:pt x="15639" y="2872"/>
                      <a:pt x="15844" y="2674"/>
                    </a:cubicBezTo>
                    <a:cubicBezTo>
                      <a:pt x="16804" y="1699"/>
                      <a:pt x="16211" y="358"/>
                      <a:pt x="15030" y="57"/>
                    </a:cubicBezTo>
                    <a:cubicBezTo>
                      <a:pt x="14879" y="19"/>
                      <a:pt x="14725" y="1"/>
                      <a:pt x="145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54"/>
              <p:cNvSpPr/>
              <p:nvPr/>
            </p:nvSpPr>
            <p:spPr>
              <a:xfrm>
                <a:off x="1915825" y="2657325"/>
                <a:ext cx="184775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7391" h="2760" extrusionOk="0">
                    <a:moveTo>
                      <a:pt x="6525" y="0"/>
                    </a:moveTo>
                    <a:cubicBezTo>
                      <a:pt x="6426" y="0"/>
                      <a:pt x="6327" y="13"/>
                      <a:pt x="6232" y="38"/>
                    </a:cubicBezTo>
                    <a:cubicBezTo>
                      <a:pt x="5946" y="111"/>
                      <a:pt x="5675" y="206"/>
                      <a:pt x="5411" y="331"/>
                    </a:cubicBezTo>
                    <a:cubicBezTo>
                      <a:pt x="5066" y="478"/>
                      <a:pt x="4700" y="566"/>
                      <a:pt x="4326" y="580"/>
                    </a:cubicBezTo>
                    <a:cubicBezTo>
                      <a:pt x="4016" y="580"/>
                      <a:pt x="3706" y="499"/>
                      <a:pt x="3397" y="499"/>
                    </a:cubicBezTo>
                    <a:cubicBezTo>
                      <a:pt x="3384" y="499"/>
                      <a:pt x="3371" y="499"/>
                      <a:pt x="3358" y="500"/>
                    </a:cubicBezTo>
                    <a:cubicBezTo>
                      <a:pt x="2772" y="507"/>
                      <a:pt x="2229" y="807"/>
                      <a:pt x="1650" y="844"/>
                    </a:cubicBezTo>
                    <a:cubicBezTo>
                      <a:pt x="1601" y="847"/>
                      <a:pt x="1551" y="849"/>
                      <a:pt x="1502" y="849"/>
                    </a:cubicBezTo>
                    <a:cubicBezTo>
                      <a:pt x="1290" y="849"/>
                      <a:pt x="1077" y="825"/>
                      <a:pt x="869" y="825"/>
                    </a:cubicBezTo>
                    <a:cubicBezTo>
                      <a:pt x="674" y="825"/>
                      <a:pt x="485" y="846"/>
                      <a:pt x="308" y="925"/>
                    </a:cubicBezTo>
                    <a:cubicBezTo>
                      <a:pt x="183" y="976"/>
                      <a:pt x="81" y="1071"/>
                      <a:pt x="37" y="1203"/>
                    </a:cubicBezTo>
                    <a:cubicBezTo>
                      <a:pt x="0" y="1343"/>
                      <a:pt x="110" y="1467"/>
                      <a:pt x="191" y="1592"/>
                    </a:cubicBezTo>
                    <a:cubicBezTo>
                      <a:pt x="418" y="1907"/>
                      <a:pt x="748" y="2142"/>
                      <a:pt x="1122" y="2259"/>
                    </a:cubicBezTo>
                    <a:cubicBezTo>
                      <a:pt x="1430" y="2362"/>
                      <a:pt x="1855" y="2252"/>
                      <a:pt x="2141" y="2391"/>
                    </a:cubicBezTo>
                    <a:cubicBezTo>
                      <a:pt x="2302" y="2472"/>
                      <a:pt x="2464" y="2530"/>
                      <a:pt x="2640" y="2567"/>
                    </a:cubicBezTo>
                    <a:cubicBezTo>
                      <a:pt x="2786" y="2582"/>
                      <a:pt x="2933" y="2604"/>
                      <a:pt x="3072" y="2633"/>
                    </a:cubicBezTo>
                    <a:cubicBezTo>
                      <a:pt x="3317" y="2715"/>
                      <a:pt x="3576" y="2759"/>
                      <a:pt x="3834" y="2759"/>
                    </a:cubicBezTo>
                    <a:cubicBezTo>
                      <a:pt x="3901" y="2759"/>
                      <a:pt x="3967" y="2756"/>
                      <a:pt x="4033" y="2750"/>
                    </a:cubicBezTo>
                    <a:cubicBezTo>
                      <a:pt x="4307" y="2731"/>
                      <a:pt x="4581" y="2682"/>
                      <a:pt x="4856" y="2682"/>
                    </a:cubicBezTo>
                    <a:cubicBezTo>
                      <a:pt x="4889" y="2682"/>
                      <a:pt x="4923" y="2683"/>
                      <a:pt x="4956" y="2684"/>
                    </a:cubicBezTo>
                    <a:cubicBezTo>
                      <a:pt x="5125" y="2692"/>
                      <a:pt x="5294" y="2714"/>
                      <a:pt x="5455" y="2750"/>
                    </a:cubicBezTo>
                    <a:cubicBezTo>
                      <a:pt x="5479" y="2755"/>
                      <a:pt x="5503" y="2758"/>
                      <a:pt x="5526" y="2758"/>
                    </a:cubicBezTo>
                    <a:cubicBezTo>
                      <a:pt x="5611" y="2758"/>
                      <a:pt x="5692" y="2727"/>
                      <a:pt x="5756" y="2670"/>
                    </a:cubicBezTo>
                    <a:cubicBezTo>
                      <a:pt x="5961" y="2508"/>
                      <a:pt x="6159" y="2362"/>
                      <a:pt x="6357" y="2201"/>
                    </a:cubicBezTo>
                    <a:cubicBezTo>
                      <a:pt x="6540" y="2047"/>
                      <a:pt x="6892" y="1981"/>
                      <a:pt x="7046" y="1790"/>
                    </a:cubicBezTo>
                    <a:lnTo>
                      <a:pt x="7090" y="1731"/>
                    </a:lnTo>
                    <a:cubicBezTo>
                      <a:pt x="7171" y="1614"/>
                      <a:pt x="7185" y="1467"/>
                      <a:pt x="7119" y="1343"/>
                    </a:cubicBezTo>
                    <a:cubicBezTo>
                      <a:pt x="7061" y="1233"/>
                      <a:pt x="6885" y="1013"/>
                      <a:pt x="6951" y="910"/>
                    </a:cubicBezTo>
                    <a:cubicBezTo>
                      <a:pt x="7031" y="771"/>
                      <a:pt x="7222" y="727"/>
                      <a:pt x="7295" y="588"/>
                    </a:cubicBezTo>
                    <a:cubicBezTo>
                      <a:pt x="7391" y="426"/>
                      <a:pt x="7251" y="221"/>
                      <a:pt x="7083" y="133"/>
                    </a:cubicBezTo>
                    <a:cubicBezTo>
                      <a:pt x="6909" y="46"/>
                      <a:pt x="6716" y="0"/>
                      <a:pt x="65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54"/>
              <p:cNvSpPr/>
              <p:nvPr/>
            </p:nvSpPr>
            <p:spPr>
              <a:xfrm>
                <a:off x="1964025" y="2689300"/>
                <a:ext cx="24950" cy="17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99" extrusionOk="0">
                    <a:moveTo>
                      <a:pt x="558" y="1"/>
                    </a:moveTo>
                    <a:cubicBezTo>
                      <a:pt x="537" y="1"/>
                      <a:pt x="515" y="2"/>
                      <a:pt x="492" y="5"/>
                    </a:cubicBezTo>
                    <a:cubicBezTo>
                      <a:pt x="125" y="49"/>
                      <a:pt x="30" y="335"/>
                      <a:pt x="8" y="518"/>
                    </a:cubicBezTo>
                    <a:cubicBezTo>
                      <a:pt x="0" y="592"/>
                      <a:pt x="59" y="636"/>
                      <a:pt x="132" y="658"/>
                    </a:cubicBezTo>
                    <a:cubicBezTo>
                      <a:pt x="256" y="686"/>
                      <a:pt x="384" y="699"/>
                      <a:pt x="512" y="699"/>
                    </a:cubicBezTo>
                    <a:cubicBezTo>
                      <a:pt x="650" y="699"/>
                      <a:pt x="788" y="684"/>
                      <a:pt x="924" y="658"/>
                    </a:cubicBezTo>
                    <a:cubicBezTo>
                      <a:pt x="968" y="643"/>
                      <a:pt x="997" y="614"/>
                      <a:pt x="997" y="570"/>
                    </a:cubicBezTo>
                    <a:cubicBezTo>
                      <a:pt x="991" y="396"/>
                      <a:pt x="918" y="1"/>
                      <a:pt x="55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54"/>
              <p:cNvSpPr/>
              <p:nvPr/>
            </p:nvSpPr>
            <p:spPr>
              <a:xfrm>
                <a:off x="2012225" y="2683525"/>
                <a:ext cx="260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725" extrusionOk="0">
                    <a:moveTo>
                      <a:pt x="557" y="1"/>
                    </a:moveTo>
                    <a:cubicBezTo>
                      <a:pt x="548" y="1"/>
                      <a:pt x="538" y="1"/>
                      <a:pt x="529" y="1"/>
                    </a:cubicBezTo>
                    <a:cubicBezTo>
                      <a:pt x="162" y="16"/>
                      <a:pt x="52" y="295"/>
                      <a:pt x="15" y="478"/>
                    </a:cubicBezTo>
                    <a:cubicBezTo>
                      <a:pt x="1" y="573"/>
                      <a:pt x="59" y="661"/>
                      <a:pt x="155" y="683"/>
                    </a:cubicBezTo>
                    <a:cubicBezTo>
                      <a:pt x="261" y="711"/>
                      <a:pt x="369" y="725"/>
                      <a:pt x="478" y="725"/>
                    </a:cubicBezTo>
                    <a:cubicBezTo>
                      <a:pt x="625" y="725"/>
                      <a:pt x="771" y="700"/>
                      <a:pt x="910" y="654"/>
                    </a:cubicBezTo>
                    <a:cubicBezTo>
                      <a:pt x="990" y="625"/>
                      <a:pt x="1042" y="544"/>
                      <a:pt x="1027" y="456"/>
                    </a:cubicBezTo>
                    <a:cubicBezTo>
                      <a:pt x="1006" y="277"/>
                      <a:pt x="921" y="1"/>
                      <a:pt x="557" y="1"/>
                    </a:cubicBezTo>
                    <a:close/>
                  </a:path>
                </a:pathLst>
              </a:custGeom>
              <a:solidFill>
                <a:srgbClr val="FFC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54"/>
              <p:cNvSpPr/>
              <p:nvPr/>
            </p:nvSpPr>
            <p:spPr>
              <a:xfrm>
                <a:off x="1846725" y="2702600"/>
                <a:ext cx="5317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013" extrusionOk="0">
                    <a:moveTo>
                      <a:pt x="821" y="1"/>
                    </a:moveTo>
                    <a:cubicBezTo>
                      <a:pt x="807" y="1"/>
                      <a:pt x="792" y="1"/>
                      <a:pt x="777" y="8"/>
                    </a:cubicBezTo>
                    <a:cubicBezTo>
                      <a:pt x="374" y="184"/>
                      <a:pt x="110" y="456"/>
                      <a:pt x="15" y="844"/>
                    </a:cubicBezTo>
                    <a:cubicBezTo>
                      <a:pt x="0" y="903"/>
                      <a:pt x="44" y="961"/>
                      <a:pt x="110" y="969"/>
                    </a:cubicBezTo>
                    <a:lnTo>
                      <a:pt x="1261" y="1013"/>
                    </a:lnTo>
                    <a:cubicBezTo>
                      <a:pt x="1342" y="1013"/>
                      <a:pt x="1415" y="991"/>
                      <a:pt x="1488" y="954"/>
                    </a:cubicBezTo>
                    <a:cubicBezTo>
                      <a:pt x="1767" y="778"/>
                      <a:pt x="2046" y="492"/>
                      <a:pt x="2112" y="221"/>
                    </a:cubicBezTo>
                    <a:cubicBezTo>
                      <a:pt x="2126" y="155"/>
                      <a:pt x="2082" y="96"/>
                      <a:pt x="2016" y="96"/>
                    </a:cubicBezTo>
                    <a:lnTo>
                      <a:pt x="8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54"/>
              <p:cNvSpPr/>
              <p:nvPr/>
            </p:nvSpPr>
            <p:spPr>
              <a:xfrm>
                <a:off x="1850600" y="2704450"/>
                <a:ext cx="17575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703" h="796" extrusionOk="0">
                    <a:moveTo>
                      <a:pt x="655" y="0"/>
                    </a:moveTo>
                    <a:cubicBezTo>
                      <a:pt x="647" y="0"/>
                      <a:pt x="638" y="2"/>
                      <a:pt x="630" y="8"/>
                    </a:cubicBezTo>
                    <a:cubicBezTo>
                      <a:pt x="322" y="132"/>
                      <a:pt x="87" y="404"/>
                      <a:pt x="6" y="733"/>
                    </a:cubicBezTo>
                    <a:cubicBezTo>
                      <a:pt x="0" y="764"/>
                      <a:pt x="31" y="795"/>
                      <a:pt x="62" y="795"/>
                    </a:cubicBezTo>
                    <a:cubicBezTo>
                      <a:pt x="68" y="795"/>
                      <a:pt x="74" y="794"/>
                      <a:pt x="80" y="792"/>
                    </a:cubicBezTo>
                    <a:cubicBezTo>
                      <a:pt x="512" y="609"/>
                      <a:pt x="674" y="316"/>
                      <a:pt x="703" y="59"/>
                    </a:cubicBezTo>
                    <a:cubicBezTo>
                      <a:pt x="703" y="25"/>
                      <a:pt x="681" y="0"/>
                      <a:pt x="6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54"/>
              <p:cNvSpPr/>
              <p:nvPr/>
            </p:nvSpPr>
            <p:spPr>
              <a:xfrm>
                <a:off x="1914175" y="2612050"/>
                <a:ext cx="14675" cy="239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956" extrusionOk="0">
                    <a:moveTo>
                      <a:pt x="440" y="1"/>
                    </a:moveTo>
                    <a:cubicBezTo>
                      <a:pt x="424" y="1"/>
                      <a:pt x="409" y="6"/>
                      <a:pt x="396" y="16"/>
                    </a:cubicBezTo>
                    <a:lnTo>
                      <a:pt x="117" y="228"/>
                    </a:lnTo>
                    <a:cubicBezTo>
                      <a:pt x="110" y="236"/>
                      <a:pt x="103" y="243"/>
                      <a:pt x="103" y="250"/>
                    </a:cubicBezTo>
                    <a:cubicBezTo>
                      <a:pt x="0" y="470"/>
                      <a:pt x="22" y="727"/>
                      <a:pt x="147" y="932"/>
                    </a:cubicBezTo>
                    <a:cubicBezTo>
                      <a:pt x="159" y="948"/>
                      <a:pt x="177" y="955"/>
                      <a:pt x="194" y="955"/>
                    </a:cubicBezTo>
                    <a:cubicBezTo>
                      <a:pt x="210" y="955"/>
                      <a:pt x="225" y="950"/>
                      <a:pt x="235" y="940"/>
                    </a:cubicBezTo>
                    <a:lnTo>
                      <a:pt x="477" y="727"/>
                    </a:lnTo>
                    <a:cubicBezTo>
                      <a:pt x="513" y="698"/>
                      <a:pt x="535" y="654"/>
                      <a:pt x="543" y="610"/>
                    </a:cubicBezTo>
                    <a:cubicBezTo>
                      <a:pt x="587" y="412"/>
                      <a:pt x="579" y="177"/>
                      <a:pt x="491" y="30"/>
                    </a:cubicBezTo>
                    <a:cubicBezTo>
                      <a:pt x="479" y="10"/>
                      <a:pt x="460" y="1"/>
                      <a:pt x="4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54"/>
              <p:cNvSpPr/>
              <p:nvPr/>
            </p:nvSpPr>
            <p:spPr>
              <a:xfrm>
                <a:off x="1915625" y="2618525"/>
                <a:ext cx="737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611" extrusionOk="0">
                    <a:moveTo>
                      <a:pt x="107" y="0"/>
                    </a:moveTo>
                    <a:cubicBezTo>
                      <a:pt x="93" y="0"/>
                      <a:pt x="78" y="8"/>
                      <a:pt x="74" y="21"/>
                    </a:cubicBezTo>
                    <a:cubicBezTo>
                      <a:pt x="1" y="211"/>
                      <a:pt x="23" y="424"/>
                      <a:pt x="133" y="600"/>
                    </a:cubicBezTo>
                    <a:cubicBezTo>
                      <a:pt x="139" y="606"/>
                      <a:pt x="149" y="610"/>
                      <a:pt x="159" y="610"/>
                    </a:cubicBezTo>
                    <a:cubicBezTo>
                      <a:pt x="171" y="610"/>
                      <a:pt x="183" y="605"/>
                      <a:pt x="191" y="593"/>
                    </a:cubicBezTo>
                    <a:cubicBezTo>
                      <a:pt x="294" y="329"/>
                      <a:pt x="235" y="138"/>
                      <a:pt x="133" y="13"/>
                    </a:cubicBezTo>
                    <a:cubicBezTo>
                      <a:pt x="127" y="4"/>
                      <a:pt x="117" y="0"/>
                      <a:pt x="1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54"/>
              <p:cNvSpPr/>
              <p:nvPr/>
            </p:nvSpPr>
            <p:spPr>
              <a:xfrm>
                <a:off x="1780725" y="2695775"/>
                <a:ext cx="240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546" extrusionOk="0">
                    <a:moveTo>
                      <a:pt x="378" y="1"/>
                    </a:moveTo>
                    <a:cubicBezTo>
                      <a:pt x="261" y="1"/>
                      <a:pt x="144" y="28"/>
                      <a:pt x="37" y="83"/>
                    </a:cubicBezTo>
                    <a:cubicBezTo>
                      <a:pt x="8" y="105"/>
                      <a:pt x="1" y="149"/>
                      <a:pt x="23" y="179"/>
                    </a:cubicBezTo>
                    <a:lnTo>
                      <a:pt x="221" y="428"/>
                    </a:lnTo>
                    <a:cubicBezTo>
                      <a:pt x="250" y="465"/>
                      <a:pt x="287" y="487"/>
                      <a:pt x="338" y="501"/>
                    </a:cubicBezTo>
                    <a:cubicBezTo>
                      <a:pt x="428" y="529"/>
                      <a:pt x="529" y="545"/>
                      <a:pt x="626" y="545"/>
                    </a:cubicBezTo>
                    <a:cubicBezTo>
                      <a:pt x="733" y="545"/>
                      <a:pt x="836" y="525"/>
                      <a:pt x="917" y="479"/>
                    </a:cubicBezTo>
                    <a:cubicBezTo>
                      <a:pt x="946" y="465"/>
                      <a:pt x="961" y="421"/>
                      <a:pt x="932" y="391"/>
                    </a:cubicBezTo>
                    <a:lnTo>
                      <a:pt x="741" y="98"/>
                    </a:lnTo>
                    <a:cubicBezTo>
                      <a:pt x="734" y="91"/>
                      <a:pt x="726" y="91"/>
                      <a:pt x="719" y="83"/>
                    </a:cubicBezTo>
                    <a:cubicBezTo>
                      <a:pt x="613" y="28"/>
                      <a:pt x="495" y="1"/>
                      <a:pt x="3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54"/>
              <p:cNvSpPr/>
              <p:nvPr/>
            </p:nvSpPr>
            <p:spPr>
              <a:xfrm>
                <a:off x="1782925" y="2697250"/>
                <a:ext cx="15600" cy="50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203" extrusionOk="0">
                    <a:moveTo>
                      <a:pt x="335" y="0"/>
                    </a:moveTo>
                    <a:cubicBezTo>
                      <a:pt x="228" y="0"/>
                      <a:pt x="121" y="28"/>
                      <a:pt x="23" y="83"/>
                    </a:cubicBezTo>
                    <a:cubicBezTo>
                      <a:pt x="1" y="90"/>
                      <a:pt x="8" y="120"/>
                      <a:pt x="30" y="134"/>
                    </a:cubicBezTo>
                    <a:cubicBezTo>
                      <a:pt x="136" y="183"/>
                      <a:pt x="233" y="203"/>
                      <a:pt x="318" y="203"/>
                    </a:cubicBezTo>
                    <a:cubicBezTo>
                      <a:pt x="438" y="203"/>
                      <a:pt x="536" y="164"/>
                      <a:pt x="609" y="112"/>
                    </a:cubicBezTo>
                    <a:cubicBezTo>
                      <a:pt x="624" y="98"/>
                      <a:pt x="624" y="68"/>
                      <a:pt x="602" y="61"/>
                    </a:cubicBezTo>
                    <a:cubicBezTo>
                      <a:pt x="517" y="20"/>
                      <a:pt x="426" y="0"/>
                      <a:pt x="3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54"/>
              <p:cNvSpPr/>
              <p:nvPr/>
            </p:nvSpPr>
            <p:spPr>
              <a:xfrm>
                <a:off x="1933775" y="2719800"/>
                <a:ext cx="240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546" extrusionOk="0">
                    <a:moveTo>
                      <a:pt x="382" y="0"/>
                    </a:moveTo>
                    <a:cubicBezTo>
                      <a:pt x="266" y="0"/>
                      <a:pt x="151" y="28"/>
                      <a:pt x="45" y="83"/>
                    </a:cubicBezTo>
                    <a:cubicBezTo>
                      <a:pt x="8" y="105"/>
                      <a:pt x="1" y="149"/>
                      <a:pt x="23" y="178"/>
                    </a:cubicBezTo>
                    <a:lnTo>
                      <a:pt x="221" y="427"/>
                    </a:lnTo>
                    <a:cubicBezTo>
                      <a:pt x="250" y="464"/>
                      <a:pt x="294" y="493"/>
                      <a:pt x="338" y="501"/>
                    </a:cubicBezTo>
                    <a:cubicBezTo>
                      <a:pt x="431" y="529"/>
                      <a:pt x="536" y="546"/>
                      <a:pt x="636" y="546"/>
                    </a:cubicBezTo>
                    <a:cubicBezTo>
                      <a:pt x="741" y="546"/>
                      <a:pt x="842" y="527"/>
                      <a:pt x="917" y="486"/>
                    </a:cubicBezTo>
                    <a:cubicBezTo>
                      <a:pt x="954" y="464"/>
                      <a:pt x="961" y="420"/>
                      <a:pt x="939" y="391"/>
                    </a:cubicBezTo>
                    <a:lnTo>
                      <a:pt x="741" y="97"/>
                    </a:lnTo>
                    <a:cubicBezTo>
                      <a:pt x="741" y="90"/>
                      <a:pt x="734" y="90"/>
                      <a:pt x="719" y="83"/>
                    </a:cubicBezTo>
                    <a:cubicBezTo>
                      <a:pt x="613" y="28"/>
                      <a:pt x="497" y="0"/>
                      <a:pt x="3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54"/>
              <p:cNvSpPr/>
              <p:nvPr/>
            </p:nvSpPr>
            <p:spPr>
              <a:xfrm>
                <a:off x="1936150" y="2721250"/>
                <a:ext cx="156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625" h="206" extrusionOk="0">
                    <a:moveTo>
                      <a:pt x="329" y="1"/>
                    </a:moveTo>
                    <a:cubicBezTo>
                      <a:pt x="223" y="1"/>
                      <a:pt x="118" y="28"/>
                      <a:pt x="23" y="83"/>
                    </a:cubicBezTo>
                    <a:cubicBezTo>
                      <a:pt x="1" y="91"/>
                      <a:pt x="1" y="127"/>
                      <a:pt x="23" y="135"/>
                    </a:cubicBezTo>
                    <a:cubicBezTo>
                      <a:pt x="132" y="185"/>
                      <a:pt x="231" y="205"/>
                      <a:pt x="317" y="205"/>
                    </a:cubicBezTo>
                    <a:cubicBezTo>
                      <a:pt x="435" y="205"/>
                      <a:pt x="531" y="168"/>
                      <a:pt x="602" y="113"/>
                    </a:cubicBezTo>
                    <a:cubicBezTo>
                      <a:pt x="624" y="98"/>
                      <a:pt x="617" y="69"/>
                      <a:pt x="595" y="61"/>
                    </a:cubicBezTo>
                    <a:cubicBezTo>
                      <a:pt x="510" y="21"/>
                      <a:pt x="419" y="1"/>
                      <a:pt x="3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54"/>
              <p:cNvSpPr/>
              <p:nvPr/>
            </p:nvSpPr>
            <p:spPr>
              <a:xfrm>
                <a:off x="1874025" y="2643475"/>
                <a:ext cx="26425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1041" extrusionOk="0">
                    <a:moveTo>
                      <a:pt x="952" y="1"/>
                    </a:moveTo>
                    <a:cubicBezTo>
                      <a:pt x="945" y="1"/>
                      <a:pt x="938" y="2"/>
                      <a:pt x="932" y="5"/>
                    </a:cubicBezTo>
                    <a:lnTo>
                      <a:pt x="250" y="306"/>
                    </a:lnTo>
                    <a:cubicBezTo>
                      <a:pt x="242" y="306"/>
                      <a:pt x="235" y="313"/>
                      <a:pt x="228" y="320"/>
                    </a:cubicBezTo>
                    <a:cubicBezTo>
                      <a:pt x="59" y="504"/>
                      <a:pt x="0" y="753"/>
                      <a:pt x="59" y="995"/>
                    </a:cubicBezTo>
                    <a:cubicBezTo>
                      <a:pt x="64" y="1021"/>
                      <a:pt x="89" y="1040"/>
                      <a:pt x="113" y="1040"/>
                    </a:cubicBezTo>
                    <a:cubicBezTo>
                      <a:pt x="123" y="1040"/>
                      <a:pt x="132" y="1038"/>
                      <a:pt x="140" y="1032"/>
                    </a:cubicBezTo>
                    <a:lnTo>
                      <a:pt x="785" y="724"/>
                    </a:lnTo>
                    <a:cubicBezTo>
                      <a:pt x="829" y="702"/>
                      <a:pt x="866" y="665"/>
                      <a:pt x="888" y="628"/>
                    </a:cubicBezTo>
                    <a:cubicBezTo>
                      <a:pt x="990" y="452"/>
                      <a:pt x="1056" y="218"/>
                      <a:pt x="1012" y="49"/>
                    </a:cubicBezTo>
                    <a:cubicBezTo>
                      <a:pt x="1006" y="20"/>
                      <a:pt x="978" y="1"/>
                      <a:pt x="95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54"/>
              <p:cNvSpPr/>
              <p:nvPr/>
            </p:nvSpPr>
            <p:spPr>
              <a:xfrm>
                <a:off x="1875850" y="2652125"/>
                <a:ext cx="737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611" extrusionOk="0">
                    <a:moveTo>
                      <a:pt x="202" y="1"/>
                    </a:moveTo>
                    <a:cubicBezTo>
                      <a:pt x="193" y="1"/>
                      <a:pt x="183" y="4"/>
                      <a:pt x="177" y="11"/>
                    </a:cubicBezTo>
                    <a:cubicBezTo>
                      <a:pt x="45" y="172"/>
                      <a:pt x="1" y="385"/>
                      <a:pt x="52" y="590"/>
                    </a:cubicBezTo>
                    <a:cubicBezTo>
                      <a:pt x="56" y="603"/>
                      <a:pt x="68" y="611"/>
                      <a:pt x="81" y="611"/>
                    </a:cubicBezTo>
                    <a:cubicBezTo>
                      <a:pt x="91" y="611"/>
                      <a:pt x="102" y="607"/>
                      <a:pt x="111" y="598"/>
                    </a:cubicBezTo>
                    <a:cubicBezTo>
                      <a:pt x="294" y="378"/>
                      <a:pt x="294" y="172"/>
                      <a:pt x="228" y="18"/>
                    </a:cubicBezTo>
                    <a:cubicBezTo>
                      <a:pt x="224" y="6"/>
                      <a:pt x="213" y="1"/>
                      <a:pt x="2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54"/>
              <p:cNvSpPr/>
              <p:nvPr/>
            </p:nvSpPr>
            <p:spPr>
              <a:xfrm>
                <a:off x="1823425" y="2680975"/>
                <a:ext cx="22950" cy="18900"/>
              </a:xfrm>
              <a:custGeom>
                <a:avLst/>
                <a:gdLst/>
                <a:ahLst/>
                <a:cxnLst/>
                <a:rect l="l" t="t" r="r" b="b"/>
                <a:pathLst>
                  <a:path w="918" h="756" extrusionOk="0">
                    <a:moveTo>
                      <a:pt x="214" y="1"/>
                    </a:moveTo>
                    <a:cubicBezTo>
                      <a:pt x="111" y="74"/>
                      <a:pt x="38" y="184"/>
                      <a:pt x="1" y="301"/>
                    </a:cubicBezTo>
                    <a:cubicBezTo>
                      <a:pt x="133" y="485"/>
                      <a:pt x="397" y="624"/>
                      <a:pt x="646" y="756"/>
                    </a:cubicBezTo>
                    <a:lnTo>
                      <a:pt x="917" y="301"/>
                    </a:lnTo>
                    <a:cubicBezTo>
                      <a:pt x="697" y="162"/>
                      <a:pt x="463" y="59"/>
                      <a:pt x="2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54"/>
              <p:cNvSpPr/>
              <p:nvPr/>
            </p:nvSpPr>
            <p:spPr>
              <a:xfrm>
                <a:off x="1825450" y="2683725"/>
                <a:ext cx="178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419" extrusionOk="0">
                    <a:moveTo>
                      <a:pt x="15" y="1"/>
                    </a:moveTo>
                    <a:cubicBezTo>
                      <a:pt x="15" y="8"/>
                      <a:pt x="1" y="15"/>
                      <a:pt x="1" y="23"/>
                    </a:cubicBezTo>
                    <a:lnTo>
                      <a:pt x="52" y="59"/>
                    </a:lnTo>
                    <a:cubicBezTo>
                      <a:pt x="250" y="169"/>
                      <a:pt x="448" y="279"/>
                      <a:pt x="646" y="389"/>
                    </a:cubicBezTo>
                    <a:lnTo>
                      <a:pt x="697" y="419"/>
                    </a:lnTo>
                    <a:lnTo>
                      <a:pt x="712" y="397"/>
                    </a:lnTo>
                    <a:cubicBezTo>
                      <a:pt x="609" y="338"/>
                      <a:pt x="506" y="279"/>
                      <a:pt x="396" y="221"/>
                    </a:cubicBezTo>
                    <a:cubicBezTo>
                      <a:pt x="272" y="155"/>
                      <a:pt x="140" y="81"/>
                      <a:pt x="15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54"/>
              <p:cNvSpPr/>
              <p:nvPr/>
            </p:nvSpPr>
            <p:spPr>
              <a:xfrm>
                <a:off x="1824175" y="2686125"/>
                <a:ext cx="172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448" extrusionOk="0">
                    <a:moveTo>
                      <a:pt x="8" y="0"/>
                    </a:moveTo>
                    <a:lnTo>
                      <a:pt x="0" y="22"/>
                    </a:lnTo>
                    <a:lnTo>
                      <a:pt x="103" y="88"/>
                    </a:lnTo>
                    <a:cubicBezTo>
                      <a:pt x="294" y="213"/>
                      <a:pt x="484" y="330"/>
                      <a:pt x="675" y="447"/>
                    </a:cubicBezTo>
                    <a:lnTo>
                      <a:pt x="689" y="433"/>
                    </a:lnTo>
                    <a:lnTo>
                      <a:pt x="440" y="279"/>
                    </a:lnTo>
                    <a:cubicBezTo>
                      <a:pt x="294" y="191"/>
                      <a:pt x="154" y="95"/>
                      <a:pt x="8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54"/>
              <p:cNvSpPr/>
              <p:nvPr/>
            </p:nvSpPr>
            <p:spPr>
              <a:xfrm>
                <a:off x="1827275" y="2681725"/>
                <a:ext cx="18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720" h="360" extrusionOk="0">
                    <a:moveTo>
                      <a:pt x="16" y="0"/>
                    </a:moveTo>
                    <a:lnTo>
                      <a:pt x="1" y="15"/>
                    </a:lnTo>
                    <a:cubicBezTo>
                      <a:pt x="206" y="110"/>
                      <a:pt x="404" y="213"/>
                      <a:pt x="609" y="308"/>
                    </a:cubicBezTo>
                    <a:lnTo>
                      <a:pt x="705" y="359"/>
                    </a:lnTo>
                    <a:lnTo>
                      <a:pt x="719" y="337"/>
                    </a:lnTo>
                    <a:cubicBezTo>
                      <a:pt x="587" y="271"/>
                      <a:pt x="455" y="205"/>
                      <a:pt x="323" y="139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54"/>
              <p:cNvSpPr/>
              <p:nvPr/>
            </p:nvSpPr>
            <p:spPr>
              <a:xfrm>
                <a:off x="1839025" y="2688150"/>
                <a:ext cx="7725" cy="117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469" extrusionOk="0">
                    <a:moveTo>
                      <a:pt x="264" y="1"/>
                    </a:moveTo>
                    <a:cubicBezTo>
                      <a:pt x="228" y="1"/>
                      <a:pt x="164" y="22"/>
                      <a:pt x="88" y="146"/>
                    </a:cubicBezTo>
                    <a:cubicBezTo>
                      <a:pt x="22" y="242"/>
                      <a:pt x="0" y="359"/>
                      <a:pt x="22" y="469"/>
                    </a:cubicBezTo>
                    <a:cubicBezTo>
                      <a:pt x="117" y="425"/>
                      <a:pt x="191" y="352"/>
                      <a:pt x="249" y="264"/>
                    </a:cubicBezTo>
                    <a:cubicBezTo>
                      <a:pt x="293" y="183"/>
                      <a:pt x="308" y="95"/>
                      <a:pt x="293" y="7"/>
                    </a:cubicBezTo>
                    <a:cubicBezTo>
                      <a:pt x="293" y="7"/>
                      <a:pt x="283" y="1"/>
                      <a:pt x="2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54"/>
              <p:cNvSpPr/>
              <p:nvPr/>
            </p:nvSpPr>
            <p:spPr>
              <a:xfrm>
                <a:off x="1750850" y="2657875"/>
                <a:ext cx="22750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757" extrusionOk="0">
                    <a:moveTo>
                      <a:pt x="206" y="1"/>
                    </a:moveTo>
                    <a:cubicBezTo>
                      <a:pt x="103" y="74"/>
                      <a:pt x="30" y="177"/>
                      <a:pt x="1" y="302"/>
                    </a:cubicBezTo>
                    <a:cubicBezTo>
                      <a:pt x="132" y="478"/>
                      <a:pt x="396" y="624"/>
                      <a:pt x="646" y="756"/>
                    </a:cubicBezTo>
                    <a:lnTo>
                      <a:pt x="910" y="294"/>
                    </a:lnTo>
                    <a:cubicBezTo>
                      <a:pt x="697" y="155"/>
                      <a:pt x="455" y="60"/>
                      <a:pt x="206" y="1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54"/>
              <p:cNvSpPr/>
              <p:nvPr/>
            </p:nvSpPr>
            <p:spPr>
              <a:xfrm>
                <a:off x="1752875" y="2660825"/>
                <a:ext cx="178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411" extrusionOk="0">
                    <a:moveTo>
                      <a:pt x="15" y="0"/>
                    </a:moveTo>
                    <a:lnTo>
                      <a:pt x="0" y="15"/>
                    </a:lnTo>
                    <a:lnTo>
                      <a:pt x="51" y="52"/>
                    </a:lnTo>
                    <a:cubicBezTo>
                      <a:pt x="249" y="162"/>
                      <a:pt x="447" y="272"/>
                      <a:pt x="645" y="382"/>
                    </a:cubicBezTo>
                    <a:lnTo>
                      <a:pt x="697" y="411"/>
                    </a:lnTo>
                    <a:lnTo>
                      <a:pt x="711" y="389"/>
                    </a:lnTo>
                    <a:cubicBezTo>
                      <a:pt x="609" y="330"/>
                      <a:pt x="499" y="272"/>
                      <a:pt x="396" y="220"/>
                    </a:cubicBezTo>
                    <a:cubicBezTo>
                      <a:pt x="271" y="147"/>
                      <a:pt x="139" y="74"/>
                      <a:pt x="15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54"/>
              <p:cNvSpPr/>
              <p:nvPr/>
            </p:nvSpPr>
            <p:spPr>
              <a:xfrm>
                <a:off x="1751575" y="2663025"/>
                <a:ext cx="17075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448" extrusionOk="0">
                    <a:moveTo>
                      <a:pt x="8" y="0"/>
                    </a:moveTo>
                    <a:cubicBezTo>
                      <a:pt x="8" y="8"/>
                      <a:pt x="1" y="15"/>
                      <a:pt x="1" y="22"/>
                    </a:cubicBezTo>
                    <a:lnTo>
                      <a:pt x="103" y="88"/>
                    </a:lnTo>
                    <a:cubicBezTo>
                      <a:pt x="294" y="213"/>
                      <a:pt x="485" y="330"/>
                      <a:pt x="675" y="448"/>
                    </a:cubicBezTo>
                    <a:lnTo>
                      <a:pt x="683" y="433"/>
                    </a:lnTo>
                    <a:lnTo>
                      <a:pt x="441" y="279"/>
                    </a:lnTo>
                    <a:cubicBezTo>
                      <a:pt x="294" y="191"/>
                      <a:pt x="155" y="96"/>
                      <a:pt x="8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54"/>
              <p:cNvSpPr/>
              <p:nvPr/>
            </p:nvSpPr>
            <p:spPr>
              <a:xfrm>
                <a:off x="1754700" y="2658625"/>
                <a:ext cx="17975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60" extrusionOk="0">
                    <a:moveTo>
                      <a:pt x="15" y="0"/>
                    </a:moveTo>
                    <a:lnTo>
                      <a:pt x="0" y="22"/>
                    </a:lnTo>
                    <a:cubicBezTo>
                      <a:pt x="198" y="118"/>
                      <a:pt x="404" y="213"/>
                      <a:pt x="609" y="316"/>
                    </a:cubicBezTo>
                    <a:lnTo>
                      <a:pt x="704" y="360"/>
                    </a:lnTo>
                    <a:lnTo>
                      <a:pt x="719" y="338"/>
                    </a:lnTo>
                    <a:cubicBezTo>
                      <a:pt x="587" y="272"/>
                      <a:pt x="455" y="206"/>
                      <a:pt x="323" y="147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54"/>
              <p:cNvSpPr/>
              <p:nvPr/>
            </p:nvSpPr>
            <p:spPr>
              <a:xfrm>
                <a:off x="1766250" y="2665050"/>
                <a:ext cx="7900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470" extrusionOk="0">
                    <a:moveTo>
                      <a:pt x="264" y="1"/>
                    </a:moveTo>
                    <a:cubicBezTo>
                      <a:pt x="229" y="1"/>
                      <a:pt x="167" y="23"/>
                      <a:pt x="96" y="147"/>
                    </a:cubicBezTo>
                    <a:cubicBezTo>
                      <a:pt x="22" y="242"/>
                      <a:pt x="0" y="352"/>
                      <a:pt x="30" y="469"/>
                    </a:cubicBezTo>
                    <a:cubicBezTo>
                      <a:pt x="118" y="418"/>
                      <a:pt x="198" y="345"/>
                      <a:pt x="257" y="257"/>
                    </a:cubicBezTo>
                    <a:cubicBezTo>
                      <a:pt x="301" y="183"/>
                      <a:pt x="316" y="95"/>
                      <a:pt x="294" y="7"/>
                    </a:cubicBezTo>
                    <a:cubicBezTo>
                      <a:pt x="294" y="7"/>
                      <a:pt x="283" y="1"/>
                      <a:pt x="2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54"/>
              <p:cNvSpPr/>
              <p:nvPr/>
            </p:nvSpPr>
            <p:spPr>
              <a:xfrm>
                <a:off x="1883750" y="2673825"/>
                <a:ext cx="25850" cy="240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962" extrusionOk="0">
                    <a:moveTo>
                      <a:pt x="697" y="1"/>
                    </a:moveTo>
                    <a:cubicBezTo>
                      <a:pt x="440" y="60"/>
                      <a:pt x="205" y="279"/>
                      <a:pt x="0" y="492"/>
                    </a:cubicBezTo>
                    <a:lnTo>
                      <a:pt x="528" y="961"/>
                    </a:lnTo>
                    <a:cubicBezTo>
                      <a:pt x="741" y="793"/>
                      <a:pt x="909" y="587"/>
                      <a:pt x="1034" y="345"/>
                    </a:cubicBezTo>
                    <a:cubicBezTo>
                      <a:pt x="953" y="206"/>
                      <a:pt x="836" y="82"/>
                      <a:pt x="6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54"/>
              <p:cNvSpPr/>
              <p:nvPr/>
            </p:nvSpPr>
            <p:spPr>
              <a:xfrm>
                <a:off x="1890150" y="2677500"/>
                <a:ext cx="16350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654" h="602" extrusionOk="0">
                    <a:moveTo>
                      <a:pt x="631" y="0"/>
                    </a:moveTo>
                    <a:lnTo>
                      <a:pt x="580" y="44"/>
                    </a:lnTo>
                    <a:cubicBezTo>
                      <a:pt x="397" y="206"/>
                      <a:pt x="221" y="367"/>
                      <a:pt x="52" y="536"/>
                    </a:cubicBezTo>
                    <a:lnTo>
                      <a:pt x="1" y="580"/>
                    </a:lnTo>
                    <a:lnTo>
                      <a:pt x="30" y="602"/>
                    </a:lnTo>
                    <a:cubicBezTo>
                      <a:pt x="118" y="514"/>
                      <a:pt x="206" y="426"/>
                      <a:pt x="301" y="338"/>
                    </a:cubicBezTo>
                    <a:cubicBezTo>
                      <a:pt x="419" y="235"/>
                      <a:pt x="536" y="132"/>
                      <a:pt x="653" y="22"/>
                    </a:cubicBezTo>
                    <a:cubicBezTo>
                      <a:pt x="646" y="15"/>
                      <a:pt x="639" y="8"/>
                      <a:pt x="631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54"/>
              <p:cNvSpPr/>
              <p:nvPr/>
            </p:nvSpPr>
            <p:spPr>
              <a:xfrm>
                <a:off x="1886500" y="2675300"/>
                <a:ext cx="17250" cy="13775"/>
              </a:xfrm>
              <a:custGeom>
                <a:avLst/>
                <a:gdLst/>
                <a:ahLst/>
                <a:cxnLst/>
                <a:rect l="l" t="t" r="r" b="b"/>
                <a:pathLst>
                  <a:path w="690" h="551" extrusionOk="0">
                    <a:moveTo>
                      <a:pt x="660" y="1"/>
                    </a:moveTo>
                    <a:lnTo>
                      <a:pt x="557" y="81"/>
                    </a:lnTo>
                    <a:cubicBezTo>
                      <a:pt x="367" y="228"/>
                      <a:pt x="183" y="382"/>
                      <a:pt x="0" y="528"/>
                    </a:cubicBezTo>
                    <a:lnTo>
                      <a:pt x="22" y="550"/>
                    </a:lnTo>
                    <a:cubicBezTo>
                      <a:pt x="103" y="492"/>
                      <a:pt x="176" y="426"/>
                      <a:pt x="257" y="360"/>
                    </a:cubicBezTo>
                    <a:cubicBezTo>
                      <a:pt x="403" y="242"/>
                      <a:pt x="543" y="132"/>
                      <a:pt x="689" y="15"/>
                    </a:cubicBezTo>
                    <a:cubicBezTo>
                      <a:pt x="682" y="8"/>
                      <a:pt x="675" y="1"/>
                      <a:pt x="660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54"/>
              <p:cNvSpPr/>
              <p:nvPr/>
            </p:nvSpPr>
            <p:spPr>
              <a:xfrm>
                <a:off x="1894175" y="2680425"/>
                <a:ext cx="145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24" extrusionOk="0">
                    <a:moveTo>
                      <a:pt x="558" y="1"/>
                    </a:moveTo>
                    <a:cubicBezTo>
                      <a:pt x="404" y="169"/>
                      <a:pt x="243" y="345"/>
                      <a:pt x="82" y="521"/>
                    </a:cubicBezTo>
                    <a:cubicBezTo>
                      <a:pt x="52" y="543"/>
                      <a:pt x="23" y="573"/>
                      <a:pt x="1" y="602"/>
                    </a:cubicBezTo>
                    <a:lnTo>
                      <a:pt x="23" y="624"/>
                    </a:lnTo>
                    <a:cubicBezTo>
                      <a:pt x="133" y="514"/>
                      <a:pt x="243" y="397"/>
                      <a:pt x="346" y="287"/>
                    </a:cubicBezTo>
                    <a:cubicBezTo>
                      <a:pt x="426" y="199"/>
                      <a:pt x="500" y="111"/>
                      <a:pt x="580" y="23"/>
                    </a:cubicBezTo>
                    <a:cubicBezTo>
                      <a:pt x="573" y="15"/>
                      <a:pt x="566" y="8"/>
                      <a:pt x="558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54"/>
              <p:cNvSpPr/>
              <p:nvPr/>
            </p:nvSpPr>
            <p:spPr>
              <a:xfrm>
                <a:off x="1883750" y="2686125"/>
                <a:ext cx="15225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4" y="125"/>
                      <a:pt x="125" y="235"/>
                      <a:pt x="220" y="323"/>
                    </a:cubicBezTo>
                    <a:cubicBezTo>
                      <a:pt x="308" y="403"/>
                      <a:pt x="418" y="455"/>
                      <a:pt x="528" y="469"/>
                    </a:cubicBezTo>
                    <a:cubicBezTo>
                      <a:pt x="528" y="469"/>
                      <a:pt x="609" y="403"/>
                      <a:pt x="389" y="205"/>
                    </a:cubicBezTo>
                    <a:cubicBezTo>
                      <a:pt x="169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54"/>
              <p:cNvSpPr/>
              <p:nvPr/>
            </p:nvSpPr>
            <p:spPr>
              <a:xfrm>
                <a:off x="1847450" y="2612075"/>
                <a:ext cx="29900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357" extrusionOk="0">
                    <a:moveTo>
                      <a:pt x="514" y="0"/>
                    </a:moveTo>
                    <a:cubicBezTo>
                      <a:pt x="316" y="81"/>
                      <a:pt x="140" y="205"/>
                      <a:pt x="0" y="367"/>
                    </a:cubicBezTo>
                    <a:cubicBezTo>
                      <a:pt x="30" y="704"/>
                      <a:pt x="264" y="1048"/>
                      <a:pt x="484" y="1356"/>
                    </a:cubicBezTo>
                    <a:lnTo>
                      <a:pt x="1195" y="785"/>
                    </a:lnTo>
                    <a:cubicBezTo>
                      <a:pt x="1027" y="477"/>
                      <a:pt x="792" y="213"/>
                      <a:pt x="5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54"/>
              <p:cNvSpPr/>
              <p:nvPr/>
            </p:nvSpPr>
            <p:spPr>
              <a:xfrm>
                <a:off x="1853125" y="2615375"/>
                <a:ext cx="1615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939" extrusionOk="0">
                    <a:moveTo>
                      <a:pt x="37" y="0"/>
                    </a:moveTo>
                    <a:lnTo>
                      <a:pt x="1" y="22"/>
                    </a:lnTo>
                    <a:lnTo>
                      <a:pt x="52" y="95"/>
                    </a:lnTo>
                    <a:cubicBezTo>
                      <a:pt x="213" y="359"/>
                      <a:pt x="389" y="616"/>
                      <a:pt x="565" y="872"/>
                    </a:cubicBezTo>
                    <a:lnTo>
                      <a:pt x="609" y="938"/>
                    </a:lnTo>
                    <a:lnTo>
                      <a:pt x="646" y="916"/>
                    </a:lnTo>
                    <a:cubicBezTo>
                      <a:pt x="551" y="785"/>
                      <a:pt x="463" y="645"/>
                      <a:pt x="367" y="513"/>
                    </a:cubicBezTo>
                    <a:cubicBezTo>
                      <a:pt x="257" y="345"/>
                      <a:pt x="147" y="169"/>
                      <a:pt x="37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54"/>
              <p:cNvSpPr/>
              <p:nvPr/>
            </p:nvSpPr>
            <p:spPr>
              <a:xfrm>
                <a:off x="1849825" y="2618100"/>
                <a:ext cx="1432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573" h="999" extrusionOk="0">
                    <a:moveTo>
                      <a:pt x="30" y="1"/>
                    </a:moveTo>
                    <a:lnTo>
                      <a:pt x="1" y="30"/>
                    </a:lnTo>
                    <a:cubicBezTo>
                      <a:pt x="23" y="82"/>
                      <a:pt x="52" y="133"/>
                      <a:pt x="81" y="184"/>
                    </a:cubicBezTo>
                    <a:cubicBezTo>
                      <a:pt x="228" y="456"/>
                      <a:pt x="382" y="727"/>
                      <a:pt x="536" y="998"/>
                    </a:cubicBezTo>
                    <a:lnTo>
                      <a:pt x="573" y="969"/>
                    </a:lnTo>
                    <a:cubicBezTo>
                      <a:pt x="507" y="859"/>
                      <a:pt x="441" y="742"/>
                      <a:pt x="375" y="624"/>
                    </a:cubicBezTo>
                    <a:cubicBezTo>
                      <a:pt x="257" y="419"/>
                      <a:pt x="140" y="214"/>
                      <a:pt x="30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54"/>
              <p:cNvSpPr/>
              <p:nvPr/>
            </p:nvSpPr>
            <p:spPr>
              <a:xfrm>
                <a:off x="1857350" y="2612975"/>
                <a:ext cx="17250" cy="216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866" extrusionOk="0">
                    <a:moveTo>
                      <a:pt x="44" y="1"/>
                    </a:moveTo>
                    <a:lnTo>
                      <a:pt x="0" y="15"/>
                    </a:lnTo>
                    <a:cubicBezTo>
                      <a:pt x="191" y="257"/>
                      <a:pt x="382" y="499"/>
                      <a:pt x="565" y="749"/>
                    </a:cubicBezTo>
                    <a:cubicBezTo>
                      <a:pt x="594" y="793"/>
                      <a:pt x="623" y="829"/>
                      <a:pt x="660" y="866"/>
                    </a:cubicBezTo>
                    <a:lnTo>
                      <a:pt x="689" y="844"/>
                    </a:lnTo>
                    <a:cubicBezTo>
                      <a:pt x="572" y="683"/>
                      <a:pt x="448" y="521"/>
                      <a:pt x="323" y="360"/>
                    </a:cubicBezTo>
                    <a:cubicBezTo>
                      <a:pt x="235" y="235"/>
                      <a:pt x="140" y="118"/>
                      <a:pt x="44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54"/>
              <p:cNvSpPr/>
              <p:nvPr/>
            </p:nvSpPr>
            <p:spPr>
              <a:xfrm>
                <a:off x="1859550" y="2630775"/>
                <a:ext cx="17800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609" extrusionOk="0">
                    <a:moveTo>
                      <a:pt x="640" y="1"/>
                    </a:moveTo>
                    <a:cubicBezTo>
                      <a:pt x="584" y="1"/>
                      <a:pt x="490" y="31"/>
                      <a:pt x="338" y="154"/>
                    </a:cubicBezTo>
                    <a:cubicBezTo>
                      <a:pt x="37" y="396"/>
                      <a:pt x="0" y="608"/>
                      <a:pt x="0" y="608"/>
                    </a:cubicBezTo>
                    <a:cubicBezTo>
                      <a:pt x="169" y="579"/>
                      <a:pt x="323" y="506"/>
                      <a:pt x="462" y="396"/>
                    </a:cubicBezTo>
                    <a:cubicBezTo>
                      <a:pt x="579" y="308"/>
                      <a:pt x="667" y="176"/>
                      <a:pt x="711" y="29"/>
                    </a:cubicBezTo>
                    <a:cubicBezTo>
                      <a:pt x="711" y="29"/>
                      <a:pt x="694" y="1"/>
                      <a:pt x="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54"/>
              <p:cNvSpPr/>
              <p:nvPr/>
            </p:nvSpPr>
            <p:spPr>
              <a:xfrm>
                <a:off x="1784575" y="2642300"/>
                <a:ext cx="35950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976" extrusionOk="0">
                    <a:moveTo>
                      <a:pt x="1394" y="1"/>
                    </a:moveTo>
                    <a:cubicBezTo>
                      <a:pt x="946" y="8"/>
                      <a:pt x="499" y="89"/>
                      <a:pt x="81" y="243"/>
                    </a:cubicBezTo>
                    <a:cubicBezTo>
                      <a:pt x="1" y="448"/>
                      <a:pt x="1" y="668"/>
                      <a:pt x="67" y="881"/>
                    </a:cubicBezTo>
                    <a:cubicBezTo>
                      <a:pt x="250" y="952"/>
                      <a:pt x="477" y="975"/>
                      <a:pt x="720" y="975"/>
                    </a:cubicBezTo>
                    <a:cubicBezTo>
                      <a:pt x="953" y="975"/>
                      <a:pt x="1201" y="953"/>
                      <a:pt x="1438" y="932"/>
                    </a:cubicBezTo>
                    <a:lnTo>
                      <a:pt x="1394" y="1"/>
                    </a:ln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54"/>
              <p:cNvSpPr/>
              <p:nvPr/>
            </p:nvSpPr>
            <p:spPr>
              <a:xfrm>
                <a:off x="1785125" y="2652750"/>
                <a:ext cx="3485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48" extrusionOk="0">
                    <a:moveTo>
                      <a:pt x="1394" y="1"/>
                    </a:moveTo>
                    <a:cubicBezTo>
                      <a:pt x="1188" y="23"/>
                      <a:pt x="983" y="37"/>
                      <a:pt x="770" y="52"/>
                    </a:cubicBezTo>
                    <a:cubicBezTo>
                      <a:pt x="514" y="74"/>
                      <a:pt x="257" y="89"/>
                      <a:pt x="1" y="103"/>
                    </a:cubicBezTo>
                    <a:lnTo>
                      <a:pt x="1" y="147"/>
                    </a:lnTo>
                    <a:lnTo>
                      <a:pt x="103" y="140"/>
                    </a:lnTo>
                    <a:cubicBezTo>
                      <a:pt x="499" y="118"/>
                      <a:pt x="895" y="89"/>
                      <a:pt x="1291" y="59"/>
                    </a:cubicBezTo>
                    <a:lnTo>
                      <a:pt x="1394" y="45"/>
                    </a:lnTo>
                    <a:lnTo>
                      <a:pt x="1394" y="1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54"/>
              <p:cNvSpPr/>
              <p:nvPr/>
            </p:nvSpPr>
            <p:spPr>
              <a:xfrm>
                <a:off x="1785300" y="2659350"/>
                <a:ext cx="35050" cy="167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7" extrusionOk="0">
                    <a:moveTo>
                      <a:pt x="1401" y="1"/>
                    </a:moveTo>
                    <a:cubicBezTo>
                      <a:pt x="1233" y="8"/>
                      <a:pt x="1064" y="15"/>
                      <a:pt x="903" y="15"/>
                    </a:cubicBezTo>
                    <a:cubicBezTo>
                      <a:pt x="690" y="20"/>
                      <a:pt x="478" y="26"/>
                      <a:pt x="265" y="26"/>
                    </a:cubicBezTo>
                    <a:cubicBezTo>
                      <a:pt x="177" y="26"/>
                      <a:pt x="89" y="25"/>
                      <a:pt x="1" y="23"/>
                    </a:cubicBezTo>
                    <a:lnTo>
                      <a:pt x="1" y="23"/>
                    </a:lnTo>
                    <a:cubicBezTo>
                      <a:pt x="1" y="37"/>
                      <a:pt x="1" y="52"/>
                      <a:pt x="8" y="67"/>
                    </a:cubicBezTo>
                    <a:lnTo>
                      <a:pt x="228" y="67"/>
                    </a:lnTo>
                    <a:cubicBezTo>
                      <a:pt x="617" y="67"/>
                      <a:pt x="1005" y="59"/>
                      <a:pt x="1401" y="45"/>
                    </a:cubicBez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54"/>
              <p:cNvSpPr/>
              <p:nvPr/>
            </p:nvSpPr>
            <p:spPr>
              <a:xfrm>
                <a:off x="1785500" y="2645975"/>
                <a:ext cx="34100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1364" h="221" extrusionOk="0">
                    <a:moveTo>
                      <a:pt x="1364" y="0"/>
                    </a:moveTo>
                    <a:cubicBezTo>
                      <a:pt x="1107" y="30"/>
                      <a:pt x="851" y="59"/>
                      <a:pt x="594" y="96"/>
                    </a:cubicBezTo>
                    <a:cubicBezTo>
                      <a:pt x="396" y="118"/>
                      <a:pt x="206" y="147"/>
                      <a:pt x="15" y="176"/>
                    </a:cubicBezTo>
                    <a:cubicBezTo>
                      <a:pt x="15" y="191"/>
                      <a:pt x="8" y="206"/>
                      <a:pt x="0" y="220"/>
                    </a:cubicBezTo>
                    <a:cubicBezTo>
                      <a:pt x="396" y="162"/>
                      <a:pt x="785" y="110"/>
                      <a:pt x="1173" y="66"/>
                    </a:cubicBezTo>
                    <a:lnTo>
                      <a:pt x="1364" y="44"/>
                    </a:lnTo>
                    <a:lnTo>
                      <a:pt x="1364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54"/>
              <p:cNvSpPr/>
              <p:nvPr/>
            </p:nvSpPr>
            <p:spPr>
              <a:xfrm>
                <a:off x="1815000" y="2642300"/>
                <a:ext cx="9000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932" extrusionOk="0">
                    <a:moveTo>
                      <a:pt x="177" y="1"/>
                    </a:moveTo>
                    <a:cubicBezTo>
                      <a:pt x="177" y="1"/>
                      <a:pt x="1" y="8"/>
                      <a:pt x="15" y="397"/>
                    </a:cubicBezTo>
                    <a:cubicBezTo>
                      <a:pt x="30" y="785"/>
                      <a:pt x="221" y="932"/>
                      <a:pt x="221" y="932"/>
                    </a:cubicBezTo>
                    <a:cubicBezTo>
                      <a:pt x="316" y="771"/>
                      <a:pt x="360" y="587"/>
                      <a:pt x="360" y="404"/>
                    </a:cubicBezTo>
                    <a:cubicBezTo>
                      <a:pt x="353" y="250"/>
                      <a:pt x="287" y="103"/>
                      <a:pt x="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54"/>
              <p:cNvSpPr/>
              <p:nvPr/>
            </p:nvSpPr>
            <p:spPr>
              <a:xfrm>
                <a:off x="1949000" y="2602725"/>
                <a:ext cx="21275" cy="220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80" extrusionOk="0">
                    <a:moveTo>
                      <a:pt x="616" y="0"/>
                    </a:moveTo>
                    <a:cubicBezTo>
                      <a:pt x="403" y="73"/>
                      <a:pt x="191" y="293"/>
                      <a:pt x="0" y="499"/>
                    </a:cubicBezTo>
                    <a:lnTo>
                      <a:pt x="374" y="880"/>
                    </a:lnTo>
                    <a:cubicBezTo>
                      <a:pt x="565" y="704"/>
                      <a:pt x="726" y="506"/>
                      <a:pt x="851" y="279"/>
                    </a:cubicBezTo>
                    <a:cubicBezTo>
                      <a:pt x="807" y="161"/>
                      <a:pt x="719" y="66"/>
                      <a:pt x="616" y="0"/>
                    </a:cubicBezTo>
                    <a:close/>
                  </a:path>
                </a:pathLst>
              </a:custGeom>
              <a:solidFill>
                <a:srgbClr val="8474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54"/>
              <p:cNvSpPr/>
              <p:nvPr/>
            </p:nvSpPr>
            <p:spPr>
              <a:xfrm>
                <a:off x="1953750" y="2605650"/>
                <a:ext cx="1450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587" extrusionOk="0">
                    <a:moveTo>
                      <a:pt x="565" y="0"/>
                    </a:moveTo>
                    <a:lnTo>
                      <a:pt x="521" y="44"/>
                    </a:lnTo>
                    <a:cubicBezTo>
                      <a:pt x="353" y="198"/>
                      <a:pt x="191" y="360"/>
                      <a:pt x="45" y="528"/>
                    </a:cubicBezTo>
                    <a:lnTo>
                      <a:pt x="1" y="572"/>
                    </a:lnTo>
                    <a:lnTo>
                      <a:pt x="15" y="587"/>
                    </a:lnTo>
                    <a:cubicBezTo>
                      <a:pt x="96" y="499"/>
                      <a:pt x="184" y="418"/>
                      <a:pt x="265" y="330"/>
                    </a:cubicBezTo>
                    <a:cubicBezTo>
                      <a:pt x="367" y="228"/>
                      <a:pt x="477" y="125"/>
                      <a:pt x="580" y="22"/>
                    </a:cubicBezTo>
                    <a:lnTo>
                      <a:pt x="565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54"/>
              <p:cNvSpPr/>
              <p:nvPr/>
            </p:nvSpPr>
            <p:spPr>
              <a:xfrm>
                <a:off x="1951000" y="2603825"/>
                <a:ext cx="15425" cy="13750"/>
              </a:xfrm>
              <a:custGeom>
                <a:avLst/>
                <a:gdLst/>
                <a:ahLst/>
                <a:cxnLst/>
                <a:rect l="l" t="t" r="r" b="b"/>
                <a:pathLst>
                  <a:path w="617" h="550" extrusionOk="0">
                    <a:moveTo>
                      <a:pt x="595" y="0"/>
                    </a:moveTo>
                    <a:lnTo>
                      <a:pt x="507" y="81"/>
                    </a:lnTo>
                    <a:cubicBezTo>
                      <a:pt x="331" y="227"/>
                      <a:pt x="162" y="381"/>
                      <a:pt x="1" y="535"/>
                    </a:cubicBezTo>
                    <a:lnTo>
                      <a:pt x="15" y="550"/>
                    </a:lnTo>
                    <a:lnTo>
                      <a:pt x="228" y="359"/>
                    </a:lnTo>
                    <a:cubicBezTo>
                      <a:pt x="353" y="242"/>
                      <a:pt x="485" y="125"/>
                      <a:pt x="617" y="15"/>
                    </a:cubicBezTo>
                    <a:lnTo>
                      <a:pt x="595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54"/>
              <p:cNvSpPr/>
              <p:nvPr/>
            </p:nvSpPr>
            <p:spPr>
              <a:xfrm>
                <a:off x="1956325" y="2608025"/>
                <a:ext cx="13400" cy="15250"/>
              </a:xfrm>
              <a:custGeom>
                <a:avLst/>
                <a:gdLst/>
                <a:ahLst/>
                <a:cxnLst/>
                <a:rect l="l" t="t" r="r" b="b"/>
                <a:pathLst>
                  <a:path w="536" h="610" extrusionOk="0">
                    <a:moveTo>
                      <a:pt x="521" y="1"/>
                    </a:moveTo>
                    <a:cubicBezTo>
                      <a:pt x="374" y="169"/>
                      <a:pt x="228" y="338"/>
                      <a:pt x="74" y="507"/>
                    </a:cubicBezTo>
                    <a:cubicBezTo>
                      <a:pt x="52" y="536"/>
                      <a:pt x="30" y="558"/>
                      <a:pt x="0" y="587"/>
                    </a:cubicBezTo>
                    <a:lnTo>
                      <a:pt x="22" y="609"/>
                    </a:lnTo>
                    <a:cubicBezTo>
                      <a:pt x="118" y="499"/>
                      <a:pt x="220" y="382"/>
                      <a:pt x="316" y="272"/>
                    </a:cubicBezTo>
                    <a:lnTo>
                      <a:pt x="536" y="23"/>
                    </a:lnTo>
                    <a:lnTo>
                      <a:pt x="521" y="1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54"/>
              <p:cNvSpPr/>
              <p:nvPr/>
            </p:nvSpPr>
            <p:spPr>
              <a:xfrm>
                <a:off x="1949000" y="2615175"/>
                <a:ext cx="112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382" extrusionOk="0">
                    <a:moveTo>
                      <a:pt x="0" y="1"/>
                    </a:moveTo>
                    <a:cubicBezTo>
                      <a:pt x="22" y="96"/>
                      <a:pt x="66" y="191"/>
                      <a:pt x="139" y="272"/>
                    </a:cubicBezTo>
                    <a:cubicBezTo>
                      <a:pt x="198" y="338"/>
                      <a:pt x="286" y="375"/>
                      <a:pt x="374" y="382"/>
                    </a:cubicBezTo>
                    <a:cubicBezTo>
                      <a:pt x="374" y="382"/>
                      <a:pt x="447" y="309"/>
                      <a:pt x="293" y="147"/>
                    </a:cubicBezTo>
                    <a:cubicBezTo>
                      <a:pt x="220" y="59"/>
                      <a:pt x="117" y="1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54"/>
              <p:cNvSpPr/>
              <p:nvPr/>
            </p:nvSpPr>
            <p:spPr>
              <a:xfrm>
                <a:off x="1770475" y="2610125"/>
                <a:ext cx="29900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80" extrusionOk="0">
                    <a:moveTo>
                      <a:pt x="1079" y="0"/>
                    </a:moveTo>
                    <a:cubicBezTo>
                      <a:pt x="1071" y="0"/>
                      <a:pt x="1063" y="2"/>
                      <a:pt x="1056" y="5"/>
                    </a:cubicBezTo>
                    <a:lnTo>
                      <a:pt x="293" y="342"/>
                    </a:lnTo>
                    <a:cubicBezTo>
                      <a:pt x="279" y="349"/>
                      <a:pt x="271" y="357"/>
                      <a:pt x="264" y="364"/>
                    </a:cubicBezTo>
                    <a:cubicBezTo>
                      <a:pt x="73" y="606"/>
                      <a:pt x="0" y="863"/>
                      <a:pt x="73" y="1126"/>
                    </a:cubicBezTo>
                    <a:cubicBezTo>
                      <a:pt x="79" y="1159"/>
                      <a:pt x="108" y="1179"/>
                      <a:pt x="137" y="1179"/>
                    </a:cubicBezTo>
                    <a:cubicBezTo>
                      <a:pt x="148" y="1179"/>
                      <a:pt x="159" y="1176"/>
                      <a:pt x="169" y="1170"/>
                    </a:cubicBezTo>
                    <a:lnTo>
                      <a:pt x="887" y="819"/>
                    </a:lnTo>
                    <a:cubicBezTo>
                      <a:pt x="938" y="789"/>
                      <a:pt x="975" y="753"/>
                      <a:pt x="1004" y="709"/>
                    </a:cubicBezTo>
                    <a:cubicBezTo>
                      <a:pt x="1122" y="511"/>
                      <a:pt x="1195" y="247"/>
                      <a:pt x="1144" y="56"/>
                    </a:cubicBezTo>
                    <a:cubicBezTo>
                      <a:pt x="1138" y="21"/>
                      <a:pt x="1109" y="0"/>
                      <a:pt x="107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54"/>
              <p:cNvSpPr/>
              <p:nvPr/>
            </p:nvSpPr>
            <p:spPr>
              <a:xfrm>
                <a:off x="1772675" y="2619975"/>
                <a:ext cx="8250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330" h="691" extrusionOk="0">
                    <a:moveTo>
                      <a:pt x="228" y="1"/>
                    </a:moveTo>
                    <a:cubicBezTo>
                      <a:pt x="218" y="1"/>
                      <a:pt x="207" y="5"/>
                      <a:pt x="198" y="14"/>
                    </a:cubicBezTo>
                    <a:cubicBezTo>
                      <a:pt x="51" y="197"/>
                      <a:pt x="0" y="439"/>
                      <a:pt x="59" y="667"/>
                    </a:cubicBezTo>
                    <a:cubicBezTo>
                      <a:pt x="63" y="680"/>
                      <a:pt x="78" y="690"/>
                      <a:pt x="94" y="690"/>
                    </a:cubicBezTo>
                    <a:cubicBezTo>
                      <a:pt x="105" y="690"/>
                      <a:pt x="116" y="686"/>
                      <a:pt x="125" y="674"/>
                    </a:cubicBezTo>
                    <a:cubicBezTo>
                      <a:pt x="330" y="425"/>
                      <a:pt x="330" y="190"/>
                      <a:pt x="264" y="21"/>
                    </a:cubicBezTo>
                    <a:cubicBezTo>
                      <a:pt x="255" y="9"/>
                      <a:pt x="242" y="1"/>
                      <a:pt x="2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54"/>
              <p:cNvSpPr/>
              <p:nvPr/>
            </p:nvSpPr>
            <p:spPr>
              <a:xfrm>
                <a:off x="2044125" y="2657950"/>
                <a:ext cx="15050" cy="233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934" extrusionOk="0">
                    <a:moveTo>
                      <a:pt x="134" y="1"/>
                    </a:moveTo>
                    <a:cubicBezTo>
                      <a:pt x="108" y="1"/>
                      <a:pt x="81" y="20"/>
                      <a:pt x="81" y="49"/>
                    </a:cubicBezTo>
                    <a:lnTo>
                      <a:pt x="15" y="365"/>
                    </a:lnTo>
                    <a:cubicBezTo>
                      <a:pt x="0" y="409"/>
                      <a:pt x="8" y="460"/>
                      <a:pt x="30" y="504"/>
                    </a:cubicBezTo>
                    <a:cubicBezTo>
                      <a:pt x="110" y="687"/>
                      <a:pt x="257" y="870"/>
                      <a:pt x="418" y="929"/>
                    </a:cubicBezTo>
                    <a:cubicBezTo>
                      <a:pt x="426" y="932"/>
                      <a:pt x="434" y="934"/>
                      <a:pt x="441" y="934"/>
                    </a:cubicBezTo>
                    <a:cubicBezTo>
                      <a:pt x="469" y="934"/>
                      <a:pt x="493" y="914"/>
                      <a:pt x="499" y="885"/>
                    </a:cubicBezTo>
                    <a:lnTo>
                      <a:pt x="602" y="555"/>
                    </a:lnTo>
                    <a:cubicBezTo>
                      <a:pt x="602" y="541"/>
                      <a:pt x="602" y="533"/>
                      <a:pt x="602" y="526"/>
                    </a:cubicBezTo>
                    <a:cubicBezTo>
                      <a:pt x="543" y="284"/>
                      <a:pt x="382" y="93"/>
                      <a:pt x="154" y="5"/>
                    </a:cubicBezTo>
                    <a:cubicBezTo>
                      <a:pt x="148" y="2"/>
                      <a:pt x="141" y="1"/>
                      <a:pt x="1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54"/>
              <p:cNvSpPr/>
              <p:nvPr/>
            </p:nvSpPr>
            <p:spPr>
              <a:xfrm>
                <a:off x="2047075" y="2660225"/>
                <a:ext cx="11000" cy="11800"/>
              </a:xfrm>
              <a:custGeom>
                <a:avLst/>
                <a:gdLst/>
                <a:ahLst/>
                <a:cxnLst/>
                <a:rect l="l" t="t" r="r" b="b"/>
                <a:pathLst>
                  <a:path w="440" h="472" extrusionOk="0">
                    <a:moveTo>
                      <a:pt x="40" y="1"/>
                    </a:moveTo>
                    <a:cubicBezTo>
                      <a:pt x="16" y="1"/>
                      <a:pt x="1" y="20"/>
                      <a:pt x="7" y="39"/>
                    </a:cubicBezTo>
                    <a:cubicBezTo>
                      <a:pt x="80" y="310"/>
                      <a:pt x="249" y="435"/>
                      <a:pt x="403" y="472"/>
                    </a:cubicBezTo>
                    <a:cubicBezTo>
                      <a:pt x="425" y="472"/>
                      <a:pt x="440" y="450"/>
                      <a:pt x="432" y="428"/>
                    </a:cubicBezTo>
                    <a:cubicBezTo>
                      <a:pt x="381" y="230"/>
                      <a:pt x="242" y="76"/>
                      <a:pt x="51" y="2"/>
                    </a:cubicBezTo>
                    <a:cubicBezTo>
                      <a:pt x="47" y="1"/>
                      <a:pt x="43" y="1"/>
                      <a:pt x="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54"/>
              <p:cNvSpPr/>
              <p:nvPr/>
            </p:nvSpPr>
            <p:spPr>
              <a:xfrm>
                <a:off x="2001225" y="2707200"/>
                <a:ext cx="24225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969" h="584" extrusionOk="0">
                    <a:moveTo>
                      <a:pt x="558" y="0"/>
                    </a:moveTo>
                    <a:cubicBezTo>
                      <a:pt x="316" y="44"/>
                      <a:pt x="118" y="198"/>
                      <a:pt x="15" y="418"/>
                    </a:cubicBezTo>
                    <a:cubicBezTo>
                      <a:pt x="1" y="447"/>
                      <a:pt x="23" y="491"/>
                      <a:pt x="59" y="499"/>
                    </a:cubicBezTo>
                    <a:lnTo>
                      <a:pt x="367" y="579"/>
                    </a:lnTo>
                    <a:cubicBezTo>
                      <a:pt x="383" y="582"/>
                      <a:pt x="400" y="584"/>
                      <a:pt x="418" y="584"/>
                    </a:cubicBezTo>
                    <a:cubicBezTo>
                      <a:pt x="448" y="584"/>
                      <a:pt x="479" y="579"/>
                      <a:pt x="507" y="565"/>
                    </a:cubicBezTo>
                    <a:cubicBezTo>
                      <a:pt x="690" y="491"/>
                      <a:pt x="888" y="359"/>
                      <a:pt x="954" y="198"/>
                    </a:cubicBezTo>
                    <a:cubicBezTo>
                      <a:pt x="969" y="169"/>
                      <a:pt x="947" y="132"/>
                      <a:pt x="917" y="118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54"/>
              <p:cNvSpPr/>
              <p:nvPr/>
            </p:nvSpPr>
            <p:spPr>
              <a:xfrm>
                <a:off x="2003650" y="2708250"/>
                <a:ext cx="12425" cy="1017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407" extrusionOk="0">
                    <a:moveTo>
                      <a:pt x="462" y="1"/>
                    </a:moveTo>
                    <a:cubicBezTo>
                      <a:pt x="459" y="1"/>
                      <a:pt x="457" y="1"/>
                      <a:pt x="454" y="2"/>
                    </a:cubicBezTo>
                    <a:cubicBezTo>
                      <a:pt x="256" y="46"/>
                      <a:pt x="87" y="186"/>
                      <a:pt x="6" y="369"/>
                    </a:cubicBezTo>
                    <a:cubicBezTo>
                      <a:pt x="0" y="388"/>
                      <a:pt x="16" y="407"/>
                      <a:pt x="34" y="407"/>
                    </a:cubicBezTo>
                    <a:cubicBezTo>
                      <a:pt x="37" y="407"/>
                      <a:pt x="40" y="406"/>
                      <a:pt x="43" y="405"/>
                    </a:cubicBezTo>
                    <a:cubicBezTo>
                      <a:pt x="322" y="347"/>
                      <a:pt x="446" y="193"/>
                      <a:pt x="490" y="39"/>
                    </a:cubicBezTo>
                    <a:cubicBezTo>
                      <a:pt x="497" y="20"/>
                      <a:pt x="481" y="1"/>
                      <a:pt x="4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54"/>
              <p:cNvSpPr/>
              <p:nvPr/>
            </p:nvSpPr>
            <p:spPr>
              <a:xfrm>
                <a:off x="1984175" y="2665575"/>
                <a:ext cx="28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784" extrusionOk="0">
                    <a:moveTo>
                      <a:pt x="169" y="1"/>
                    </a:moveTo>
                    <a:lnTo>
                      <a:pt x="1" y="668"/>
                    </a:lnTo>
                    <a:cubicBezTo>
                      <a:pt x="262" y="741"/>
                      <a:pt x="538" y="784"/>
                      <a:pt x="813" y="784"/>
                    </a:cubicBezTo>
                    <a:cubicBezTo>
                      <a:pt x="870" y="784"/>
                      <a:pt x="927" y="782"/>
                      <a:pt x="983" y="778"/>
                    </a:cubicBezTo>
                    <a:cubicBezTo>
                      <a:pt x="1079" y="646"/>
                      <a:pt x="1130" y="492"/>
                      <a:pt x="1130" y="331"/>
                    </a:cubicBezTo>
                    <a:cubicBezTo>
                      <a:pt x="903" y="148"/>
                      <a:pt x="521" y="60"/>
                      <a:pt x="16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54"/>
              <p:cNvSpPr/>
              <p:nvPr/>
            </p:nvSpPr>
            <p:spPr>
              <a:xfrm>
                <a:off x="1986025" y="2673650"/>
                <a:ext cx="2550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265" extrusionOk="0">
                    <a:moveTo>
                      <a:pt x="8" y="1"/>
                    </a:moveTo>
                    <a:lnTo>
                      <a:pt x="0" y="30"/>
                    </a:lnTo>
                    <a:cubicBezTo>
                      <a:pt x="154" y="67"/>
                      <a:pt x="301" y="96"/>
                      <a:pt x="455" y="132"/>
                    </a:cubicBezTo>
                    <a:cubicBezTo>
                      <a:pt x="638" y="169"/>
                      <a:pt x="829" y="220"/>
                      <a:pt x="1012" y="264"/>
                    </a:cubicBezTo>
                    <a:lnTo>
                      <a:pt x="1019" y="235"/>
                    </a:lnTo>
                    <a:lnTo>
                      <a:pt x="946" y="213"/>
                    </a:lnTo>
                    <a:cubicBezTo>
                      <a:pt x="660" y="147"/>
                      <a:pt x="374" y="81"/>
                      <a:pt x="88" y="15"/>
                    </a:cubicBezTo>
                    <a:lnTo>
                      <a:pt x="8" y="1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54"/>
              <p:cNvSpPr/>
              <p:nvPr/>
            </p:nvSpPr>
            <p:spPr>
              <a:xfrm>
                <a:off x="1987300" y="2668875"/>
                <a:ext cx="24950" cy="810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324" extrusionOk="0">
                    <a:moveTo>
                      <a:pt x="8" y="1"/>
                    </a:moveTo>
                    <a:lnTo>
                      <a:pt x="1" y="30"/>
                    </a:lnTo>
                    <a:cubicBezTo>
                      <a:pt x="118" y="67"/>
                      <a:pt x="235" y="96"/>
                      <a:pt x="360" y="133"/>
                    </a:cubicBezTo>
                    <a:cubicBezTo>
                      <a:pt x="572" y="192"/>
                      <a:pt x="785" y="258"/>
                      <a:pt x="998" y="323"/>
                    </a:cubicBezTo>
                    <a:lnTo>
                      <a:pt x="998" y="287"/>
                    </a:lnTo>
                    <a:lnTo>
                      <a:pt x="844" y="243"/>
                    </a:lnTo>
                    <a:cubicBezTo>
                      <a:pt x="565" y="155"/>
                      <a:pt x="286" y="74"/>
                      <a:pt x="8" y="1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54"/>
              <p:cNvSpPr/>
              <p:nvPr/>
            </p:nvSpPr>
            <p:spPr>
              <a:xfrm>
                <a:off x="1984925" y="2678600"/>
                <a:ext cx="253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99" extrusionOk="0">
                    <a:moveTo>
                      <a:pt x="8" y="0"/>
                    </a:moveTo>
                    <a:lnTo>
                      <a:pt x="0" y="37"/>
                    </a:lnTo>
                    <a:cubicBezTo>
                      <a:pt x="191" y="66"/>
                      <a:pt x="374" y="103"/>
                      <a:pt x="565" y="132"/>
                    </a:cubicBezTo>
                    <a:lnTo>
                      <a:pt x="997" y="198"/>
                    </a:lnTo>
                    <a:cubicBezTo>
                      <a:pt x="997" y="191"/>
                      <a:pt x="1005" y="184"/>
                      <a:pt x="1012" y="169"/>
                    </a:cubicBezTo>
                    <a:cubicBezTo>
                      <a:pt x="726" y="125"/>
                      <a:pt x="433" y="81"/>
                      <a:pt x="147" y="30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54"/>
              <p:cNvSpPr/>
              <p:nvPr/>
            </p:nvSpPr>
            <p:spPr>
              <a:xfrm>
                <a:off x="1982350" y="2665575"/>
                <a:ext cx="8650" cy="16725"/>
              </a:xfrm>
              <a:custGeom>
                <a:avLst/>
                <a:gdLst/>
                <a:ahLst/>
                <a:cxnLst/>
                <a:rect l="l" t="t" r="r" b="b"/>
                <a:pathLst>
                  <a:path w="346" h="669" extrusionOk="0">
                    <a:moveTo>
                      <a:pt x="242" y="1"/>
                    </a:moveTo>
                    <a:cubicBezTo>
                      <a:pt x="140" y="89"/>
                      <a:pt x="67" y="206"/>
                      <a:pt x="37" y="338"/>
                    </a:cubicBezTo>
                    <a:cubicBezTo>
                      <a:pt x="1" y="448"/>
                      <a:pt x="15" y="565"/>
                      <a:pt x="74" y="668"/>
                    </a:cubicBezTo>
                    <a:cubicBezTo>
                      <a:pt x="74" y="668"/>
                      <a:pt x="78" y="669"/>
                      <a:pt x="84" y="669"/>
                    </a:cubicBezTo>
                    <a:cubicBezTo>
                      <a:pt x="116" y="669"/>
                      <a:pt x="211" y="649"/>
                      <a:pt x="272" y="419"/>
                    </a:cubicBezTo>
                    <a:cubicBezTo>
                      <a:pt x="345" y="140"/>
                      <a:pt x="242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54"/>
              <p:cNvSpPr/>
              <p:nvPr/>
            </p:nvSpPr>
            <p:spPr>
              <a:xfrm>
                <a:off x="1938175" y="2679325"/>
                <a:ext cx="16150" cy="2092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837" extrusionOk="0">
                    <a:moveTo>
                      <a:pt x="521" y="1"/>
                    </a:moveTo>
                    <a:lnTo>
                      <a:pt x="1" y="89"/>
                    </a:lnTo>
                    <a:cubicBezTo>
                      <a:pt x="30" y="345"/>
                      <a:pt x="103" y="595"/>
                      <a:pt x="221" y="822"/>
                    </a:cubicBezTo>
                    <a:cubicBezTo>
                      <a:pt x="263" y="832"/>
                      <a:pt x="306" y="837"/>
                      <a:pt x="349" y="837"/>
                    </a:cubicBezTo>
                    <a:cubicBezTo>
                      <a:pt x="430" y="837"/>
                      <a:pt x="510" y="819"/>
                      <a:pt x="587" y="785"/>
                    </a:cubicBezTo>
                    <a:cubicBezTo>
                      <a:pt x="646" y="565"/>
                      <a:pt x="587" y="265"/>
                      <a:pt x="52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54"/>
              <p:cNvSpPr/>
              <p:nvPr/>
            </p:nvSpPr>
            <p:spPr>
              <a:xfrm>
                <a:off x="1944225" y="2680250"/>
                <a:ext cx="425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70" h="785" extrusionOk="0">
                    <a:moveTo>
                      <a:pt x="1" y="0"/>
                    </a:moveTo>
                    <a:cubicBezTo>
                      <a:pt x="23" y="118"/>
                      <a:pt x="45" y="235"/>
                      <a:pt x="67" y="345"/>
                    </a:cubicBezTo>
                    <a:cubicBezTo>
                      <a:pt x="96" y="492"/>
                      <a:pt x="118" y="638"/>
                      <a:pt x="147" y="785"/>
                    </a:cubicBezTo>
                    <a:lnTo>
                      <a:pt x="169" y="785"/>
                    </a:lnTo>
                    <a:cubicBezTo>
                      <a:pt x="169" y="763"/>
                      <a:pt x="162" y="748"/>
                      <a:pt x="162" y="726"/>
                    </a:cubicBezTo>
                    <a:cubicBezTo>
                      <a:pt x="118" y="499"/>
                      <a:pt x="81" y="279"/>
                      <a:pt x="37" y="59"/>
                    </a:cubicBezTo>
                    <a:cubicBezTo>
                      <a:pt x="30" y="37"/>
                      <a:pt x="23" y="22"/>
                      <a:pt x="23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54"/>
              <p:cNvSpPr/>
              <p:nvPr/>
            </p:nvSpPr>
            <p:spPr>
              <a:xfrm>
                <a:off x="1947900" y="2679525"/>
                <a:ext cx="3125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00" extrusionOk="0">
                    <a:moveTo>
                      <a:pt x="22" y="0"/>
                    </a:moveTo>
                    <a:lnTo>
                      <a:pt x="0" y="7"/>
                    </a:lnTo>
                    <a:cubicBezTo>
                      <a:pt x="15" y="103"/>
                      <a:pt x="30" y="198"/>
                      <a:pt x="37" y="293"/>
                    </a:cubicBezTo>
                    <a:cubicBezTo>
                      <a:pt x="66" y="462"/>
                      <a:pt x="81" y="631"/>
                      <a:pt x="103" y="799"/>
                    </a:cubicBezTo>
                    <a:lnTo>
                      <a:pt x="125" y="799"/>
                    </a:lnTo>
                    <a:lnTo>
                      <a:pt x="110" y="675"/>
                    </a:lnTo>
                    <a:cubicBezTo>
                      <a:pt x="88" y="447"/>
                      <a:pt x="59" y="227"/>
                      <a:pt x="22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54"/>
              <p:cNvSpPr/>
              <p:nvPr/>
            </p:nvSpPr>
            <p:spPr>
              <a:xfrm>
                <a:off x="1940200" y="2680800"/>
                <a:ext cx="55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21" h="763" extrusionOk="0">
                    <a:moveTo>
                      <a:pt x="0" y="0"/>
                    </a:moveTo>
                    <a:cubicBezTo>
                      <a:pt x="37" y="147"/>
                      <a:pt x="74" y="286"/>
                      <a:pt x="103" y="433"/>
                    </a:cubicBezTo>
                    <a:cubicBezTo>
                      <a:pt x="132" y="550"/>
                      <a:pt x="162" y="653"/>
                      <a:pt x="191" y="763"/>
                    </a:cubicBezTo>
                    <a:lnTo>
                      <a:pt x="220" y="763"/>
                    </a:lnTo>
                    <a:cubicBezTo>
                      <a:pt x="162" y="543"/>
                      <a:pt x="103" y="330"/>
                      <a:pt x="52" y="110"/>
                    </a:cubicBezTo>
                    <a:cubicBezTo>
                      <a:pt x="44" y="74"/>
                      <a:pt x="37" y="37"/>
                      <a:pt x="22" y="0"/>
                    </a:cubicBezTo>
                    <a:close/>
                  </a:path>
                </a:pathLst>
              </a:custGeom>
              <a:solidFill>
                <a:srgbClr val="7362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54"/>
              <p:cNvSpPr/>
              <p:nvPr/>
            </p:nvSpPr>
            <p:spPr>
              <a:xfrm>
                <a:off x="1938000" y="2678100"/>
                <a:ext cx="1322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529" h="210" extrusionOk="0">
                    <a:moveTo>
                      <a:pt x="304" y="0"/>
                    </a:moveTo>
                    <a:cubicBezTo>
                      <a:pt x="279" y="0"/>
                      <a:pt x="253" y="2"/>
                      <a:pt x="228" y="6"/>
                    </a:cubicBezTo>
                    <a:cubicBezTo>
                      <a:pt x="140" y="20"/>
                      <a:pt x="59" y="64"/>
                      <a:pt x="0" y="138"/>
                    </a:cubicBezTo>
                    <a:cubicBezTo>
                      <a:pt x="0" y="138"/>
                      <a:pt x="17" y="209"/>
                      <a:pt x="164" y="209"/>
                    </a:cubicBezTo>
                    <a:cubicBezTo>
                      <a:pt x="187" y="209"/>
                      <a:pt x="213" y="208"/>
                      <a:pt x="242" y="204"/>
                    </a:cubicBezTo>
                    <a:cubicBezTo>
                      <a:pt x="352" y="189"/>
                      <a:pt x="462" y="138"/>
                      <a:pt x="528" y="50"/>
                    </a:cubicBezTo>
                    <a:cubicBezTo>
                      <a:pt x="457" y="17"/>
                      <a:pt x="381" y="0"/>
                      <a:pt x="3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54"/>
              <p:cNvSpPr/>
              <p:nvPr/>
            </p:nvSpPr>
            <p:spPr>
              <a:xfrm>
                <a:off x="1482875" y="2817850"/>
                <a:ext cx="358725" cy="291250"/>
              </a:xfrm>
              <a:custGeom>
                <a:avLst/>
                <a:gdLst/>
                <a:ahLst/>
                <a:cxnLst/>
                <a:rect l="l" t="t" r="r" b="b"/>
                <a:pathLst>
                  <a:path w="14349" h="11650" extrusionOk="0">
                    <a:moveTo>
                      <a:pt x="1613" y="1"/>
                    </a:moveTo>
                    <a:cubicBezTo>
                      <a:pt x="1195" y="1"/>
                      <a:pt x="791" y="183"/>
                      <a:pt x="506" y="509"/>
                    </a:cubicBezTo>
                    <a:lnTo>
                      <a:pt x="492" y="531"/>
                    </a:lnTo>
                    <a:cubicBezTo>
                      <a:pt x="52" y="1044"/>
                      <a:pt x="0" y="1784"/>
                      <a:pt x="360" y="2363"/>
                    </a:cubicBezTo>
                    <a:cubicBezTo>
                      <a:pt x="1247" y="3801"/>
                      <a:pt x="3468" y="7144"/>
                      <a:pt x="6225" y="9387"/>
                    </a:cubicBezTo>
                    <a:cubicBezTo>
                      <a:pt x="8149" y="10962"/>
                      <a:pt x="9450" y="11650"/>
                      <a:pt x="10482" y="11650"/>
                    </a:cubicBezTo>
                    <a:cubicBezTo>
                      <a:pt x="11381" y="11650"/>
                      <a:pt x="12074" y="11127"/>
                      <a:pt x="12794" y="10216"/>
                    </a:cubicBezTo>
                    <a:cubicBezTo>
                      <a:pt x="14349" y="8258"/>
                      <a:pt x="11519" y="5846"/>
                      <a:pt x="9950" y="4614"/>
                    </a:cubicBezTo>
                    <a:cubicBezTo>
                      <a:pt x="8608" y="3559"/>
                      <a:pt x="4473" y="611"/>
                      <a:pt x="1943" y="39"/>
                    </a:cubicBezTo>
                    <a:cubicBezTo>
                      <a:pt x="1834" y="13"/>
                      <a:pt x="1723" y="1"/>
                      <a:pt x="16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54"/>
              <p:cNvSpPr/>
              <p:nvPr/>
            </p:nvSpPr>
            <p:spPr>
              <a:xfrm>
                <a:off x="1487100" y="2818075"/>
                <a:ext cx="323525" cy="291100"/>
              </a:xfrm>
              <a:custGeom>
                <a:avLst/>
                <a:gdLst/>
                <a:ahLst/>
                <a:cxnLst/>
                <a:rect l="l" t="t" r="r" b="b"/>
                <a:pathLst>
                  <a:path w="12941" h="11644" extrusionOk="0">
                    <a:moveTo>
                      <a:pt x="1349" y="632"/>
                    </a:moveTo>
                    <a:cubicBezTo>
                      <a:pt x="1657" y="771"/>
                      <a:pt x="1958" y="925"/>
                      <a:pt x="2251" y="1079"/>
                    </a:cubicBezTo>
                    <a:cubicBezTo>
                      <a:pt x="2082" y="1299"/>
                      <a:pt x="1914" y="1519"/>
                      <a:pt x="1738" y="1739"/>
                    </a:cubicBezTo>
                    <a:cubicBezTo>
                      <a:pt x="1503" y="1526"/>
                      <a:pt x="1261" y="1306"/>
                      <a:pt x="1019" y="1086"/>
                    </a:cubicBezTo>
                    <a:cubicBezTo>
                      <a:pt x="1129" y="939"/>
                      <a:pt x="1239" y="785"/>
                      <a:pt x="1349" y="632"/>
                    </a:cubicBezTo>
                    <a:close/>
                    <a:moveTo>
                      <a:pt x="2383" y="1145"/>
                    </a:moveTo>
                    <a:cubicBezTo>
                      <a:pt x="2566" y="1240"/>
                      <a:pt x="2742" y="1335"/>
                      <a:pt x="2925" y="1431"/>
                    </a:cubicBezTo>
                    <a:cubicBezTo>
                      <a:pt x="2977" y="1460"/>
                      <a:pt x="3035" y="1497"/>
                      <a:pt x="3087" y="1526"/>
                    </a:cubicBezTo>
                    <a:cubicBezTo>
                      <a:pt x="2874" y="1805"/>
                      <a:pt x="2662" y="2091"/>
                      <a:pt x="2442" y="2362"/>
                    </a:cubicBezTo>
                    <a:lnTo>
                      <a:pt x="2214" y="2164"/>
                    </a:lnTo>
                    <a:cubicBezTo>
                      <a:pt x="2090" y="2061"/>
                      <a:pt x="1972" y="1951"/>
                      <a:pt x="1848" y="1841"/>
                    </a:cubicBezTo>
                    <a:cubicBezTo>
                      <a:pt x="2031" y="1607"/>
                      <a:pt x="2214" y="1379"/>
                      <a:pt x="2383" y="1145"/>
                    </a:cubicBezTo>
                    <a:close/>
                    <a:moveTo>
                      <a:pt x="931" y="1203"/>
                    </a:moveTo>
                    <a:cubicBezTo>
                      <a:pt x="1173" y="1423"/>
                      <a:pt x="1408" y="1643"/>
                      <a:pt x="1650" y="1856"/>
                    </a:cubicBezTo>
                    <a:cubicBezTo>
                      <a:pt x="1503" y="2039"/>
                      <a:pt x="1356" y="2223"/>
                      <a:pt x="1203" y="2413"/>
                    </a:cubicBezTo>
                    <a:cubicBezTo>
                      <a:pt x="997" y="2164"/>
                      <a:pt x="799" y="1915"/>
                      <a:pt x="601" y="1658"/>
                    </a:cubicBezTo>
                    <a:lnTo>
                      <a:pt x="594" y="1658"/>
                    </a:lnTo>
                    <a:cubicBezTo>
                      <a:pt x="711" y="1511"/>
                      <a:pt x="821" y="1357"/>
                      <a:pt x="931" y="1203"/>
                    </a:cubicBezTo>
                    <a:close/>
                    <a:moveTo>
                      <a:pt x="1760" y="1951"/>
                    </a:moveTo>
                    <a:lnTo>
                      <a:pt x="2346" y="2479"/>
                    </a:lnTo>
                    <a:cubicBezTo>
                      <a:pt x="2170" y="2699"/>
                      <a:pt x="1994" y="2912"/>
                      <a:pt x="1811" y="3132"/>
                    </a:cubicBezTo>
                    <a:cubicBezTo>
                      <a:pt x="1642" y="2934"/>
                      <a:pt x="1474" y="2728"/>
                      <a:pt x="1305" y="2523"/>
                    </a:cubicBezTo>
                    <a:lnTo>
                      <a:pt x="1298" y="2523"/>
                    </a:lnTo>
                    <a:cubicBezTo>
                      <a:pt x="1452" y="2332"/>
                      <a:pt x="1606" y="2142"/>
                      <a:pt x="1760" y="1951"/>
                    </a:cubicBezTo>
                    <a:close/>
                    <a:moveTo>
                      <a:pt x="3219" y="1599"/>
                    </a:moveTo>
                    <a:cubicBezTo>
                      <a:pt x="3534" y="1775"/>
                      <a:pt x="3849" y="1959"/>
                      <a:pt x="4157" y="2149"/>
                    </a:cubicBezTo>
                    <a:cubicBezTo>
                      <a:pt x="4040" y="2303"/>
                      <a:pt x="3923" y="2457"/>
                      <a:pt x="3805" y="2611"/>
                    </a:cubicBezTo>
                    <a:cubicBezTo>
                      <a:pt x="3659" y="2794"/>
                      <a:pt x="3512" y="2985"/>
                      <a:pt x="3365" y="3176"/>
                    </a:cubicBezTo>
                    <a:cubicBezTo>
                      <a:pt x="3094" y="2934"/>
                      <a:pt x="2823" y="2699"/>
                      <a:pt x="2552" y="2457"/>
                    </a:cubicBezTo>
                    <a:lnTo>
                      <a:pt x="2544" y="2457"/>
                    </a:lnTo>
                    <a:cubicBezTo>
                      <a:pt x="2772" y="2171"/>
                      <a:pt x="2999" y="1885"/>
                      <a:pt x="3219" y="1599"/>
                    </a:cubicBezTo>
                    <a:close/>
                    <a:moveTo>
                      <a:pt x="4282" y="2223"/>
                    </a:moveTo>
                    <a:cubicBezTo>
                      <a:pt x="4612" y="2428"/>
                      <a:pt x="4934" y="2633"/>
                      <a:pt x="5250" y="2846"/>
                    </a:cubicBezTo>
                    <a:cubicBezTo>
                      <a:pt x="4964" y="3242"/>
                      <a:pt x="4670" y="3645"/>
                      <a:pt x="4370" y="4033"/>
                    </a:cubicBezTo>
                    <a:cubicBezTo>
                      <a:pt x="4069" y="3784"/>
                      <a:pt x="3776" y="3528"/>
                      <a:pt x="3475" y="3271"/>
                    </a:cubicBezTo>
                    <a:cubicBezTo>
                      <a:pt x="3754" y="2926"/>
                      <a:pt x="4018" y="2574"/>
                      <a:pt x="4282" y="2223"/>
                    </a:cubicBezTo>
                    <a:close/>
                    <a:moveTo>
                      <a:pt x="2456" y="2567"/>
                    </a:moveTo>
                    <a:cubicBezTo>
                      <a:pt x="2735" y="2809"/>
                      <a:pt x="3006" y="3044"/>
                      <a:pt x="3285" y="3286"/>
                    </a:cubicBezTo>
                    <a:cubicBezTo>
                      <a:pt x="3072" y="3542"/>
                      <a:pt x="2867" y="3806"/>
                      <a:pt x="2654" y="4063"/>
                    </a:cubicBezTo>
                    <a:lnTo>
                      <a:pt x="2647" y="4055"/>
                    </a:lnTo>
                    <a:cubicBezTo>
                      <a:pt x="2493" y="3887"/>
                      <a:pt x="2339" y="3718"/>
                      <a:pt x="2185" y="3542"/>
                    </a:cubicBezTo>
                    <a:cubicBezTo>
                      <a:pt x="2090" y="3440"/>
                      <a:pt x="2002" y="3337"/>
                      <a:pt x="1914" y="3234"/>
                    </a:cubicBezTo>
                    <a:cubicBezTo>
                      <a:pt x="2097" y="3014"/>
                      <a:pt x="2280" y="2794"/>
                      <a:pt x="2456" y="2567"/>
                    </a:cubicBezTo>
                    <a:close/>
                    <a:moveTo>
                      <a:pt x="5379" y="2930"/>
                    </a:moveTo>
                    <a:lnTo>
                      <a:pt x="5379" y="2930"/>
                    </a:lnTo>
                    <a:cubicBezTo>
                      <a:pt x="5656" y="3112"/>
                      <a:pt x="5933" y="3309"/>
                      <a:pt x="6203" y="3498"/>
                    </a:cubicBezTo>
                    <a:cubicBezTo>
                      <a:pt x="5895" y="3931"/>
                      <a:pt x="5587" y="4363"/>
                      <a:pt x="5272" y="4781"/>
                    </a:cubicBezTo>
                    <a:cubicBezTo>
                      <a:pt x="5008" y="4569"/>
                      <a:pt x="4744" y="4349"/>
                      <a:pt x="4487" y="4129"/>
                    </a:cubicBezTo>
                    <a:cubicBezTo>
                      <a:pt x="4787" y="3734"/>
                      <a:pt x="5087" y="3332"/>
                      <a:pt x="5379" y="2930"/>
                    </a:cubicBezTo>
                    <a:close/>
                    <a:moveTo>
                      <a:pt x="3387" y="3381"/>
                    </a:moveTo>
                    <a:cubicBezTo>
                      <a:pt x="3688" y="3638"/>
                      <a:pt x="3989" y="3894"/>
                      <a:pt x="4289" y="4143"/>
                    </a:cubicBezTo>
                    <a:lnTo>
                      <a:pt x="4282" y="4143"/>
                    </a:lnTo>
                    <a:cubicBezTo>
                      <a:pt x="4055" y="4444"/>
                      <a:pt x="3820" y="4737"/>
                      <a:pt x="3585" y="5031"/>
                    </a:cubicBezTo>
                    <a:cubicBezTo>
                      <a:pt x="3299" y="4752"/>
                      <a:pt x="3021" y="4459"/>
                      <a:pt x="2750" y="4165"/>
                    </a:cubicBezTo>
                    <a:cubicBezTo>
                      <a:pt x="2962" y="3901"/>
                      <a:pt x="3175" y="3638"/>
                      <a:pt x="3387" y="3381"/>
                    </a:cubicBezTo>
                    <a:close/>
                    <a:moveTo>
                      <a:pt x="6320" y="3586"/>
                    </a:moveTo>
                    <a:cubicBezTo>
                      <a:pt x="6687" y="3850"/>
                      <a:pt x="7039" y="4114"/>
                      <a:pt x="7391" y="4393"/>
                    </a:cubicBezTo>
                    <a:cubicBezTo>
                      <a:pt x="7061" y="4833"/>
                      <a:pt x="6723" y="5258"/>
                      <a:pt x="6371" y="5683"/>
                    </a:cubicBezTo>
                    <a:cubicBezTo>
                      <a:pt x="6041" y="5412"/>
                      <a:pt x="5712" y="5141"/>
                      <a:pt x="5382" y="4869"/>
                    </a:cubicBezTo>
                    <a:cubicBezTo>
                      <a:pt x="5704" y="4444"/>
                      <a:pt x="6012" y="4019"/>
                      <a:pt x="6320" y="3586"/>
                    </a:cubicBezTo>
                    <a:close/>
                    <a:moveTo>
                      <a:pt x="4392" y="4239"/>
                    </a:moveTo>
                    <a:lnTo>
                      <a:pt x="4604" y="4422"/>
                    </a:lnTo>
                    <a:lnTo>
                      <a:pt x="5176" y="4899"/>
                    </a:lnTo>
                    <a:cubicBezTo>
                      <a:pt x="5000" y="5126"/>
                      <a:pt x="4824" y="5361"/>
                      <a:pt x="4648" y="5588"/>
                    </a:cubicBezTo>
                    <a:cubicBezTo>
                      <a:pt x="4575" y="5676"/>
                      <a:pt x="4502" y="5778"/>
                      <a:pt x="4429" y="5874"/>
                    </a:cubicBezTo>
                    <a:cubicBezTo>
                      <a:pt x="4179" y="5632"/>
                      <a:pt x="3937" y="5390"/>
                      <a:pt x="3688" y="5141"/>
                    </a:cubicBezTo>
                    <a:cubicBezTo>
                      <a:pt x="3842" y="4950"/>
                      <a:pt x="3996" y="4752"/>
                      <a:pt x="4143" y="4561"/>
                    </a:cubicBezTo>
                    <a:cubicBezTo>
                      <a:pt x="4231" y="4451"/>
                      <a:pt x="4311" y="4349"/>
                      <a:pt x="4392" y="4239"/>
                    </a:cubicBezTo>
                    <a:close/>
                    <a:moveTo>
                      <a:pt x="7501" y="4481"/>
                    </a:moveTo>
                    <a:cubicBezTo>
                      <a:pt x="7720" y="4657"/>
                      <a:pt x="7940" y="4833"/>
                      <a:pt x="8153" y="5016"/>
                    </a:cubicBezTo>
                    <a:cubicBezTo>
                      <a:pt x="8021" y="5199"/>
                      <a:pt x="7889" y="5383"/>
                      <a:pt x="7757" y="5558"/>
                    </a:cubicBezTo>
                    <a:cubicBezTo>
                      <a:pt x="7566" y="5815"/>
                      <a:pt x="7376" y="6072"/>
                      <a:pt x="7178" y="6328"/>
                    </a:cubicBezTo>
                    <a:cubicBezTo>
                      <a:pt x="6951" y="6145"/>
                      <a:pt x="6716" y="5962"/>
                      <a:pt x="6489" y="5771"/>
                    </a:cubicBezTo>
                    <a:cubicBezTo>
                      <a:pt x="6841" y="5353"/>
                      <a:pt x="7178" y="4921"/>
                      <a:pt x="7501" y="4481"/>
                    </a:cubicBezTo>
                    <a:close/>
                    <a:moveTo>
                      <a:pt x="5294" y="4987"/>
                    </a:moveTo>
                    <a:cubicBezTo>
                      <a:pt x="5616" y="5258"/>
                      <a:pt x="5946" y="5522"/>
                      <a:pt x="6276" y="5793"/>
                    </a:cubicBezTo>
                    <a:cubicBezTo>
                      <a:pt x="5997" y="6123"/>
                      <a:pt x="5712" y="6453"/>
                      <a:pt x="5418" y="6776"/>
                    </a:cubicBezTo>
                    <a:cubicBezTo>
                      <a:pt x="5330" y="6688"/>
                      <a:pt x="5228" y="6607"/>
                      <a:pt x="5140" y="6519"/>
                    </a:cubicBezTo>
                    <a:lnTo>
                      <a:pt x="5132" y="6519"/>
                    </a:lnTo>
                    <a:cubicBezTo>
                      <a:pt x="4934" y="6336"/>
                      <a:pt x="4736" y="6152"/>
                      <a:pt x="4538" y="5969"/>
                    </a:cubicBezTo>
                    <a:cubicBezTo>
                      <a:pt x="4795" y="5646"/>
                      <a:pt x="5044" y="5317"/>
                      <a:pt x="5294" y="4987"/>
                    </a:cubicBezTo>
                    <a:close/>
                    <a:moveTo>
                      <a:pt x="6393" y="5881"/>
                    </a:moveTo>
                    <a:cubicBezTo>
                      <a:pt x="6628" y="6064"/>
                      <a:pt x="6855" y="6255"/>
                      <a:pt x="7090" y="6438"/>
                    </a:cubicBezTo>
                    <a:cubicBezTo>
                      <a:pt x="6819" y="6798"/>
                      <a:pt x="6540" y="7149"/>
                      <a:pt x="6261" y="7501"/>
                    </a:cubicBezTo>
                    <a:cubicBezTo>
                      <a:pt x="6012" y="7296"/>
                      <a:pt x="5770" y="7083"/>
                      <a:pt x="5528" y="6871"/>
                    </a:cubicBezTo>
                    <a:lnTo>
                      <a:pt x="5521" y="6871"/>
                    </a:lnTo>
                    <a:cubicBezTo>
                      <a:pt x="5726" y="6651"/>
                      <a:pt x="5924" y="6424"/>
                      <a:pt x="6115" y="6204"/>
                    </a:cubicBezTo>
                    <a:cubicBezTo>
                      <a:pt x="6210" y="6094"/>
                      <a:pt x="6298" y="5984"/>
                      <a:pt x="6393" y="5881"/>
                    </a:cubicBezTo>
                    <a:close/>
                    <a:moveTo>
                      <a:pt x="8263" y="5104"/>
                    </a:moveTo>
                    <a:cubicBezTo>
                      <a:pt x="8608" y="5397"/>
                      <a:pt x="8952" y="5698"/>
                      <a:pt x="9282" y="6013"/>
                    </a:cubicBezTo>
                    <a:lnTo>
                      <a:pt x="9517" y="6226"/>
                    </a:lnTo>
                    <a:cubicBezTo>
                      <a:pt x="9377" y="6468"/>
                      <a:pt x="9238" y="6710"/>
                      <a:pt x="9099" y="6944"/>
                    </a:cubicBezTo>
                    <a:cubicBezTo>
                      <a:pt x="8974" y="7149"/>
                      <a:pt x="8857" y="7355"/>
                      <a:pt x="8740" y="7553"/>
                    </a:cubicBezTo>
                    <a:lnTo>
                      <a:pt x="7992" y="6974"/>
                    </a:lnTo>
                    <a:cubicBezTo>
                      <a:pt x="7757" y="6790"/>
                      <a:pt x="7523" y="6600"/>
                      <a:pt x="7288" y="6416"/>
                    </a:cubicBezTo>
                    <a:cubicBezTo>
                      <a:pt x="7618" y="5984"/>
                      <a:pt x="7940" y="5544"/>
                      <a:pt x="8263" y="5104"/>
                    </a:cubicBezTo>
                    <a:close/>
                    <a:moveTo>
                      <a:pt x="9619" y="6328"/>
                    </a:moveTo>
                    <a:cubicBezTo>
                      <a:pt x="10067" y="6754"/>
                      <a:pt x="10507" y="7201"/>
                      <a:pt x="10932" y="7655"/>
                    </a:cubicBezTo>
                    <a:cubicBezTo>
                      <a:pt x="10690" y="7993"/>
                      <a:pt x="10441" y="8330"/>
                      <a:pt x="10184" y="8660"/>
                    </a:cubicBezTo>
                    <a:cubicBezTo>
                      <a:pt x="9737" y="8330"/>
                      <a:pt x="9297" y="7985"/>
                      <a:pt x="8857" y="7648"/>
                    </a:cubicBezTo>
                    <a:lnTo>
                      <a:pt x="8850" y="7641"/>
                    </a:lnTo>
                    <a:cubicBezTo>
                      <a:pt x="8886" y="7575"/>
                      <a:pt x="8930" y="7509"/>
                      <a:pt x="8967" y="7443"/>
                    </a:cubicBezTo>
                    <a:cubicBezTo>
                      <a:pt x="9187" y="7076"/>
                      <a:pt x="9407" y="6702"/>
                      <a:pt x="9619" y="6328"/>
                    </a:cubicBezTo>
                    <a:close/>
                    <a:moveTo>
                      <a:pt x="7200" y="6534"/>
                    </a:moveTo>
                    <a:cubicBezTo>
                      <a:pt x="7684" y="6915"/>
                      <a:pt x="8175" y="7296"/>
                      <a:pt x="8666" y="7677"/>
                    </a:cubicBezTo>
                    <a:cubicBezTo>
                      <a:pt x="8432" y="8073"/>
                      <a:pt x="8190" y="8462"/>
                      <a:pt x="7940" y="8843"/>
                    </a:cubicBezTo>
                    <a:cubicBezTo>
                      <a:pt x="7405" y="8447"/>
                      <a:pt x="6885" y="8029"/>
                      <a:pt x="6371" y="7604"/>
                    </a:cubicBezTo>
                    <a:lnTo>
                      <a:pt x="6371" y="7597"/>
                    </a:lnTo>
                    <a:cubicBezTo>
                      <a:pt x="6650" y="7245"/>
                      <a:pt x="6929" y="6886"/>
                      <a:pt x="7200" y="6534"/>
                    </a:cubicBezTo>
                    <a:close/>
                    <a:moveTo>
                      <a:pt x="11034" y="7758"/>
                    </a:moveTo>
                    <a:cubicBezTo>
                      <a:pt x="11364" y="8117"/>
                      <a:pt x="11680" y="8484"/>
                      <a:pt x="11995" y="8858"/>
                    </a:cubicBezTo>
                    <a:lnTo>
                      <a:pt x="11995" y="8850"/>
                    </a:lnTo>
                    <a:cubicBezTo>
                      <a:pt x="12054" y="8924"/>
                      <a:pt x="12112" y="8997"/>
                      <a:pt x="12178" y="9070"/>
                    </a:cubicBezTo>
                    <a:cubicBezTo>
                      <a:pt x="12002" y="9305"/>
                      <a:pt x="11819" y="9532"/>
                      <a:pt x="11643" y="9760"/>
                    </a:cubicBezTo>
                    <a:cubicBezTo>
                      <a:pt x="11188" y="9422"/>
                      <a:pt x="10741" y="9092"/>
                      <a:pt x="10301" y="8755"/>
                    </a:cubicBezTo>
                    <a:cubicBezTo>
                      <a:pt x="10551" y="8425"/>
                      <a:pt x="10792" y="8095"/>
                      <a:pt x="11034" y="7758"/>
                    </a:cubicBezTo>
                    <a:close/>
                    <a:moveTo>
                      <a:pt x="8776" y="7765"/>
                    </a:moveTo>
                    <a:cubicBezTo>
                      <a:pt x="9216" y="8103"/>
                      <a:pt x="9656" y="8440"/>
                      <a:pt x="10096" y="8777"/>
                    </a:cubicBezTo>
                    <a:cubicBezTo>
                      <a:pt x="9817" y="9122"/>
                      <a:pt x="9539" y="9459"/>
                      <a:pt x="9253" y="9796"/>
                    </a:cubicBezTo>
                    <a:cubicBezTo>
                      <a:pt x="8960" y="9598"/>
                      <a:pt x="8666" y="9386"/>
                      <a:pt x="8380" y="9173"/>
                    </a:cubicBezTo>
                    <a:lnTo>
                      <a:pt x="8373" y="9173"/>
                    </a:lnTo>
                    <a:cubicBezTo>
                      <a:pt x="8270" y="9092"/>
                      <a:pt x="8160" y="9012"/>
                      <a:pt x="8058" y="8938"/>
                    </a:cubicBezTo>
                    <a:cubicBezTo>
                      <a:pt x="8307" y="8550"/>
                      <a:pt x="8542" y="8154"/>
                      <a:pt x="8776" y="7765"/>
                    </a:cubicBezTo>
                    <a:close/>
                    <a:moveTo>
                      <a:pt x="10213" y="8865"/>
                    </a:moveTo>
                    <a:lnTo>
                      <a:pt x="10499" y="9085"/>
                    </a:lnTo>
                    <a:cubicBezTo>
                      <a:pt x="10851" y="9349"/>
                      <a:pt x="11203" y="9613"/>
                      <a:pt x="11548" y="9877"/>
                    </a:cubicBezTo>
                    <a:cubicBezTo>
                      <a:pt x="11298" y="10192"/>
                      <a:pt x="11042" y="10507"/>
                      <a:pt x="10778" y="10808"/>
                    </a:cubicBezTo>
                    <a:cubicBezTo>
                      <a:pt x="10301" y="10507"/>
                      <a:pt x="9832" y="10200"/>
                      <a:pt x="9370" y="9884"/>
                    </a:cubicBezTo>
                    <a:cubicBezTo>
                      <a:pt x="9656" y="9547"/>
                      <a:pt x="9942" y="9210"/>
                      <a:pt x="10213" y="8865"/>
                    </a:cubicBezTo>
                    <a:close/>
                    <a:moveTo>
                      <a:pt x="1606" y="1"/>
                    </a:moveTo>
                    <a:lnTo>
                      <a:pt x="1510" y="140"/>
                    </a:lnTo>
                    <a:lnTo>
                      <a:pt x="1298" y="448"/>
                    </a:lnTo>
                    <a:cubicBezTo>
                      <a:pt x="1107" y="353"/>
                      <a:pt x="917" y="272"/>
                      <a:pt x="726" y="184"/>
                    </a:cubicBezTo>
                    <a:cubicBezTo>
                      <a:pt x="675" y="214"/>
                      <a:pt x="623" y="243"/>
                      <a:pt x="579" y="272"/>
                    </a:cubicBezTo>
                    <a:cubicBezTo>
                      <a:pt x="792" y="368"/>
                      <a:pt x="1005" y="463"/>
                      <a:pt x="1210" y="566"/>
                    </a:cubicBezTo>
                    <a:cubicBezTo>
                      <a:pt x="1115" y="705"/>
                      <a:pt x="1012" y="844"/>
                      <a:pt x="909" y="983"/>
                    </a:cubicBezTo>
                    <a:lnTo>
                      <a:pt x="359" y="478"/>
                    </a:lnTo>
                    <a:lnTo>
                      <a:pt x="330" y="500"/>
                    </a:lnTo>
                    <a:lnTo>
                      <a:pt x="315" y="514"/>
                    </a:lnTo>
                    <a:cubicBezTo>
                      <a:pt x="301" y="536"/>
                      <a:pt x="279" y="566"/>
                      <a:pt x="264" y="588"/>
                    </a:cubicBezTo>
                    <a:cubicBezTo>
                      <a:pt x="447" y="756"/>
                      <a:pt x="638" y="932"/>
                      <a:pt x="821" y="1101"/>
                    </a:cubicBezTo>
                    <a:cubicBezTo>
                      <a:pt x="719" y="1247"/>
                      <a:pt x="609" y="1394"/>
                      <a:pt x="499" y="1541"/>
                    </a:cubicBezTo>
                    <a:cubicBezTo>
                      <a:pt x="352" y="1343"/>
                      <a:pt x="198" y="1152"/>
                      <a:pt x="51" y="954"/>
                    </a:cubicBezTo>
                    <a:cubicBezTo>
                      <a:pt x="29" y="1013"/>
                      <a:pt x="15" y="1064"/>
                      <a:pt x="0" y="1123"/>
                    </a:cubicBezTo>
                    <a:cubicBezTo>
                      <a:pt x="132" y="1306"/>
                      <a:pt x="271" y="1482"/>
                      <a:pt x="411" y="1658"/>
                    </a:cubicBezTo>
                    <a:cubicBezTo>
                      <a:pt x="293" y="1805"/>
                      <a:pt x="176" y="1959"/>
                      <a:pt x="59" y="2105"/>
                    </a:cubicBezTo>
                    <a:cubicBezTo>
                      <a:pt x="81" y="2157"/>
                      <a:pt x="103" y="2208"/>
                      <a:pt x="125" y="2259"/>
                    </a:cubicBezTo>
                    <a:cubicBezTo>
                      <a:pt x="205" y="2157"/>
                      <a:pt x="286" y="2054"/>
                      <a:pt x="367" y="1951"/>
                    </a:cubicBezTo>
                    <a:lnTo>
                      <a:pt x="499" y="1775"/>
                    </a:lnTo>
                    <a:cubicBezTo>
                      <a:pt x="697" y="2025"/>
                      <a:pt x="902" y="2274"/>
                      <a:pt x="1107" y="2523"/>
                    </a:cubicBezTo>
                    <a:cubicBezTo>
                      <a:pt x="953" y="2706"/>
                      <a:pt x="799" y="2897"/>
                      <a:pt x="645" y="3080"/>
                    </a:cubicBezTo>
                    <a:lnTo>
                      <a:pt x="726" y="3205"/>
                    </a:lnTo>
                    <a:cubicBezTo>
                      <a:pt x="799" y="3124"/>
                      <a:pt x="873" y="3036"/>
                      <a:pt x="946" y="2948"/>
                    </a:cubicBezTo>
                    <a:cubicBezTo>
                      <a:pt x="1034" y="2846"/>
                      <a:pt x="1115" y="2743"/>
                      <a:pt x="1203" y="2633"/>
                    </a:cubicBezTo>
                    <a:cubicBezTo>
                      <a:pt x="1371" y="2838"/>
                      <a:pt x="1547" y="3044"/>
                      <a:pt x="1723" y="3242"/>
                    </a:cubicBezTo>
                    <a:cubicBezTo>
                      <a:pt x="1540" y="3454"/>
                      <a:pt x="1364" y="3667"/>
                      <a:pt x="1181" y="3879"/>
                    </a:cubicBezTo>
                    <a:lnTo>
                      <a:pt x="1261" y="4004"/>
                    </a:lnTo>
                    <a:cubicBezTo>
                      <a:pt x="1393" y="3857"/>
                      <a:pt x="1518" y="3704"/>
                      <a:pt x="1642" y="3557"/>
                    </a:cubicBezTo>
                    <a:lnTo>
                      <a:pt x="1818" y="3352"/>
                    </a:lnTo>
                    <a:cubicBezTo>
                      <a:pt x="2060" y="3623"/>
                      <a:pt x="2302" y="3901"/>
                      <a:pt x="2552" y="4173"/>
                    </a:cubicBezTo>
                    <a:cubicBezTo>
                      <a:pt x="2339" y="4422"/>
                      <a:pt x="2126" y="4664"/>
                      <a:pt x="1914" y="4913"/>
                    </a:cubicBezTo>
                    <a:lnTo>
                      <a:pt x="2009" y="5031"/>
                    </a:lnTo>
                    <a:cubicBezTo>
                      <a:pt x="2222" y="4781"/>
                      <a:pt x="2442" y="4532"/>
                      <a:pt x="2647" y="4275"/>
                    </a:cubicBezTo>
                    <a:cubicBezTo>
                      <a:pt x="2925" y="4569"/>
                      <a:pt x="3204" y="4862"/>
                      <a:pt x="3483" y="5148"/>
                    </a:cubicBezTo>
                    <a:cubicBezTo>
                      <a:pt x="3248" y="5441"/>
                      <a:pt x="3013" y="5727"/>
                      <a:pt x="2772" y="6013"/>
                    </a:cubicBezTo>
                    <a:lnTo>
                      <a:pt x="2860" y="6130"/>
                    </a:lnTo>
                    <a:cubicBezTo>
                      <a:pt x="3101" y="5837"/>
                      <a:pt x="3351" y="5544"/>
                      <a:pt x="3585" y="5251"/>
                    </a:cubicBezTo>
                    <a:cubicBezTo>
                      <a:pt x="3835" y="5492"/>
                      <a:pt x="4084" y="5742"/>
                      <a:pt x="4333" y="5984"/>
                    </a:cubicBezTo>
                    <a:cubicBezTo>
                      <a:pt x="4077" y="6314"/>
                      <a:pt x="3820" y="6636"/>
                      <a:pt x="3556" y="6959"/>
                    </a:cubicBezTo>
                    <a:lnTo>
                      <a:pt x="3659" y="7069"/>
                    </a:lnTo>
                    <a:cubicBezTo>
                      <a:pt x="3923" y="6739"/>
                      <a:pt x="4179" y="6409"/>
                      <a:pt x="4443" y="6086"/>
                    </a:cubicBezTo>
                    <a:lnTo>
                      <a:pt x="4641" y="6277"/>
                    </a:lnTo>
                    <a:cubicBezTo>
                      <a:pt x="4861" y="6482"/>
                      <a:pt x="5081" y="6680"/>
                      <a:pt x="5308" y="6886"/>
                    </a:cubicBezTo>
                    <a:cubicBezTo>
                      <a:pt x="5000" y="7208"/>
                      <a:pt x="4692" y="7531"/>
                      <a:pt x="4377" y="7846"/>
                    </a:cubicBezTo>
                    <a:lnTo>
                      <a:pt x="4472" y="7949"/>
                    </a:lnTo>
                    <a:cubicBezTo>
                      <a:pt x="4795" y="7633"/>
                      <a:pt x="5110" y="7311"/>
                      <a:pt x="5418" y="6981"/>
                    </a:cubicBezTo>
                    <a:cubicBezTo>
                      <a:pt x="5660" y="7193"/>
                      <a:pt x="5910" y="7413"/>
                      <a:pt x="6159" y="7619"/>
                    </a:cubicBezTo>
                    <a:cubicBezTo>
                      <a:pt x="5866" y="7985"/>
                      <a:pt x="5565" y="8352"/>
                      <a:pt x="5264" y="8718"/>
                    </a:cubicBezTo>
                    <a:lnTo>
                      <a:pt x="5374" y="8814"/>
                    </a:lnTo>
                    <a:cubicBezTo>
                      <a:pt x="5594" y="8543"/>
                      <a:pt x="5814" y="8279"/>
                      <a:pt x="6034" y="8007"/>
                    </a:cubicBezTo>
                    <a:lnTo>
                      <a:pt x="6269" y="7714"/>
                    </a:lnTo>
                    <a:cubicBezTo>
                      <a:pt x="6789" y="8147"/>
                      <a:pt x="7310" y="8565"/>
                      <a:pt x="7852" y="8968"/>
                    </a:cubicBezTo>
                    <a:cubicBezTo>
                      <a:pt x="7684" y="9217"/>
                      <a:pt x="7515" y="9466"/>
                      <a:pt x="7332" y="9708"/>
                    </a:cubicBezTo>
                    <a:cubicBezTo>
                      <a:pt x="7229" y="9855"/>
                      <a:pt x="7119" y="9994"/>
                      <a:pt x="7002" y="10134"/>
                    </a:cubicBezTo>
                    <a:cubicBezTo>
                      <a:pt x="7046" y="10163"/>
                      <a:pt x="7083" y="10192"/>
                      <a:pt x="7127" y="10229"/>
                    </a:cubicBezTo>
                    <a:cubicBezTo>
                      <a:pt x="7427" y="9855"/>
                      <a:pt x="7706" y="9466"/>
                      <a:pt x="7970" y="9063"/>
                    </a:cubicBezTo>
                    <a:cubicBezTo>
                      <a:pt x="8358" y="9349"/>
                      <a:pt x="8747" y="9635"/>
                      <a:pt x="9150" y="9914"/>
                    </a:cubicBezTo>
                    <a:cubicBezTo>
                      <a:pt x="9070" y="10002"/>
                      <a:pt x="8989" y="10097"/>
                      <a:pt x="8908" y="10185"/>
                    </a:cubicBezTo>
                    <a:cubicBezTo>
                      <a:pt x="8681" y="10441"/>
                      <a:pt x="8439" y="10691"/>
                      <a:pt x="8197" y="10933"/>
                    </a:cubicBezTo>
                    <a:lnTo>
                      <a:pt x="8329" y="11006"/>
                    </a:lnTo>
                    <a:cubicBezTo>
                      <a:pt x="8652" y="10676"/>
                      <a:pt x="8960" y="10339"/>
                      <a:pt x="9267" y="9994"/>
                    </a:cubicBezTo>
                    <a:cubicBezTo>
                      <a:pt x="9729" y="10309"/>
                      <a:pt x="10199" y="10625"/>
                      <a:pt x="10668" y="10925"/>
                    </a:cubicBezTo>
                    <a:cubicBezTo>
                      <a:pt x="10470" y="11153"/>
                      <a:pt x="10265" y="11387"/>
                      <a:pt x="10059" y="11615"/>
                    </a:cubicBezTo>
                    <a:lnTo>
                      <a:pt x="10045" y="11629"/>
                    </a:lnTo>
                    <a:cubicBezTo>
                      <a:pt x="10103" y="11637"/>
                      <a:pt x="10169" y="11637"/>
                      <a:pt x="10228" y="11644"/>
                    </a:cubicBezTo>
                    <a:cubicBezTo>
                      <a:pt x="10419" y="11431"/>
                      <a:pt x="10609" y="11219"/>
                      <a:pt x="10800" y="10999"/>
                    </a:cubicBezTo>
                    <a:cubicBezTo>
                      <a:pt x="10983" y="11116"/>
                      <a:pt x="11166" y="11226"/>
                      <a:pt x="11350" y="11343"/>
                    </a:cubicBezTo>
                    <a:lnTo>
                      <a:pt x="11372" y="11358"/>
                    </a:lnTo>
                    <a:cubicBezTo>
                      <a:pt x="11423" y="11329"/>
                      <a:pt x="11467" y="11299"/>
                      <a:pt x="11511" y="11270"/>
                    </a:cubicBezTo>
                    <a:cubicBezTo>
                      <a:pt x="11306" y="11145"/>
                      <a:pt x="11093" y="11021"/>
                      <a:pt x="10888" y="10889"/>
                    </a:cubicBezTo>
                    <a:cubicBezTo>
                      <a:pt x="11152" y="10581"/>
                      <a:pt x="11401" y="10273"/>
                      <a:pt x="11658" y="9965"/>
                    </a:cubicBezTo>
                    <a:cubicBezTo>
                      <a:pt x="11892" y="10141"/>
                      <a:pt x="12134" y="10317"/>
                      <a:pt x="12376" y="10493"/>
                    </a:cubicBezTo>
                    <a:cubicBezTo>
                      <a:pt x="12405" y="10463"/>
                      <a:pt x="12435" y="10427"/>
                      <a:pt x="12464" y="10383"/>
                    </a:cubicBezTo>
                    <a:cubicBezTo>
                      <a:pt x="12222" y="10207"/>
                      <a:pt x="11980" y="10031"/>
                      <a:pt x="11746" y="9848"/>
                    </a:cubicBezTo>
                    <a:cubicBezTo>
                      <a:pt x="11790" y="9796"/>
                      <a:pt x="11834" y="9738"/>
                      <a:pt x="11878" y="9686"/>
                    </a:cubicBezTo>
                    <a:cubicBezTo>
                      <a:pt x="12010" y="9518"/>
                      <a:pt x="12134" y="9356"/>
                      <a:pt x="12259" y="9195"/>
                    </a:cubicBezTo>
                    <a:cubicBezTo>
                      <a:pt x="12449" y="9422"/>
                      <a:pt x="12633" y="9664"/>
                      <a:pt x="12816" y="9899"/>
                    </a:cubicBezTo>
                    <a:cubicBezTo>
                      <a:pt x="12845" y="9855"/>
                      <a:pt x="12867" y="9804"/>
                      <a:pt x="12889" y="9752"/>
                    </a:cubicBezTo>
                    <a:cubicBezTo>
                      <a:pt x="12728" y="9547"/>
                      <a:pt x="12559" y="9334"/>
                      <a:pt x="12391" y="9129"/>
                    </a:cubicBezTo>
                    <a:lnTo>
                      <a:pt x="12347" y="9078"/>
                    </a:lnTo>
                    <a:cubicBezTo>
                      <a:pt x="12552" y="8806"/>
                      <a:pt x="12750" y="8535"/>
                      <a:pt x="12941" y="8264"/>
                    </a:cubicBezTo>
                    <a:cubicBezTo>
                      <a:pt x="12941" y="8205"/>
                      <a:pt x="12926" y="8154"/>
                      <a:pt x="12904" y="8095"/>
                    </a:cubicBezTo>
                    <a:cubicBezTo>
                      <a:pt x="12691" y="8389"/>
                      <a:pt x="12486" y="8674"/>
                      <a:pt x="12266" y="8960"/>
                    </a:cubicBezTo>
                    <a:cubicBezTo>
                      <a:pt x="11900" y="8513"/>
                      <a:pt x="11511" y="8073"/>
                      <a:pt x="11115" y="7641"/>
                    </a:cubicBezTo>
                    <a:cubicBezTo>
                      <a:pt x="11379" y="7267"/>
                      <a:pt x="11628" y="6893"/>
                      <a:pt x="11863" y="6504"/>
                    </a:cubicBezTo>
                    <a:lnTo>
                      <a:pt x="11768" y="6394"/>
                    </a:lnTo>
                    <a:cubicBezTo>
                      <a:pt x="11694" y="6504"/>
                      <a:pt x="11628" y="6614"/>
                      <a:pt x="11555" y="6732"/>
                    </a:cubicBezTo>
                    <a:cubicBezTo>
                      <a:pt x="11379" y="7003"/>
                      <a:pt x="11203" y="7274"/>
                      <a:pt x="11020" y="7538"/>
                    </a:cubicBezTo>
                    <a:cubicBezTo>
                      <a:pt x="10602" y="7091"/>
                      <a:pt x="10177" y="6666"/>
                      <a:pt x="9744" y="6248"/>
                    </a:cubicBezTo>
                    <a:lnTo>
                      <a:pt x="9700" y="6204"/>
                    </a:lnTo>
                    <a:cubicBezTo>
                      <a:pt x="9920" y="5822"/>
                      <a:pt x="10133" y="5448"/>
                      <a:pt x="10338" y="5060"/>
                    </a:cubicBezTo>
                    <a:cubicBezTo>
                      <a:pt x="10301" y="5031"/>
                      <a:pt x="10265" y="5001"/>
                      <a:pt x="10228" y="4972"/>
                    </a:cubicBezTo>
                    <a:cubicBezTo>
                      <a:pt x="10015" y="5353"/>
                      <a:pt x="9803" y="5727"/>
                      <a:pt x="9590" y="6108"/>
                    </a:cubicBezTo>
                    <a:cubicBezTo>
                      <a:pt x="9179" y="5727"/>
                      <a:pt x="8769" y="5353"/>
                      <a:pt x="8344" y="4994"/>
                    </a:cubicBezTo>
                    <a:cubicBezTo>
                      <a:pt x="8571" y="4679"/>
                      <a:pt x="8798" y="4356"/>
                      <a:pt x="9026" y="4041"/>
                    </a:cubicBezTo>
                    <a:lnTo>
                      <a:pt x="8908" y="3953"/>
                    </a:lnTo>
                    <a:cubicBezTo>
                      <a:pt x="8681" y="4268"/>
                      <a:pt x="8461" y="4583"/>
                      <a:pt x="8234" y="4899"/>
                    </a:cubicBezTo>
                    <a:cubicBezTo>
                      <a:pt x="8021" y="4715"/>
                      <a:pt x="7801" y="4539"/>
                      <a:pt x="7588" y="4363"/>
                    </a:cubicBezTo>
                    <a:cubicBezTo>
                      <a:pt x="7801" y="4070"/>
                      <a:pt x="8014" y="3770"/>
                      <a:pt x="8226" y="3469"/>
                    </a:cubicBezTo>
                    <a:lnTo>
                      <a:pt x="8109" y="3381"/>
                    </a:lnTo>
                    <a:cubicBezTo>
                      <a:pt x="8050" y="3476"/>
                      <a:pt x="7984" y="3564"/>
                      <a:pt x="7926" y="3652"/>
                    </a:cubicBezTo>
                    <a:cubicBezTo>
                      <a:pt x="7779" y="3865"/>
                      <a:pt x="7625" y="4070"/>
                      <a:pt x="7471" y="4275"/>
                    </a:cubicBezTo>
                    <a:cubicBezTo>
                      <a:pt x="7229" y="4077"/>
                      <a:pt x="6980" y="3887"/>
                      <a:pt x="6723" y="3704"/>
                    </a:cubicBezTo>
                    <a:cubicBezTo>
                      <a:pt x="6621" y="3623"/>
                      <a:pt x="6511" y="3542"/>
                      <a:pt x="6401" y="3469"/>
                    </a:cubicBezTo>
                    <a:cubicBezTo>
                      <a:pt x="6599" y="3190"/>
                      <a:pt x="6797" y="2912"/>
                      <a:pt x="6987" y="2626"/>
                    </a:cubicBezTo>
                    <a:lnTo>
                      <a:pt x="6870" y="2552"/>
                    </a:lnTo>
                    <a:lnTo>
                      <a:pt x="6723" y="2765"/>
                    </a:lnTo>
                    <a:cubicBezTo>
                      <a:pt x="6577" y="2970"/>
                      <a:pt x="6430" y="3176"/>
                      <a:pt x="6283" y="3381"/>
                    </a:cubicBezTo>
                    <a:cubicBezTo>
                      <a:pt x="6012" y="3183"/>
                      <a:pt x="5734" y="2992"/>
                      <a:pt x="5455" y="2809"/>
                    </a:cubicBezTo>
                    <a:cubicBezTo>
                      <a:pt x="5646" y="2545"/>
                      <a:pt x="5829" y="2281"/>
                      <a:pt x="6012" y="2010"/>
                    </a:cubicBezTo>
                    <a:lnTo>
                      <a:pt x="5888" y="1937"/>
                    </a:lnTo>
                    <a:cubicBezTo>
                      <a:pt x="5866" y="1973"/>
                      <a:pt x="5844" y="2010"/>
                      <a:pt x="5822" y="2039"/>
                    </a:cubicBezTo>
                    <a:cubicBezTo>
                      <a:pt x="5660" y="2274"/>
                      <a:pt x="5499" y="2501"/>
                      <a:pt x="5338" y="2728"/>
                    </a:cubicBezTo>
                    <a:cubicBezTo>
                      <a:pt x="5015" y="2516"/>
                      <a:pt x="4692" y="2310"/>
                      <a:pt x="4370" y="2105"/>
                    </a:cubicBezTo>
                    <a:cubicBezTo>
                      <a:pt x="4553" y="1863"/>
                      <a:pt x="4729" y="1614"/>
                      <a:pt x="4905" y="1365"/>
                    </a:cubicBezTo>
                    <a:lnTo>
                      <a:pt x="4780" y="1299"/>
                    </a:lnTo>
                    <a:cubicBezTo>
                      <a:pt x="4604" y="1541"/>
                      <a:pt x="4421" y="1790"/>
                      <a:pt x="4245" y="2032"/>
                    </a:cubicBezTo>
                    <a:cubicBezTo>
                      <a:pt x="3974" y="1863"/>
                      <a:pt x="3710" y="1709"/>
                      <a:pt x="3431" y="1555"/>
                    </a:cubicBezTo>
                    <a:cubicBezTo>
                      <a:pt x="3387" y="1526"/>
                      <a:pt x="3343" y="1504"/>
                      <a:pt x="3299" y="1482"/>
                    </a:cubicBezTo>
                    <a:cubicBezTo>
                      <a:pt x="3475" y="1255"/>
                      <a:pt x="3637" y="1020"/>
                      <a:pt x="3805" y="793"/>
                    </a:cubicBezTo>
                    <a:lnTo>
                      <a:pt x="3673" y="727"/>
                    </a:lnTo>
                    <a:cubicBezTo>
                      <a:pt x="3534" y="925"/>
                      <a:pt x="3395" y="1115"/>
                      <a:pt x="3248" y="1306"/>
                    </a:cubicBezTo>
                    <a:cubicBezTo>
                      <a:pt x="3226" y="1343"/>
                      <a:pt x="3197" y="1372"/>
                      <a:pt x="3175" y="1409"/>
                    </a:cubicBezTo>
                    <a:cubicBezTo>
                      <a:pt x="2940" y="1277"/>
                      <a:pt x="2706" y="1152"/>
                      <a:pt x="2471" y="1027"/>
                    </a:cubicBezTo>
                    <a:cubicBezTo>
                      <a:pt x="2625" y="822"/>
                      <a:pt x="2779" y="617"/>
                      <a:pt x="2933" y="404"/>
                    </a:cubicBezTo>
                    <a:lnTo>
                      <a:pt x="2794" y="353"/>
                    </a:lnTo>
                    <a:cubicBezTo>
                      <a:pt x="2647" y="551"/>
                      <a:pt x="2493" y="749"/>
                      <a:pt x="2346" y="947"/>
                    </a:cubicBezTo>
                    <a:lnTo>
                      <a:pt x="2339" y="961"/>
                    </a:lnTo>
                    <a:cubicBezTo>
                      <a:pt x="2038" y="807"/>
                      <a:pt x="1738" y="654"/>
                      <a:pt x="1430" y="507"/>
                    </a:cubicBezTo>
                    <a:cubicBezTo>
                      <a:pt x="1540" y="353"/>
                      <a:pt x="1650" y="192"/>
                      <a:pt x="1760" y="30"/>
                    </a:cubicBezTo>
                    <a:cubicBezTo>
                      <a:pt x="1708" y="16"/>
                      <a:pt x="1657" y="8"/>
                      <a:pt x="16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54"/>
              <p:cNvSpPr/>
              <p:nvPr/>
            </p:nvSpPr>
            <p:spPr>
              <a:xfrm>
                <a:off x="1604575" y="2814600"/>
                <a:ext cx="303925" cy="266725"/>
              </a:xfrm>
              <a:custGeom>
                <a:avLst/>
                <a:gdLst/>
                <a:ahLst/>
                <a:cxnLst/>
                <a:rect l="l" t="t" r="r" b="b"/>
                <a:pathLst>
                  <a:path w="12157" h="10669" extrusionOk="0">
                    <a:moveTo>
                      <a:pt x="631" y="1"/>
                    </a:moveTo>
                    <a:lnTo>
                      <a:pt x="631" y="1"/>
                    </a:lnTo>
                    <a:cubicBezTo>
                      <a:pt x="1" y="3960"/>
                      <a:pt x="7670" y="10668"/>
                      <a:pt x="7670" y="10668"/>
                    </a:cubicBezTo>
                    <a:cubicBezTo>
                      <a:pt x="12157" y="6284"/>
                      <a:pt x="632" y="1"/>
                      <a:pt x="63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54"/>
              <p:cNvSpPr/>
              <p:nvPr/>
            </p:nvSpPr>
            <p:spPr>
              <a:xfrm>
                <a:off x="1620150" y="2814600"/>
                <a:ext cx="193600" cy="262500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10500" extrusionOk="0">
                    <a:moveTo>
                      <a:pt x="8" y="1"/>
                    </a:moveTo>
                    <a:cubicBezTo>
                      <a:pt x="8" y="15"/>
                      <a:pt x="8" y="30"/>
                      <a:pt x="1" y="45"/>
                    </a:cubicBezTo>
                    <a:cubicBezTo>
                      <a:pt x="206" y="741"/>
                      <a:pt x="522" y="1416"/>
                      <a:pt x="932" y="2024"/>
                    </a:cubicBezTo>
                    <a:cubicBezTo>
                      <a:pt x="1482" y="2867"/>
                      <a:pt x="2164" y="3615"/>
                      <a:pt x="2868" y="4334"/>
                    </a:cubicBezTo>
                    <a:cubicBezTo>
                      <a:pt x="3660" y="5140"/>
                      <a:pt x="4488" y="5925"/>
                      <a:pt x="5207" y="6797"/>
                    </a:cubicBezTo>
                    <a:cubicBezTo>
                      <a:pt x="5852" y="7574"/>
                      <a:pt x="6387" y="8447"/>
                      <a:pt x="6790" y="9371"/>
                    </a:cubicBezTo>
                    <a:cubicBezTo>
                      <a:pt x="6951" y="9737"/>
                      <a:pt x="7091" y="10119"/>
                      <a:pt x="7208" y="10500"/>
                    </a:cubicBezTo>
                    <a:lnTo>
                      <a:pt x="7267" y="10441"/>
                    </a:lnTo>
                    <a:cubicBezTo>
                      <a:pt x="7193" y="10192"/>
                      <a:pt x="7105" y="9957"/>
                      <a:pt x="7010" y="9715"/>
                    </a:cubicBezTo>
                    <a:cubicBezTo>
                      <a:pt x="6658" y="8806"/>
                      <a:pt x="6182" y="7956"/>
                      <a:pt x="5595" y="7171"/>
                    </a:cubicBezTo>
                    <a:cubicBezTo>
                      <a:pt x="4921" y="6277"/>
                      <a:pt x="4121" y="5485"/>
                      <a:pt x="3330" y="4700"/>
                    </a:cubicBezTo>
                    <a:cubicBezTo>
                      <a:pt x="2589" y="3953"/>
                      <a:pt x="1856" y="3205"/>
                      <a:pt x="1240" y="2347"/>
                    </a:cubicBezTo>
                    <a:cubicBezTo>
                      <a:pt x="741" y="1672"/>
                      <a:pt x="353" y="917"/>
                      <a:pt x="96" y="118"/>
                    </a:cubicBezTo>
                    <a:lnTo>
                      <a:pt x="96" y="118"/>
                    </a:lnTo>
                    <a:cubicBezTo>
                      <a:pt x="785" y="946"/>
                      <a:pt x="1599" y="1643"/>
                      <a:pt x="2420" y="2332"/>
                    </a:cubicBezTo>
                    <a:cubicBezTo>
                      <a:pt x="3396" y="3131"/>
                      <a:pt x="4385" y="3923"/>
                      <a:pt x="5229" y="4869"/>
                    </a:cubicBezTo>
                    <a:cubicBezTo>
                      <a:pt x="5910" y="5631"/>
                      <a:pt x="6468" y="6497"/>
                      <a:pt x="6900" y="7428"/>
                    </a:cubicBezTo>
                    <a:cubicBezTo>
                      <a:pt x="7252" y="8205"/>
                      <a:pt x="7523" y="9019"/>
                      <a:pt x="7692" y="9862"/>
                    </a:cubicBezTo>
                    <a:lnTo>
                      <a:pt x="7743" y="9767"/>
                    </a:lnTo>
                    <a:cubicBezTo>
                      <a:pt x="7604" y="9085"/>
                      <a:pt x="7399" y="8418"/>
                      <a:pt x="7127" y="7772"/>
                    </a:cubicBezTo>
                    <a:cubicBezTo>
                      <a:pt x="6739" y="6834"/>
                      <a:pt x="6218" y="5954"/>
                      <a:pt x="5580" y="5170"/>
                    </a:cubicBezTo>
                    <a:cubicBezTo>
                      <a:pt x="4796" y="4209"/>
                      <a:pt x="3850" y="3417"/>
                      <a:pt x="2904" y="2633"/>
                    </a:cubicBezTo>
                    <a:cubicBezTo>
                      <a:pt x="1951" y="1848"/>
                      <a:pt x="976" y="1049"/>
                      <a:pt x="170" y="96"/>
                    </a:cubicBezTo>
                    <a:lnTo>
                      <a:pt x="8" y="1"/>
                    </a:lnTo>
                    <a:close/>
                  </a:path>
                </a:pathLst>
              </a:custGeom>
              <a:solidFill>
                <a:srgbClr val="6251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54"/>
              <p:cNvSpPr/>
              <p:nvPr/>
            </p:nvSpPr>
            <p:spPr>
              <a:xfrm>
                <a:off x="1509275" y="2970600"/>
                <a:ext cx="287050" cy="146825"/>
              </a:xfrm>
              <a:custGeom>
                <a:avLst/>
                <a:gdLst/>
                <a:ahLst/>
                <a:cxnLst/>
                <a:rect l="l" t="t" r="r" b="b"/>
                <a:pathLst>
                  <a:path w="11482" h="5873" extrusionOk="0">
                    <a:moveTo>
                      <a:pt x="1879" y="0"/>
                    </a:moveTo>
                    <a:cubicBezTo>
                      <a:pt x="1153" y="0"/>
                      <a:pt x="508" y="167"/>
                      <a:pt x="0" y="565"/>
                    </a:cubicBezTo>
                    <a:cubicBezTo>
                      <a:pt x="0" y="565"/>
                      <a:pt x="5569" y="5872"/>
                      <a:pt x="9138" y="5872"/>
                    </a:cubicBezTo>
                    <a:cubicBezTo>
                      <a:pt x="10126" y="5872"/>
                      <a:pt x="10961" y="5466"/>
                      <a:pt x="11482" y="4428"/>
                    </a:cubicBezTo>
                    <a:cubicBezTo>
                      <a:pt x="11482" y="4428"/>
                      <a:pt x="5619" y="0"/>
                      <a:pt x="187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54"/>
              <p:cNvSpPr/>
              <p:nvPr/>
            </p:nvSpPr>
            <p:spPr>
              <a:xfrm>
                <a:off x="1509275" y="2983550"/>
                <a:ext cx="286500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11460" h="4317" extrusionOk="0">
                    <a:moveTo>
                      <a:pt x="243" y="0"/>
                    </a:moveTo>
                    <a:cubicBezTo>
                      <a:pt x="179" y="0"/>
                      <a:pt x="116" y="1"/>
                      <a:pt x="52" y="3"/>
                    </a:cubicBezTo>
                    <a:cubicBezTo>
                      <a:pt x="37" y="17"/>
                      <a:pt x="15" y="32"/>
                      <a:pt x="0" y="47"/>
                    </a:cubicBezTo>
                    <a:cubicBezTo>
                      <a:pt x="0" y="47"/>
                      <a:pt x="52" y="98"/>
                      <a:pt x="154" y="193"/>
                    </a:cubicBezTo>
                    <a:cubicBezTo>
                      <a:pt x="616" y="347"/>
                      <a:pt x="1071" y="538"/>
                      <a:pt x="1503" y="758"/>
                    </a:cubicBezTo>
                    <a:cubicBezTo>
                      <a:pt x="2376" y="1198"/>
                      <a:pt x="3197" y="1726"/>
                      <a:pt x="4018" y="2246"/>
                    </a:cubicBezTo>
                    <a:cubicBezTo>
                      <a:pt x="4839" y="2767"/>
                      <a:pt x="5690" y="3280"/>
                      <a:pt x="6584" y="3668"/>
                    </a:cubicBezTo>
                    <a:cubicBezTo>
                      <a:pt x="7442" y="4057"/>
                      <a:pt x="8366" y="4277"/>
                      <a:pt x="9304" y="4314"/>
                    </a:cubicBezTo>
                    <a:cubicBezTo>
                      <a:pt x="9371" y="4316"/>
                      <a:pt x="9438" y="4317"/>
                      <a:pt x="9505" y="4317"/>
                    </a:cubicBezTo>
                    <a:cubicBezTo>
                      <a:pt x="10149" y="4317"/>
                      <a:pt x="10791" y="4221"/>
                      <a:pt x="11408" y="4035"/>
                    </a:cubicBezTo>
                    <a:lnTo>
                      <a:pt x="11460" y="3947"/>
                    </a:lnTo>
                    <a:lnTo>
                      <a:pt x="11460" y="3947"/>
                    </a:lnTo>
                    <a:cubicBezTo>
                      <a:pt x="10851" y="4130"/>
                      <a:pt x="10221" y="4233"/>
                      <a:pt x="9590" y="4240"/>
                    </a:cubicBezTo>
                    <a:cubicBezTo>
                      <a:pt x="9572" y="4241"/>
                      <a:pt x="9554" y="4241"/>
                      <a:pt x="9536" y="4241"/>
                    </a:cubicBezTo>
                    <a:cubicBezTo>
                      <a:pt x="8616" y="4241"/>
                      <a:pt x="7704" y="4057"/>
                      <a:pt x="6848" y="3705"/>
                    </a:cubicBezTo>
                    <a:cubicBezTo>
                      <a:pt x="5932" y="3339"/>
                      <a:pt x="5089" y="2833"/>
                      <a:pt x="4253" y="2312"/>
                    </a:cubicBezTo>
                    <a:cubicBezTo>
                      <a:pt x="3439" y="1799"/>
                      <a:pt x="2632" y="1271"/>
                      <a:pt x="1789" y="824"/>
                    </a:cubicBezTo>
                    <a:cubicBezTo>
                      <a:pt x="1225" y="523"/>
                      <a:pt x="645" y="274"/>
                      <a:pt x="37" y="76"/>
                    </a:cubicBezTo>
                    <a:cubicBezTo>
                      <a:pt x="107" y="74"/>
                      <a:pt x="177" y="73"/>
                      <a:pt x="246" y="73"/>
                    </a:cubicBezTo>
                    <a:cubicBezTo>
                      <a:pt x="660" y="73"/>
                      <a:pt x="1072" y="110"/>
                      <a:pt x="1474" y="179"/>
                    </a:cubicBezTo>
                    <a:cubicBezTo>
                      <a:pt x="2456" y="355"/>
                      <a:pt x="3395" y="699"/>
                      <a:pt x="4297" y="1117"/>
                    </a:cubicBezTo>
                    <a:cubicBezTo>
                      <a:pt x="5352" y="1608"/>
                      <a:pt x="6364" y="2180"/>
                      <a:pt x="7427" y="2664"/>
                    </a:cubicBezTo>
                    <a:cubicBezTo>
                      <a:pt x="8402" y="3133"/>
                      <a:pt x="9444" y="3463"/>
                      <a:pt x="10514" y="3654"/>
                    </a:cubicBezTo>
                    <a:cubicBezTo>
                      <a:pt x="10763" y="3690"/>
                      <a:pt x="11013" y="3727"/>
                      <a:pt x="11262" y="3742"/>
                    </a:cubicBezTo>
                    <a:cubicBezTo>
                      <a:pt x="11225" y="3720"/>
                      <a:pt x="11189" y="3690"/>
                      <a:pt x="11145" y="3661"/>
                    </a:cubicBezTo>
                    <a:cubicBezTo>
                      <a:pt x="11049" y="3654"/>
                      <a:pt x="10947" y="3639"/>
                      <a:pt x="10851" y="3624"/>
                    </a:cubicBezTo>
                    <a:cubicBezTo>
                      <a:pt x="9774" y="3471"/>
                      <a:pt x="8718" y="3170"/>
                      <a:pt x="7721" y="2723"/>
                    </a:cubicBezTo>
                    <a:cubicBezTo>
                      <a:pt x="6658" y="2253"/>
                      <a:pt x="5646" y="1682"/>
                      <a:pt x="4590" y="1183"/>
                    </a:cubicBezTo>
                    <a:cubicBezTo>
                      <a:pt x="3688" y="743"/>
                      <a:pt x="2750" y="369"/>
                      <a:pt x="1760" y="164"/>
                    </a:cubicBezTo>
                    <a:cubicBezTo>
                      <a:pt x="1264" y="53"/>
                      <a:pt x="757" y="0"/>
                      <a:pt x="243" y="0"/>
                    </a:cubicBezTo>
                    <a:close/>
                  </a:path>
                </a:pathLst>
              </a:custGeom>
              <a:solidFill>
                <a:srgbClr val="6251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54"/>
              <p:cNvSpPr/>
              <p:nvPr/>
            </p:nvSpPr>
            <p:spPr>
              <a:xfrm>
                <a:off x="1829475" y="3016625"/>
                <a:ext cx="3430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29" extrusionOk="0">
                    <a:moveTo>
                      <a:pt x="688" y="0"/>
                    </a:moveTo>
                    <a:cubicBezTo>
                      <a:pt x="645" y="0"/>
                      <a:pt x="599" y="5"/>
                      <a:pt x="551" y="14"/>
                    </a:cubicBezTo>
                    <a:cubicBezTo>
                      <a:pt x="1" y="117"/>
                      <a:pt x="140" y="710"/>
                      <a:pt x="235" y="989"/>
                    </a:cubicBezTo>
                    <a:cubicBezTo>
                      <a:pt x="265" y="1077"/>
                      <a:pt x="353" y="1128"/>
                      <a:pt x="448" y="1128"/>
                    </a:cubicBezTo>
                    <a:cubicBezTo>
                      <a:pt x="712" y="1092"/>
                      <a:pt x="976" y="1026"/>
                      <a:pt x="1218" y="923"/>
                    </a:cubicBezTo>
                    <a:cubicBezTo>
                      <a:pt x="1321" y="886"/>
                      <a:pt x="1372" y="784"/>
                      <a:pt x="1343" y="681"/>
                    </a:cubicBezTo>
                    <a:cubicBezTo>
                      <a:pt x="1283" y="428"/>
                      <a:pt x="1114" y="0"/>
                      <a:pt x="6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54"/>
              <p:cNvSpPr/>
              <p:nvPr/>
            </p:nvSpPr>
            <p:spPr>
              <a:xfrm>
                <a:off x="1873100" y="2978450"/>
                <a:ext cx="35050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141" extrusionOk="0">
                    <a:moveTo>
                      <a:pt x="689" y="1"/>
                    </a:moveTo>
                    <a:cubicBezTo>
                      <a:pt x="294" y="1"/>
                      <a:pt x="108" y="400"/>
                      <a:pt x="30" y="639"/>
                    </a:cubicBezTo>
                    <a:cubicBezTo>
                      <a:pt x="1" y="742"/>
                      <a:pt x="45" y="844"/>
                      <a:pt x="140" y="888"/>
                    </a:cubicBezTo>
                    <a:cubicBezTo>
                      <a:pt x="382" y="1006"/>
                      <a:pt x="639" y="1094"/>
                      <a:pt x="903" y="1138"/>
                    </a:cubicBezTo>
                    <a:cubicBezTo>
                      <a:pt x="913" y="1139"/>
                      <a:pt x="924" y="1140"/>
                      <a:pt x="935" y="1140"/>
                    </a:cubicBezTo>
                    <a:cubicBezTo>
                      <a:pt x="1017" y="1140"/>
                      <a:pt x="1090" y="1091"/>
                      <a:pt x="1123" y="1013"/>
                    </a:cubicBezTo>
                    <a:cubicBezTo>
                      <a:pt x="1233" y="742"/>
                      <a:pt x="1401" y="163"/>
                      <a:pt x="859" y="23"/>
                    </a:cubicBezTo>
                    <a:cubicBezTo>
                      <a:pt x="798" y="8"/>
                      <a:pt x="742" y="1"/>
                      <a:pt x="6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54"/>
              <p:cNvSpPr/>
              <p:nvPr/>
            </p:nvSpPr>
            <p:spPr>
              <a:xfrm>
                <a:off x="1846175" y="3058725"/>
                <a:ext cx="2585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949" extrusionOk="0">
                    <a:moveTo>
                      <a:pt x="478" y="1"/>
                    </a:moveTo>
                    <a:cubicBezTo>
                      <a:pt x="126" y="1"/>
                      <a:pt x="35" y="428"/>
                      <a:pt x="15" y="639"/>
                    </a:cubicBezTo>
                    <a:cubicBezTo>
                      <a:pt x="0" y="720"/>
                      <a:pt x="44" y="793"/>
                      <a:pt x="125" y="823"/>
                    </a:cubicBezTo>
                    <a:cubicBezTo>
                      <a:pt x="337" y="896"/>
                      <a:pt x="557" y="933"/>
                      <a:pt x="777" y="947"/>
                    </a:cubicBezTo>
                    <a:cubicBezTo>
                      <a:pt x="782" y="948"/>
                      <a:pt x="787" y="948"/>
                      <a:pt x="792" y="948"/>
                    </a:cubicBezTo>
                    <a:cubicBezTo>
                      <a:pt x="874" y="948"/>
                      <a:pt x="947" y="891"/>
                      <a:pt x="961" y="808"/>
                    </a:cubicBezTo>
                    <a:cubicBezTo>
                      <a:pt x="1012" y="566"/>
                      <a:pt x="1034" y="126"/>
                      <a:pt x="601" y="16"/>
                    </a:cubicBezTo>
                    <a:cubicBezTo>
                      <a:pt x="557" y="6"/>
                      <a:pt x="516" y="1"/>
                      <a:pt x="4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54"/>
              <p:cNvSpPr/>
              <p:nvPr/>
            </p:nvSpPr>
            <p:spPr>
              <a:xfrm>
                <a:off x="1840125" y="2972950"/>
                <a:ext cx="2475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990" h="912" extrusionOk="0">
                    <a:moveTo>
                      <a:pt x="549" y="0"/>
                    </a:moveTo>
                    <a:cubicBezTo>
                      <a:pt x="520" y="0"/>
                      <a:pt x="488" y="3"/>
                      <a:pt x="455" y="9"/>
                    </a:cubicBezTo>
                    <a:cubicBezTo>
                      <a:pt x="15" y="75"/>
                      <a:pt x="0" y="522"/>
                      <a:pt x="22" y="757"/>
                    </a:cubicBezTo>
                    <a:cubicBezTo>
                      <a:pt x="37" y="844"/>
                      <a:pt x="110" y="910"/>
                      <a:pt x="191" y="910"/>
                    </a:cubicBezTo>
                    <a:cubicBezTo>
                      <a:pt x="219" y="911"/>
                      <a:pt x="248" y="912"/>
                      <a:pt x="276" y="912"/>
                    </a:cubicBezTo>
                    <a:cubicBezTo>
                      <a:pt x="475" y="912"/>
                      <a:pt x="673" y="889"/>
                      <a:pt x="865" y="844"/>
                    </a:cubicBezTo>
                    <a:cubicBezTo>
                      <a:pt x="939" y="823"/>
                      <a:pt x="990" y="757"/>
                      <a:pt x="983" y="676"/>
                    </a:cubicBezTo>
                    <a:cubicBezTo>
                      <a:pt x="983" y="451"/>
                      <a:pt x="926" y="0"/>
                      <a:pt x="5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54"/>
              <p:cNvSpPr/>
              <p:nvPr/>
            </p:nvSpPr>
            <p:spPr>
              <a:xfrm>
                <a:off x="2175725" y="2875725"/>
                <a:ext cx="137875" cy="96400"/>
              </a:xfrm>
              <a:custGeom>
                <a:avLst/>
                <a:gdLst/>
                <a:ahLst/>
                <a:cxnLst/>
                <a:rect l="l" t="t" r="r" b="b"/>
                <a:pathLst>
                  <a:path w="5515" h="3856" extrusionOk="0">
                    <a:moveTo>
                      <a:pt x="3253" y="1"/>
                    </a:moveTo>
                    <a:cubicBezTo>
                      <a:pt x="2996" y="1"/>
                      <a:pt x="2722" y="27"/>
                      <a:pt x="2435" y="78"/>
                    </a:cubicBezTo>
                    <a:cubicBezTo>
                      <a:pt x="939" y="349"/>
                      <a:pt x="1" y="1112"/>
                      <a:pt x="228" y="2365"/>
                    </a:cubicBezTo>
                    <a:cubicBezTo>
                      <a:pt x="406" y="3383"/>
                      <a:pt x="1252" y="3855"/>
                      <a:pt x="2365" y="3855"/>
                    </a:cubicBezTo>
                    <a:cubicBezTo>
                      <a:pt x="2622" y="3855"/>
                      <a:pt x="2894" y="3830"/>
                      <a:pt x="3175" y="3780"/>
                    </a:cubicBezTo>
                    <a:cubicBezTo>
                      <a:pt x="4664" y="3516"/>
                      <a:pt x="5514" y="2717"/>
                      <a:pt x="5287" y="1471"/>
                    </a:cubicBezTo>
                    <a:cubicBezTo>
                      <a:pt x="5109" y="459"/>
                      <a:pt x="4330" y="1"/>
                      <a:pt x="32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54"/>
              <p:cNvSpPr/>
              <p:nvPr/>
            </p:nvSpPr>
            <p:spPr>
              <a:xfrm>
                <a:off x="2186900" y="2879300"/>
                <a:ext cx="126500" cy="92800"/>
              </a:xfrm>
              <a:custGeom>
                <a:avLst/>
                <a:gdLst/>
                <a:ahLst/>
                <a:cxnLst/>
                <a:rect l="l" t="t" r="r" b="b"/>
                <a:pathLst>
                  <a:path w="5060" h="3712" extrusionOk="0">
                    <a:moveTo>
                      <a:pt x="3733" y="1"/>
                    </a:moveTo>
                    <a:lnTo>
                      <a:pt x="3733" y="1"/>
                    </a:lnTo>
                    <a:cubicBezTo>
                      <a:pt x="3835" y="191"/>
                      <a:pt x="3909" y="397"/>
                      <a:pt x="3945" y="617"/>
                    </a:cubicBezTo>
                    <a:cubicBezTo>
                      <a:pt x="4165" y="1870"/>
                      <a:pt x="3322" y="2662"/>
                      <a:pt x="1834" y="2926"/>
                    </a:cubicBezTo>
                    <a:cubicBezTo>
                      <a:pt x="1552" y="2977"/>
                      <a:pt x="1281" y="3002"/>
                      <a:pt x="1024" y="3002"/>
                    </a:cubicBezTo>
                    <a:cubicBezTo>
                      <a:pt x="647" y="3002"/>
                      <a:pt x="302" y="2947"/>
                      <a:pt x="1" y="2838"/>
                    </a:cubicBezTo>
                    <a:lnTo>
                      <a:pt x="1" y="2838"/>
                    </a:lnTo>
                    <a:cubicBezTo>
                      <a:pt x="357" y="3431"/>
                      <a:pt x="1061" y="3711"/>
                      <a:pt x="1918" y="3711"/>
                    </a:cubicBezTo>
                    <a:cubicBezTo>
                      <a:pt x="2174" y="3711"/>
                      <a:pt x="2443" y="3686"/>
                      <a:pt x="2721" y="3637"/>
                    </a:cubicBezTo>
                    <a:cubicBezTo>
                      <a:pt x="4217" y="3373"/>
                      <a:pt x="5060" y="2574"/>
                      <a:pt x="4840" y="1328"/>
                    </a:cubicBezTo>
                    <a:cubicBezTo>
                      <a:pt x="4722" y="631"/>
                      <a:pt x="4319" y="206"/>
                      <a:pt x="37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54"/>
              <p:cNvSpPr/>
              <p:nvPr/>
            </p:nvSpPr>
            <p:spPr>
              <a:xfrm>
                <a:off x="2207075" y="2852950"/>
                <a:ext cx="572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288" h="1444" extrusionOk="0">
                    <a:moveTo>
                      <a:pt x="1098" y="1"/>
                    </a:moveTo>
                    <a:cubicBezTo>
                      <a:pt x="1085" y="1"/>
                      <a:pt x="1071" y="3"/>
                      <a:pt x="1056" y="6"/>
                    </a:cubicBezTo>
                    <a:cubicBezTo>
                      <a:pt x="689" y="109"/>
                      <a:pt x="1056" y="1055"/>
                      <a:pt x="1056" y="1055"/>
                    </a:cubicBezTo>
                    <a:cubicBezTo>
                      <a:pt x="1056" y="1055"/>
                      <a:pt x="662" y="548"/>
                      <a:pt x="387" y="548"/>
                    </a:cubicBezTo>
                    <a:cubicBezTo>
                      <a:pt x="333" y="548"/>
                      <a:pt x="283" y="568"/>
                      <a:pt x="242" y="615"/>
                    </a:cubicBezTo>
                    <a:cubicBezTo>
                      <a:pt x="0" y="908"/>
                      <a:pt x="1181" y="1443"/>
                      <a:pt x="1181" y="1443"/>
                    </a:cubicBezTo>
                    <a:lnTo>
                      <a:pt x="1393" y="1245"/>
                    </a:lnTo>
                    <a:cubicBezTo>
                      <a:pt x="1393" y="1245"/>
                      <a:pt x="2288" y="520"/>
                      <a:pt x="1929" y="263"/>
                    </a:cubicBezTo>
                    <a:cubicBezTo>
                      <a:pt x="1889" y="235"/>
                      <a:pt x="1851" y="222"/>
                      <a:pt x="1813" y="222"/>
                    </a:cubicBezTo>
                    <a:cubicBezTo>
                      <a:pt x="1508" y="222"/>
                      <a:pt x="1276" y="1047"/>
                      <a:pt x="1276" y="1047"/>
                    </a:cubicBezTo>
                    <a:cubicBezTo>
                      <a:pt x="1276" y="1047"/>
                      <a:pt x="1411" y="1"/>
                      <a:pt x="10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54"/>
              <p:cNvSpPr/>
              <p:nvPr/>
            </p:nvSpPr>
            <p:spPr>
              <a:xfrm>
                <a:off x="2060425" y="2912875"/>
                <a:ext cx="153450" cy="106175"/>
              </a:xfrm>
              <a:custGeom>
                <a:avLst/>
                <a:gdLst/>
                <a:ahLst/>
                <a:cxnLst/>
                <a:rect l="l" t="t" r="r" b="b"/>
                <a:pathLst>
                  <a:path w="6138" h="4247" extrusionOk="0">
                    <a:moveTo>
                      <a:pt x="2031" y="1"/>
                    </a:moveTo>
                    <a:cubicBezTo>
                      <a:pt x="1122" y="1"/>
                      <a:pt x="490" y="324"/>
                      <a:pt x="294" y="1283"/>
                    </a:cubicBezTo>
                    <a:cubicBezTo>
                      <a:pt x="1" y="2683"/>
                      <a:pt x="976" y="3783"/>
                      <a:pt x="2633" y="4120"/>
                    </a:cubicBezTo>
                    <a:cubicBezTo>
                      <a:pt x="3027" y="4202"/>
                      <a:pt x="3399" y="4246"/>
                      <a:pt x="3742" y="4246"/>
                    </a:cubicBezTo>
                    <a:cubicBezTo>
                      <a:pt x="4836" y="4246"/>
                      <a:pt x="5628" y="3800"/>
                      <a:pt x="5852" y="2734"/>
                    </a:cubicBezTo>
                    <a:cubicBezTo>
                      <a:pt x="6138" y="1334"/>
                      <a:pt x="5104" y="520"/>
                      <a:pt x="3447" y="175"/>
                    </a:cubicBezTo>
                    <a:cubicBezTo>
                      <a:pt x="2927" y="69"/>
                      <a:pt x="2450" y="1"/>
                      <a:pt x="20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54"/>
              <p:cNvSpPr/>
              <p:nvPr/>
            </p:nvSpPr>
            <p:spPr>
              <a:xfrm>
                <a:off x="2071075" y="2930075"/>
                <a:ext cx="140425" cy="88975"/>
              </a:xfrm>
              <a:custGeom>
                <a:avLst/>
                <a:gdLst/>
                <a:ahLst/>
                <a:cxnLst/>
                <a:rect l="l" t="t" r="r" b="b"/>
                <a:pathLst>
                  <a:path w="5617" h="3559" extrusionOk="0">
                    <a:moveTo>
                      <a:pt x="4451" y="1"/>
                    </a:moveTo>
                    <a:cubicBezTo>
                      <a:pt x="4560" y="331"/>
                      <a:pt x="4582" y="690"/>
                      <a:pt x="4502" y="1034"/>
                    </a:cubicBezTo>
                    <a:cubicBezTo>
                      <a:pt x="4279" y="2101"/>
                      <a:pt x="3490" y="2546"/>
                      <a:pt x="2395" y="2546"/>
                    </a:cubicBezTo>
                    <a:cubicBezTo>
                      <a:pt x="2052" y="2546"/>
                      <a:pt x="1679" y="2502"/>
                      <a:pt x="1283" y="2420"/>
                    </a:cubicBezTo>
                    <a:cubicBezTo>
                      <a:pt x="829" y="2332"/>
                      <a:pt x="396" y="2164"/>
                      <a:pt x="0" y="1922"/>
                    </a:cubicBezTo>
                    <a:lnTo>
                      <a:pt x="0" y="1922"/>
                    </a:lnTo>
                    <a:cubicBezTo>
                      <a:pt x="337" y="2662"/>
                      <a:pt x="1129" y="3205"/>
                      <a:pt x="2207" y="3432"/>
                    </a:cubicBezTo>
                    <a:cubicBezTo>
                      <a:pt x="2601" y="3514"/>
                      <a:pt x="2973" y="3558"/>
                      <a:pt x="3316" y="3558"/>
                    </a:cubicBezTo>
                    <a:cubicBezTo>
                      <a:pt x="4410" y="3558"/>
                      <a:pt x="5202" y="3112"/>
                      <a:pt x="5426" y="2046"/>
                    </a:cubicBezTo>
                    <a:cubicBezTo>
                      <a:pt x="5616" y="1115"/>
                      <a:pt x="5220" y="448"/>
                      <a:pt x="44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54"/>
              <p:cNvSpPr/>
              <p:nvPr/>
            </p:nvSpPr>
            <p:spPr>
              <a:xfrm>
                <a:off x="2116900" y="2892375"/>
                <a:ext cx="57925" cy="46325"/>
              </a:xfrm>
              <a:custGeom>
                <a:avLst/>
                <a:gdLst/>
                <a:ahLst/>
                <a:cxnLst/>
                <a:rect l="l" t="t" r="r" b="b"/>
                <a:pathLst>
                  <a:path w="2317" h="1853" extrusionOk="0">
                    <a:moveTo>
                      <a:pt x="602" y="1"/>
                    </a:moveTo>
                    <a:cubicBezTo>
                      <a:pt x="583" y="1"/>
                      <a:pt x="563" y="2"/>
                      <a:pt x="543" y="6"/>
                    </a:cubicBezTo>
                    <a:cubicBezTo>
                      <a:pt x="66" y="79"/>
                      <a:pt x="873" y="907"/>
                      <a:pt x="873" y="907"/>
                    </a:cubicBezTo>
                    <a:cubicBezTo>
                      <a:pt x="873" y="907"/>
                      <a:pt x="0" y="1135"/>
                      <a:pt x="315" y="1501"/>
                    </a:cubicBezTo>
                    <a:cubicBezTo>
                      <a:pt x="381" y="1576"/>
                      <a:pt x="450" y="1606"/>
                      <a:pt x="517" y="1606"/>
                    </a:cubicBezTo>
                    <a:cubicBezTo>
                      <a:pt x="773" y="1606"/>
                      <a:pt x="1012" y="1179"/>
                      <a:pt x="1012" y="1179"/>
                    </a:cubicBezTo>
                    <a:cubicBezTo>
                      <a:pt x="1012" y="1179"/>
                      <a:pt x="1370" y="1852"/>
                      <a:pt x="1689" y="1852"/>
                    </a:cubicBezTo>
                    <a:cubicBezTo>
                      <a:pt x="1720" y="1852"/>
                      <a:pt x="1751" y="1846"/>
                      <a:pt x="1782" y="1831"/>
                    </a:cubicBezTo>
                    <a:cubicBezTo>
                      <a:pt x="2126" y="1663"/>
                      <a:pt x="1312" y="1113"/>
                      <a:pt x="1312" y="1113"/>
                    </a:cubicBezTo>
                    <a:cubicBezTo>
                      <a:pt x="1312" y="1113"/>
                      <a:pt x="2317" y="849"/>
                      <a:pt x="2046" y="409"/>
                    </a:cubicBezTo>
                    <a:cubicBezTo>
                      <a:pt x="1987" y="309"/>
                      <a:pt x="1909" y="270"/>
                      <a:pt x="1824" y="270"/>
                    </a:cubicBezTo>
                    <a:cubicBezTo>
                      <a:pt x="1528" y="270"/>
                      <a:pt x="1144" y="739"/>
                      <a:pt x="1144" y="739"/>
                    </a:cubicBezTo>
                    <a:cubicBezTo>
                      <a:pt x="1144" y="739"/>
                      <a:pt x="1023" y="1"/>
                      <a:pt x="6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54"/>
              <p:cNvSpPr/>
              <p:nvPr/>
            </p:nvSpPr>
            <p:spPr>
              <a:xfrm>
                <a:off x="2182150" y="2965275"/>
                <a:ext cx="154350" cy="78725"/>
              </a:xfrm>
              <a:custGeom>
                <a:avLst/>
                <a:gdLst/>
                <a:ahLst/>
                <a:cxnLst/>
                <a:rect l="l" t="t" r="r" b="b"/>
                <a:pathLst>
                  <a:path w="6174" h="3149" extrusionOk="0">
                    <a:moveTo>
                      <a:pt x="5741" y="0"/>
                    </a:moveTo>
                    <a:lnTo>
                      <a:pt x="0" y="976"/>
                    </a:lnTo>
                    <a:cubicBezTo>
                      <a:pt x="0" y="976"/>
                      <a:pt x="509" y="3149"/>
                      <a:pt x="3051" y="3149"/>
                    </a:cubicBezTo>
                    <a:cubicBezTo>
                      <a:pt x="3150" y="3149"/>
                      <a:pt x="3253" y="3145"/>
                      <a:pt x="3358" y="3138"/>
                    </a:cubicBezTo>
                    <a:cubicBezTo>
                      <a:pt x="6173" y="2948"/>
                      <a:pt x="5741" y="1"/>
                      <a:pt x="57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54"/>
              <p:cNvSpPr/>
              <p:nvPr/>
            </p:nvSpPr>
            <p:spPr>
              <a:xfrm>
                <a:off x="2182150" y="2965275"/>
                <a:ext cx="154350" cy="78725"/>
              </a:xfrm>
              <a:custGeom>
                <a:avLst/>
                <a:gdLst/>
                <a:ahLst/>
                <a:cxnLst/>
                <a:rect l="l" t="t" r="r" b="b"/>
                <a:pathLst>
                  <a:path w="6174" h="3149" extrusionOk="0">
                    <a:moveTo>
                      <a:pt x="5748" y="0"/>
                    </a:moveTo>
                    <a:lnTo>
                      <a:pt x="5330" y="66"/>
                    </a:lnTo>
                    <a:cubicBezTo>
                      <a:pt x="5250" y="954"/>
                      <a:pt x="4846" y="2303"/>
                      <a:pt x="3116" y="2427"/>
                    </a:cubicBezTo>
                    <a:cubicBezTo>
                      <a:pt x="3014" y="2435"/>
                      <a:pt x="2915" y="2438"/>
                      <a:pt x="2820" y="2438"/>
                    </a:cubicBezTo>
                    <a:cubicBezTo>
                      <a:pt x="1333" y="2438"/>
                      <a:pt x="594" y="1565"/>
                      <a:pt x="257" y="932"/>
                    </a:cubicBezTo>
                    <a:lnTo>
                      <a:pt x="0" y="976"/>
                    </a:lnTo>
                    <a:cubicBezTo>
                      <a:pt x="0" y="976"/>
                      <a:pt x="509" y="3149"/>
                      <a:pt x="3051" y="3149"/>
                    </a:cubicBezTo>
                    <a:cubicBezTo>
                      <a:pt x="3150" y="3149"/>
                      <a:pt x="3253" y="3145"/>
                      <a:pt x="3358" y="3138"/>
                    </a:cubicBezTo>
                    <a:cubicBezTo>
                      <a:pt x="6173" y="2948"/>
                      <a:pt x="5748" y="1"/>
                      <a:pt x="57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54"/>
              <p:cNvSpPr/>
              <p:nvPr/>
            </p:nvSpPr>
            <p:spPr>
              <a:xfrm>
                <a:off x="2214225" y="2971150"/>
                <a:ext cx="76625" cy="31250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250" extrusionOk="0">
                    <a:moveTo>
                      <a:pt x="3065" y="0"/>
                    </a:moveTo>
                    <a:lnTo>
                      <a:pt x="0" y="521"/>
                    </a:lnTo>
                    <a:cubicBezTo>
                      <a:pt x="249" y="812"/>
                      <a:pt x="735" y="1249"/>
                      <a:pt x="1415" y="1249"/>
                    </a:cubicBezTo>
                    <a:cubicBezTo>
                      <a:pt x="1556" y="1249"/>
                      <a:pt x="1705" y="1231"/>
                      <a:pt x="1863" y="1188"/>
                    </a:cubicBezTo>
                    <a:cubicBezTo>
                      <a:pt x="2456" y="1041"/>
                      <a:pt x="2918" y="587"/>
                      <a:pt x="30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54"/>
              <p:cNvSpPr/>
              <p:nvPr/>
            </p:nvSpPr>
            <p:spPr>
              <a:xfrm>
                <a:off x="2199750" y="2973000"/>
                <a:ext cx="111075" cy="48575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1943" extrusionOk="0">
                    <a:moveTo>
                      <a:pt x="4276" y="0"/>
                    </a:moveTo>
                    <a:cubicBezTo>
                      <a:pt x="4090" y="0"/>
                      <a:pt x="3783" y="241"/>
                      <a:pt x="3783" y="241"/>
                    </a:cubicBezTo>
                    <a:cubicBezTo>
                      <a:pt x="3783" y="241"/>
                      <a:pt x="3966" y="282"/>
                      <a:pt x="4134" y="282"/>
                    </a:cubicBezTo>
                    <a:cubicBezTo>
                      <a:pt x="4295" y="282"/>
                      <a:pt x="4442" y="245"/>
                      <a:pt x="4406" y="102"/>
                    </a:cubicBezTo>
                    <a:cubicBezTo>
                      <a:pt x="4388" y="28"/>
                      <a:pt x="4339" y="0"/>
                      <a:pt x="4276" y="0"/>
                    </a:cubicBezTo>
                    <a:close/>
                    <a:moveTo>
                      <a:pt x="3591" y="717"/>
                    </a:moveTo>
                    <a:cubicBezTo>
                      <a:pt x="3569" y="717"/>
                      <a:pt x="3556" y="718"/>
                      <a:pt x="3556" y="718"/>
                    </a:cubicBezTo>
                    <a:cubicBezTo>
                      <a:pt x="3556" y="718"/>
                      <a:pt x="3851" y="1055"/>
                      <a:pt x="4032" y="1055"/>
                    </a:cubicBezTo>
                    <a:cubicBezTo>
                      <a:pt x="4079" y="1055"/>
                      <a:pt x="4118" y="1032"/>
                      <a:pt x="4142" y="974"/>
                    </a:cubicBezTo>
                    <a:cubicBezTo>
                      <a:pt x="4237" y="734"/>
                      <a:pt x="3731" y="717"/>
                      <a:pt x="3591" y="717"/>
                    </a:cubicBezTo>
                    <a:close/>
                    <a:moveTo>
                      <a:pt x="711" y="821"/>
                    </a:moveTo>
                    <a:cubicBezTo>
                      <a:pt x="711" y="821"/>
                      <a:pt x="0" y="894"/>
                      <a:pt x="169" y="1150"/>
                    </a:cubicBezTo>
                    <a:cubicBezTo>
                      <a:pt x="198" y="1196"/>
                      <a:pt x="234" y="1215"/>
                      <a:pt x="273" y="1215"/>
                    </a:cubicBezTo>
                    <a:cubicBezTo>
                      <a:pt x="455" y="1215"/>
                      <a:pt x="711" y="821"/>
                      <a:pt x="711" y="821"/>
                    </a:cubicBezTo>
                    <a:close/>
                    <a:moveTo>
                      <a:pt x="3123" y="1092"/>
                    </a:moveTo>
                    <a:cubicBezTo>
                      <a:pt x="3123" y="1092"/>
                      <a:pt x="3232" y="1636"/>
                      <a:pt x="3424" y="1636"/>
                    </a:cubicBezTo>
                    <a:cubicBezTo>
                      <a:pt x="3450" y="1636"/>
                      <a:pt x="3476" y="1626"/>
                      <a:pt x="3505" y="1605"/>
                    </a:cubicBezTo>
                    <a:cubicBezTo>
                      <a:pt x="3739" y="1414"/>
                      <a:pt x="3124" y="1092"/>
                      <a:pt x="3123" y="1092"/>
                    </a:cubicBezTo>
                    <a:close/>
                    <a:moveTo>
                      <a:pt x="1202" y="1172"/>
                    </a:moveTo>
                    <a:cubicBezTo>
                      <a:pt x="1202" y="1173"/>
                      <a:pt x="623" y="1583"/>
                      <a:pt x="887" y="1722"/>
                    </a:cubicBezTo>
                    <a:cubicBezTo>
                      <a:pt x="912" y="1735"/>
                      <a:pt x="935" y="1741"/>
                      <a:pt x="956" y="1741"/>
                    </a:cubicBezTo>
                    <a:cubicBezTo>
                      <a:pt x="1166" y="1741"/>
                      <a:pt x="1202" y="1173"/>
                      <a:pt x="1202" y="1172"/>
                    </a:cubicBezTo>
                    <a:close/>
                    <a:moveTo>
                      <a:pt x="2493" y="1282"/>
                    </a:moveTo>
                    <a:cubicBezTo>
                      <a:pt x="2493" y="1283"/>
                      <a:pt x="2355" y="1905"/>
                      <a:pt x="2588" y="1905"/>
                    </a:cubicBezTo>
                    <a:cubicBezTo>
                      <a:pt x="2601" y="1905"/>
                      <a:pt x="2616" y="1903"/>
                      <a:pt x="2632" y="1898"/>
                    </a:cubicBezTo>
                    <a:cubicBezTo>
                      <a:pt x="2925" y="1825"/>
                      <a:pt x="2493" y="1283"/>
                      <a:pt x="2493" y="1282"/>
                    </a:cubicBezTo>
                    <a:close/>
                    <a:moveTo>
                      <a:pt x="1892" y="1326"/>
                    </a:moveTo>
                    <a:cubicBezTo>
                      <a:pt x="1892" y="1327"/>
                      <a:pt x="1408" y="1847"/>
                      <a:pt x="1694" y="1935"/>
                    </a:cubicBezTo>
                    <a:cubicBezTo>
                      <a:pt x="1711" y="1940"/>
                      <a:pt x="1726" y="1943"/>
                      <a:pt x="1741" y="1943"/>
                    </a:cubicBezTo>
                    <a:cubicBezTo>
                      <a:pt x="1969" y="1943"/>
                      <a:pt x="1892" y="1327"/>
                      <a:pt x="1892" y="132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54"/>
              <p:cNvSpPr/>
              <p:nvPr/>
            </p:nvSpPr>
            <p:spPr>
              <a:xfrm>
                <a:off x="1922050" y="2888100"/>
                <a:ext cx="133825" cy="130100"/>
              </a:xfrm>
              <a:custGeom>
                <a:avLst/>
                <a:gdLst/>
                <a:ahLst/>
                <a:cxnLst/>
                <a:rect l="l" t="t" r="r" b="b"/>
                <a:pathLst>
                  <a:path w="5353" h="5204" extrusionOk="0">
                    <a:moveTo>
                      <a:pt x="2515" y="1"/>
                    </a:moveTo>
                    <a:lnTo>
                      <a:pt x="1276" y="294"/>
                    </a:lnTo>
                    <a:cubicBezTo>
                      <a:pt x="1709" y="2633"/>
                      <a:pt x="756" y="2244"/>
                      <a:pt x="242" y="3571"/>
                    </a:cubicBezTo>
                    <a:cubicBezTo>
                      <a:pt x="0" y="4195"/>
                      <a:pt x="426" y="4876"/>
                      <a:pt x="1195" y="5067"/>
                    </a:cubicBezTo>
                    <a:cubicBezTo>
                      <a:pt x="1562" y="5159"/>
                      <a:pt x="1922" y="5203"/>
                      <a:pt x="2275" y="5203"/>
                    </a:cubicBezTo>
                    <a:cubicBezTo>
                      <a:pt x="3051" y="5203"/>
                      <a:pt x="3794" y="4989"/>
                      <a:pt x="4509" y="4590"/>
                    </a:cubicBezTo>
                    <a:cubicBezTo>
                      <a:pt x="5331" y="4121"/>
                      <a:pt x="5353" y="3139"/>
                      <a:pt x="4561" y="2647"/>
                    </a:cubicBezTo>
                    <a:cubicBezTo>
                      <a:pt x="3124" y="1760"/>
                      <a:pt x="2926" y="1240"/>
                      <a:pt x="25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54"/>
              <p:cNvSpPr/>
              <p:nvPr/>
            </p:nvSpPr>
            <p:spPr>
              <a:xfrm>
                <a:off x="1939825" y="2888100"/>
                <a:ext cx="116225" cy="130000"/>
              </a:xfrm>
              <a:custGeom>
                <a:avLst/>
                <a:gdLst/>
                <a:ahLst/>
                <a:cxnLst/>
                <a:rect l="l" t="t" r="r" b="b"/>
                <a:pathLst>
                  <a:path w="4649" h="5200" extrusionOk="0">
                    <a:moveTo>
                      <a:pt x="1584" y="507"/>
                    </a:moveTo>
                    <a:cubicBezTo>
                      <a:pt x="1790" y="1350"/>
                      <a:pt x="2083" y="1863"/>
                      <a:pt x="3139" y="2721"/>
                    </a:cubicBezTo>
                    <a:cubicBezTo>
                      <a:pt x="3864" y="3307"/>
                      <a:pt x="3718" y="4275"/>
                      <a:pt x="2845" y="4634"/>
                    </a:cubicBezTo>
                    <a:cubicBezTo>
                      <a:pt x="2735" y="4678"/>
                      <a:pt x="2633" y="4715"/>
                      <a:pt x="2523" y="4752"/>
                    </a:cubicBezTo>
                    <a:cubicBezTo>
                      <a:pt x="2735" y="4282"/>
                      <a:pt x="2787" y="3755"/>
                      <a:pt x="2669" y="3249"/>
                    </a:cubicBezTo>
                    <a:cubicBezTo>
                      <a:pt x="2618" y="3051"/>
                      <a:pt x="2530" y="2853"/>
                      <a:pt x="2420" y="2677"/>
                    </a:cubicBezTo>
                    <a:cubicBezTo>
                      <a:pt x="2281" y="2501"/>
                      <a:pt x="2134" y="2332"/>
                      <a:pt x="1965" y="2178"/>
                    </a:cubicBezTo>
                    <a:cubicBezTo>
                      <a:pt x="1804" y="2024"/>
                      <a:pt x="1680" y="1834"/>
                      <a:pt x="1599" y="1628"/>
                    </a:cubicBezTo>
                    <a:cubicBezTo>
                      <a:pt x="1526" y="1416"/>
                      <a:pt x="1496" y="1188"/>
                      <a:pt x="1511" y="969"/>
                    </a:cubicBezTo>
                    <a:cubicBezTo>
                      <a:pt x="1518" y="815"/>
                      <a:pt x="1540" y="661"/>
                      <a:pt x="1584" y="507"/>
                    </a:cubicBezTo>
                    <a:close/>
                    <a:moveTo>
                      <a:pt x="1804" y="1"/>
                    </a:moveTo>
                    <a:lnTo>
                      <a:pt x="1702" y="23"/>
                    </a:lnTo>
                    <a:lnTo>
                      <a:pt x="1665" y="37"/>
                    </a:lnTo>
                    <a:lnTo>
                      <a:pt x="1489" y="74"/>
                    </a:lnTo>
                    <a:cubicBezTo>
                      <a:pt x="1504" y="177"/>
                      <a:pt x="1526" y="272"/>
                      <a:pt x="1548" y="360"/>
                    </a:cubicBezTo>
                    <a:cubicBezTo>
                      <a:pt x="1511" y="485"/>
                      <a:pt x="1474" y="617"/>
                      <a:pt x="1452" y="749"/>
                    </a:cubicBezTo>
                    <a:cubicBezTo>
                      <a:pt x="1394" y="1174"/>
                      <a:pt x="1445" y="1636"/>
                      <a:pt x="1709" y="1995"/>
                    </a:cubicBezTo>
                    <a:cubicBezTo>
                      <a:pt x="1848" y="2164"/>
                      <a:pt x="2002" y="2325"/>
                      <a:pt x="2163" y="2479"/>
                    </a:cubicBezTo>
                    <a:cubicBezTo>
                      <a:pt x="2317" y="2640"/>
                      <a:pt x="2435" y="2823"/>
                      <a:pt x="2523" y="3029"/>
                    </a:cubicBezTo>
                    <a:cubicBezTo>
                      <a:pt x="2677" y="3439"/>
                      <a:pt x="2699" y="3879"/>
                      <a:pt x="2596" y="4304"/>
                    </a:cubicBezTo>
                    <a:cubicBezTo>
                      <a:pt x="2559" y="4466"/>
                      <a:pt x="2508" y="4627"/>
                      <a:pt x="2435" y="4774"/>
                    </a:cubicBezTo>
                    <a:cubicBezTo>
                      <a:pt x="2002" y="4913"/>
                      <a:pt x="1548" y="4986"/>
                      <a:pt x="1093" y="4994"/>
                    </a:cubicBezTo>
                    <a:cubicBezTo>
                      <a:pt x="814" y="4642"/>
                      <a:pt x="668" y="4217"/>
                      <a:pt x="668" y="3769"/>
                    </a:cubicBezTo>
                    <a:cubicBezTo>
                      <a:pt x="668" y="3256"/>
                      <a:pt x="910" y="2801"/>
                      <a:pt x="1071" y="2318"/>
                    </a:cubicBezTo>
                    <a:cubicBezTo>
                      <a:pt x="1159" y="2090"/>
                      <a:pt x="1196" y="1848"/>
                      <a:pt x="1188" y="1606"/>
                    </a:cubicBezTo>
                    <a:cubicBezTo>
                      <a:pt x="1174" y="1379"/>
                      <a:pt x="1108" y="1166"/>
                      <a:pt x="1005" y="969"/>
                    </a:cubicBezTo>
                    <a:cubicBezTo>
                      <a:pt x="888" y="734"/>
                      <a:pt x="734" y="514"/>
                      <a:pt x="594" y="287"/>
                    </a:cubicBezTo>
                    <a:lnTo>
                      <a:pt x="565" y="294"/>
                    </a:lnTo>
                    <a:cubicBezTo>
                      <a:pt x="572" y="338"/>
                      <a:pt x="580" y="375"/>
                      <a:pt x="587" y="411"/>
                    </a:cubicBezTo>
                    <a:cubicBezTo>
                      <a:pt x="675" y="565"/>
                      <a:pt x="778" y="712"/>
                      <a:pt x="866" y="866"/>
                    </a:cubicBezTo>
                    <a:cubicBezTo>
                      <a:pt x="983" y="1049"/>
                      <a:pt x="1064" y="1262"/>
                      <a:pt x="1108" y="1482"/>
                    </a:cubicBezTo>
                    <a:cubicBezTo>
                      <a:pt x="1137" y="1738"/>
                      <a:pt x="1108" y="1995"/>
                      <a:pt x="1027" y="2237"/>
                    </a:cubicBezTo>
                    <a:cubicBezTo>
                      <a:pt x="873" y="2728"/>
                      <a:pt x="616" y="3183"/>
                      <a:pt x="602" y="3703"/>
                    </a:cubicBezTo>
                    <a:cubicBezTo>
                      <a:pt x="587" y="4165"/>
                      <a:pt x="726" y="4620"/>
                      <a:pt x="1005" y="4994"/>
                    </a:cubicBezTo>
                    <a:cubicBezTo>
                      <a:pt x="668" y="4986"/>
                      <a:pt x="331" y="4935"/>
                      <a:pt x="1" y="4854"/>
                    </a:cubicBezTo>
                    <a:lnTo>
                      <a:pt x="1" y="4854"/>
                    </a:lnTo>
                    <a:cubicBezTo>
                      <a:pt x="147" y="4950"/>
                      <a:pt x="316" y="5023"/>
                      <a:pt x="484" y="5067"/>
                    </a:cubicBezTo>
                    <a:cubicBezTo>
                      <a:pt x="850" y="5156"/>
                      <a:pt x="1208" y="5200"/>
                      <a:pt x="1560" y="5200"/>
                    </a:cubicBezTo>
                    <a:cubicBezTo>
                      <a:pt x="2337" y="5200"/>
                      <a:pt x="3082" y="4987"/>
                      <a:pt x="3798" y="4583"/>
                    </a:cubicBezTo>
                    <a:cubicBezTo>
                      <a:pt x="4620" y="4121"/>
                      <a:pt x="4649" y="3139"/>
                      <a:pt x="3850" y="2647"/>
                    </a:cubicBezTo>
                    <a:cubicBezTo>
                      <a:pt x="2413" y="1760"/>
                      <a:pt x="2215" y="1240"/>
                      <a:pt x="18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54"/>
              <p:cNvSpPr/>
              <p:nvPr/>
            </p:nvSpPr>
            <p:spPr>
              <a:xfrm>
                <a:off x="1953950" y="2888100"/>
                <a:ext cx="32650" cy="12725"/>
              </a:xfrm>
              <a:custGeom>
                <a:avLst/>
                <a:gdLst/>
                <a:ahLst/>
                <a:cxnLst/>
                <a:rect l="l" t="t" r="r" b="b"/>
                <a:pathLst>
                  <a:path w="1306" h="509" extrusionOk="0">
                    <a:moveTo>
                      <a:pt x="1239" y="1"/>
                    </a:moveTo>
                    <a:lnTo>
                      <a:pt x="0" y="294"/>
                    </a:lnTo>
                    <a:cubicBezTo>
                      <a:pt x="0" y="294"/>
                      <a:pt x="63" y="509"/>
                      <a:pt x="419" y="509"/>
                    </a:cubicBezTo>
                    <a:cubicBezTo>
                      <a:pt x="484" y="509"/>
                      <a:pt x="559" y="502"/>
                      <a:pt x="645" y="485"/>
                    </a:cubicBezTo>
                    <a:cubicBezTo>
                      <a:pt x="1305" y="360"/>
                      <a:pt x="1239" y="1"/>
                      <a:pt x="1239" y="1"/>
                    </a:cubicBezTo>
                    <a:close/>
                  </a:path>
                </a:pathLst>
              </a:custGeom>
              <a:solidFill>
                <a:srgbClr val="A597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54"/>
              <p:cNvSpPr/>
              <p:nvPr/>
            </p:nvSpPr>
            <p:spPr>
              <a:xfrm>
                <a:off x="1999425" y="3017700"/>
                <a:ext cx="9897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3959" h="2466" extrusionOk="0">
                    <a:moveTo>
                      <a:pt x="3152" y="0"/>
                    </a:moveTo>
                    <a:cubicBezTo>
                      <a:pt x="2719" y="726"/>
                      <a:pt x="454" y="1327"/>
                      <a:pt x="234" y="1481"/>
                    </a:cubicBezTo>
                    <a:cubicBezTo>
                      <a:pt x="27" y="1631"/>
                      <a:pt x="1" y="2466"/>
                      <a:pt x="1816" y="2466"/>
                    </a:cubicBezTo>
                    <a:cubicBezTo>
                      <a:pt x="1869" y="2466"/>
                      <a:pt x="1923" y="2465"/>
                      <a:pt x="1979" y="2464"/>
                    </a:cubicBezTo>
                    <a:cubicBezTo>
                      <a:pt x="3959" y="2420"/>
                      <a:pt x="3761" y="264"/>
                      <a:pt x="3761" y="264"/>
                    </a:cubicBezTo>
                    <a:lnTo>
                      <a:pt x="31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54"/>
              <p:cNvSpPr/>
              <p:nvPr/>
            </p:nvSpPr>
            <p:spPr>
              <a:xfrm>
                <a:off x="2000950" y="3020800"/>
                <a:ext cx="97450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3898" h="2342" extrusionOk="0">
                    <a:moveTo>
                      <a:pt x="3370" y="1"/>
                    </a:moveTo>
                    <a:cubicBezTo>
                      <a:pt x="3304" y="639"/>
                      <a:pt x="2988" y="1702"/>
                      <a:pt x="1603" y="1731"/>
                    </a:cubicBezTo>
                    <a:cubicBezTo>
                      <a:pt x="1559" y="1732"/>
                      <a:pt x="1517" y="1732"/>
                      <a:pt x="1475" y="1732"/>
                    </a:cubicBezTo>
                    <a:cubicBezTo>
                      <a:pt x="781" y="1732"/>
                      <a:pt x="356" y="1619"/>
                      <a:pt x="100" y="1467"/>
                    </a:cubicBezTo>
                    <a:lnTo>
                      <a:pt x="100" y="1467"/>
                    </a:lnTo>
                    <a:cubicBezTo>
                      <a:pt x="0" y="1737"/>
                      <a:pt x="217" y="2342"/>
                      <a:pt x="1755" y="2342"/>
                    </a:cubicBezTo>
                    <a:cubicBezTo>
                      <a:pt x="1808" y="2342"/>
                      <a:pt x="1862" y="2341"/>
                      <a:pt x="1918" y="2340"/>
                    </a:cubicBezTo>
                    <a:cubicBezTo>
                      <a:pt x="3898" y="2296"/>
                      <a:pt x="3700" y="140"/>
                      <a:pt x="3700" y="140"/>
                    </a:cubicBezTo>
                    <a:lnTo>
                      <a:pt x="337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54"/>
              <p:cNvSpPr/>
              <p:nvPr/>
            </p:nvSpPr>
            <p:spPr>
              <a:xfrm>
                <a:off x="2076025" y="3017700"/>
                <a:ext cx="174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371" extrusionOk="0">
                    <a:moveTo>
                      <a:pt x="88" y="0"/>
                    </a:moveTo>
                    <a:cubicBezTo>
                      <a:pt x="88" y="0"/>
                      <a:pt x="0" y="286"/>
                      <a:pt x="257" y="352"/>
                    </a:cubicBezTo>
                    <a:cubicBezTo>
                      <a:pt x="300" y="365"/>
                      <a:pt x="345" y="371"/>
                      <a:pt x="389" y="371"/>
                    </a:cubicBezTo>
                    <a:cubicBezTo>
                      <a:pt x="499" y="371"/>
                      <a:pt x="607" y="333"/>
                      <a:pt x="697" y="264"/>
                    </a:cubicBez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A597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54"/>
              <p:cNvSpPr/>
              <p:nvPr/>
            </p:nvSpPr>
            <p:spPr>
              <a:xfrm>
                <a:off x="1885400" y="3023000"/>
                <a:ext cx="73975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042" extrusionOk="0">
                    <a:moveTo>
                      <a:pt x="909" y="1"/>
                    </a:moveTo>
                    <a:lnTo>
                      <a:pt x="433" y="111"/>
                    </a:lnTo>
                    <a:cubicBezTo>
                      <a:pt x="433" y="111"/>
                      <a:pt x="0" y="1665"/>
                      <a:pt x="1444" y="1966"/>
                    </a:cubicBezTo>
                    <a:cubicBezTo>
                      <a:pt x="1705" y="2019"/>
                      <a:pt x="1922" y="2041"/>
                      <a:pt x="2102" y="2041"/>
                    </a:cubicBezTo>
                    <a:cubicBezTo>
                      <a:pt x="2911" y="2041"/>
                      <a:pt x="2959" y="1589"/>
                      <a:pt x="2845" y="1475"/>
                    </a:cubicBezTo>
                    <a:cubicBezTo>
                      <a:pt x="2705" y="1335"/>
                      <a:pt x="1129" y="587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54"/>
              <p:cNvSpPr/>
              <p:nvPr/>
            </p:nvSpPr>
            <p:spPr>
              <a:xfrm>
                <a:off x="1885400" y="3024300"/>
                <a:ext cx="72950" cy="49725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1989" extrusionOk="0">
                    <a:moveTo>
                      <a:pt x="689" y="0"/>
                    </a:moveTo>
                    <a:lnTo>
                      <a:pt x="433" y="59"/>
                    </a:lnTo>
                    <a:cubicBezTo>
                      <a:pt x="433" y="59"/>
                      <a:pt x="0" y="1613"/>
                      <a:pt x="1437" y="1914"/>
                    </a:cubicBezTo>
                    <a:cubicBezTo>
                      <a:pt x="1699" y="1967"/>
                      <a:pt x="1916" y="1989"/>
                      <a:pt x="2096" y="1989"/>
                    </a:cubicBezTo>
                    <a:cubicBezTo>
                      <a:pt x="2765" y="1989"/>
                      <a:pt x="2918" y="1684"/>
                      <a:pt x="2889" y="1511"/>
                    </a:cubicBezTo>
                    <a:lnTo>
                      <a:pt x="2889" y="1511"/>
                    </a:lnTo>
                    <a:cubicBezTo>
                      <a:pt x="2773" y="1557"/>
                      <a:pt x="2618" y="1585"/>
                      <a:pt x="2416" y="1585"/>
                    </a:cubicBezTo>
                    <a:cubicBezTo>
                      <a:pt x="2235" y="1585"/>
                      <a:pt x="2016" y="1563"/>
                      <a:pt x="1752" y="1511"/>
                    </a:cubicBezTo>
                    <a:cubicBezTo>
                      <a:pt x="741" y="1298"/>
                      <a:pt x="653" y="477"/>
                      <a:pt x="6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54"/>
              <p:cNvSpPr/>
              <p:nvPr/>
            </p:nvSpPr>
            <p:spPr>
              <a:xfrm>
                <a:off x="1896200" y="3023000"/>
                <a:ext cx="12675" cy="5975"/>
              </a:xfrm>
              <a:custGeom>
                <a:avLst/>
                <a:gdLst/>
                <a:ahLst/>
                <a:cxnLst/>
                <a:rect l="l" t="t" r="r" b="b"/>
                <a:pathLst>
                  <a:path w="507" h="239" extrusionOk="0">
                    <a:moveTo>
                      <a:pt x="477" y="1"/>
                    </a:moveTo>
                    <a:lnTo>
                      <a:pt x="1" y="111"/>
                    </a:lnTo>
                    <a:cubicBezTo>
                      <a:pt x="66" y="189"/>
                      <a:pt x="165" y="238"/>
                      <a:pt x="268" y="238"/>
                    </a:cubicBezTo>
                    <a:cubicBezTo>
                      <a:pt x="282" y="238"/>
                      <a:pt x="295" y="237"/>
                      <a:pt x="309" y="236"/>
                    </a:cubicBezTo>
                    <a:cubicBezTo>
                      <a:pt x="506" y="221"/>
                      <a:pt x="477" y="1"/>
                      <a:pt x="477" y="1"/>
                    </a:cubicBezTo>
                    <a:close/>
                  </a:path>
                </a:pathLst>
              </a:custGeom>
              <a:solidFill>
                <a:srgbClr val="A597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panish Food Newsletter by Slidesgo">
  <a:themeElements>
    <a:clrScheme name="Simple Light">
      <a:dk1>
        <a:srgbClr val="4C2608"/>
      </a:dk1>
      <a:lt1>
        <a:srgbClr val="FFEFD9"/>
      </a:lt1>
      <a:dk2>
        <a:srgbClr val="000000"/>
      </a:dk2>
      <a:lt2>
        <a:srgbClr val="FFFFFF"/>
      </a:lt2>
      <a:accent1>
        <a:srgbClr val="E39631"/>
      </a:accent1>
      <a:accent2>
        <a:srgbClr val="F5CA78"/>
      </a:accent2>
      <a:accent3>
        <a:srgbClr val="E26D5C"/>
      </a:accent3>
      <a:accent4>
        <a:srgbClr val="723D46"/>
      </a:accent4>
      <a:accent5>
        <a:srgbClr val="93511E"/>
      </a:accent5>
      <a:accent6>
        <a:srgbClr val="62511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2761</TotalTime>
  <Words>445</Words>
  <Application>Microsoft Office PowerPoint</Application>
  <PresentationFormat>On-screen Show (16:9)</PresentationFormat>
  <Paragraphs>127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Bowlby One SC</vt:lpstr>
      <vt:lpstr>Cambria</vt:lpstr>
      <vt:lpstr>Inter</vt:lpstr>
      <vt:lpstr>Arial</vt:lpstr>
      <vt:lpstr>Spanish Food Newsletter by Slidesgo</vt:lpstr>
      <vt:lpstr>DISHCOVERY</vt:lpstr>
      <vt:lpstr>OUR TEAM MEMBERS</vt:lpstr>
      <vt:lpstr>INTRODUCTION</vt:lpstr>
      <vt:lpstr>AGENDA</vt:lpstr>
      <vt:lpstr>overview</vt:lpstr>
      <vt:lpstr>Methodology</vt:lpstr>
      <vt:lpstr>Tools Utilised </vt:lpstr>
      <vt:lpstr>Key insights</vt:lpstr>
      <vt:lpstr>Dataset Summary</vt:lpstr>
      <vt:lpstr>Data Warehouse</vt:lpstr>
      <vt:lpstr>PowerPoint Presentation</vt:lpstr>
      <vt:lpstr>Dashboard</vt:lpstr>
      <vt:lpstr>PowerPoint Presentation</vt:lpstr>
      <vt:lpstr>Sales</vt:lpstr>
      <vt:lpstr>PowerPoint Presentation</vt:lpstr>
      <vt:lpstr>orders</vt:lpstr>
      <vt:lpstr>PowerPoint Presentation</vt:lpstr>
      <vt:lpstr>customers</vt:lpstr>
      <vt:lpstr>PowerPoint Presentation</vt:lpstr>
      <vt:lpstr>Menu</vt:lpstr>
      <vt:lpstr>PowerPoint Presentation</vt:lpstr>
      <vt:lpstr>Conclusion</vt:lpstr>
      <vt:lpstr>¡tHANKYOU!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Kaur Chahal, Jaspreet</dc:creator>
  <cp:lastModifiedBy>Kaur Chahal, Jaspreet</cp:lastModifiedBy>
  <cp:revision>1</cp:revision>
  <dcterms:modified xsi:type="dcterms:W3CDTF">2025-12-16T18:18:06Z</dcterms:modified>
</cp:coreProperties>
</file>